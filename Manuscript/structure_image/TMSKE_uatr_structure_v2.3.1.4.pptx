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69e2eec88d4534" /><Relationship Type="http://schemas.openxmlformats.org/officeDocument/2006/relationships/extended-properties" Target="/docProps/app.xml" Id="R40acc394aa1e4ea0" /><Relationship Type="http://schemas.openxmlformats.org/officeDocument/2006/relationships/officeDocument" Target="/ppt/presentation.xml" Id="R5844d3c9d372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f86ba19f8d4b71"/>
  </p:sldMasterIdLst>
  <p:notesMasterIdLst>
    <p:notesMasterId xmlns:r="http://schemas.openxmlformats.org/officeDocument/2006/relationships" r:id="R98530c0a420244eb"/>
  </p:notesMasterIdLst>
  <p:sldIdLst>
    <p:sldId xmlns:r="http://schemas.openxmlformats.org/officeDocument/2006/relationships" id="256" r:id="Rb9f8c524afc94184"/>
  </p:sldIdLst>
  <p:sldSz cx="14201775" cy="100488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b88bfc5ff74da0" /><Relationship Type="http://schemas.openxmlformats.org/officeDocument/2006/relationships/slideMaster" Target="/ppt/slideMasters/slideMaster1.xml" Id="R70f86ba19f8d4b71" /><Relationship Type="http://schemas.openxmlformats.org/officeDocument/2006/relationships/notesMaster" Target="/ppt/notesMasters/notesMaster1.xml" Id="R98530c0a420244eb" /><Relationship Type="http://schemas.openxmlformats.org/officeDocument/2006/relationships/presProps" Target="/ppt/presProps.xml" Id="R9547752446a94020" /><Relationship Type="http://schemas.openxmlformats.org/officeDocument/2006/relationships/viewProps" Target="/ppt/viewProps.xml" Id="Rfc1fd8091c4d44eb" /><Relationship Type="http://schemas.openxmlformats.org/officeDocument/2006/relationships/tableStyles" Target="/ppt/tableStyles.xml" Id="R260571ade70e4873" /><Relationship Type="http://schemas.openxmlformats.org/officeDocument/2006/relationships/slide" Target="/ppt/slides/slide1.xml" Id="Rb9f8c524afc941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48b180c5584b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33ffd446d54662" /><Relationship Type="http://schemas.openxmlformats.org/officeDocument/2006/relationships/notesMaster" Target="/ppt/notesMasters/notesMaster1.xml" Id="R214eda1c6fc8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原则是在</a:t>
            </a:r>
            <a:r>
              <a:t>MemKD</a:t>
            </a:r>
            <a:r>
              <a:t>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385e4acd24e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7eb0d8ae514856" /><Relationship Type="http://schemas.openxmlformats.org/officeDocument/2006/relationships/slideLayout" Target="/ppt/slideLayouts/slideLayout1.xml" Id="R85ebfe7d457d4d5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ebfe7d457d4d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1539ef13045f4" /><Relationship Type="http://schemas.openxmlformats.org/officeDocument/2006/relationships/image" Target="/ppt/media/image.png" Id="Reac6509f4fe044a5" /><Relationship Type="http://schemas.openxmlformats.org/officeDocument/2006/relationships/image" Target="/ppt/media/image2.png" Id="R926d1e676c11478f" /><Relationship Type="http://schemas.openxmlformats.org/officeDocument/2006/relationships/image" Target="/ppt/media/image3.png" Id="R63bd0bd480ba4db1" /><Relationship Type="http://schemas.openxmlformats.org/officeDocument/2006/relationships/image" Target="/ppt/media/image4.png" Id="R271bea08233a4caa" /><Relationship Type="http://schemas.openxmlformats.org/officeDocument/2006/relationships/image" Target="/ppt/media/image5.png" Id="Re715b87924d44173" /><Relationship Type="http://schemas.openxmlformats.org/officeDocument/2006/relationships/image" Target="/ppt/media/image6.png" Id="R3cabbd09e5f748e0" /><Relationship Type="http://schemas.openxmlformats.org/officeDocument/2006/relationships/image" Target="/ppt/media/image7.png" Id="R6d3bbff11e074f54" /><Relationship Type="http://schemas.openxmlformats.org/officeDocument/2006/relationships/image" Target="/ppt/media/image8.png" Id="Rb18a2bcc438a44a5" /><Relationship Type="http://schemas.openxmlformats.org/officeDocument/2006/relationships/image" Target="/ppt/media/image9.png" Id="R944b33d582ce4069" /><Relationship Type="http://schemas.openxmlformats.org/officeDocument/2006/relationships/notesSlide" Target="/ppt/notesSlides/notesSlide1.xml" Id="R96f6533a75244c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chor">
            <a:extLst xmlns:a="http://schemas.openxmlformats.org/drawingml/2006/main">
              <a:ext uri="{FF2B5EF4-FFF2-40B4-BE49-F238E27FC236}">
                <a16:creationId xmlns:a16="http://schemas.microsoft.com/office/drawing/2014/main" id="{AC3A0F6C-21CC-459C-94C8-92AD73D8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815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anchor">
            <a:extLst xmlns:a="http://schemas.openxmlformats.org/drawingml/2006/main">
              <a:ext uri="{FF2B5EF4-FFF2-40B4-BE49-F238E27FC236}">
                <a16:creationId xmlns:a16="http://schemas.microsoft.com/office/drawing/2014/main" id="{81C77718-D645-4D8E-8853-70818B20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54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anchor">
            <a:extLst xmlns:a="http://schemas.openxmlformats.org/drawingml/2006/main">
              <a:ext uri="{FF2B5EF4-FFF2-40B4-BE49-F238E27FC236}">
                <a16:creationId xmlns:a16="http://schemas.microsoft.com/office/drawing/2014/main" id="{2F221285-0E17-44DC-B0B0-F52B751D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4" y="4732491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anchor">
            <a:extLst xmlns:a="http://schemas.openxmlformats.org/drawingml/2006/main">
              <a:ext uri="{FF2B5EF4-FFF2-40B4-BE49-F238E27FC236}">
                <a16:creationId xmlns:a16="http://schemas.microsoft.com/office/drawing/2014/main" id="{97E5F73C-24F3-4712-B0B6-825B2002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4" y="5154459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2" name="Teacher panel">
            <a:extLst xmlns:a="http://schemas.openxmlformats.org/drawingml/2006/main">
              <a:ext uri="{FF2B5EF4-FFF2-40B4-BE49-F238E27FC236}">
                <a16:creationId xmlns:a16="http://schemas.microsoft.com/office/drawing/2014/main" id="{F8FF105C-524D-4187-9585-26C75E01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14300"/>
            <a:ext cx="5215255" cy="1651000"/>
          </a:xfrm>
          <a:custGeom xmlns:a="http://schemas.openxmlformats.org/drawingml/2006/main"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rect l="l" t="t" r="r" b="b"/>
            <a:pathLst>
              <a:path w="5215255" h="165100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3" name="Teacher title">
            <a:extLst xmlns:a="http://schemas.openxmlformats.org/drawingml/2006/main">
              <a:ext uri="{FF2B5EF4-FFF2-40B4-BE49-F238E27FC236}">
                <a16:creationId xmlns:a16="http://schemas.microsoft.com/office/drawing/2014/main" id="{B3295C24-5054-4B16-B102-76170743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394" y="209550"/>
            <a:ext cx="4669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0646AD"/>
                </a:solidFill>
                <a:latin typeface="Comic Sans MS"/>
                <a:ea typeface="Comic Sans MS"/>
                <a:cs typeface="Comic Sans MS"/>
              </a:rPr>
              <a:t>Teacher: pretrained wav2vec 2.0</a:t>
            </a:r>
          </a:p>
        </p:txBody>
      </p:sp>
      <p:sp>
        <p:nvSpPr>
          <p:cNvPr id="154" name="module-CNN&#10;encoder">
            <a:extLst xmlns:a="http://schemas.openxmlformats.org/drawingml/2006/main">
              <a:ext uri="{FF2B5EF4-FFF2-40B4-BE49-F238E27FC236}">
                <a16:creationId xmlns:a16="http://schemas.microsoft.com/office/drawing/2014/main" id="{2883F2CB-0413-436B-9D51-F2381CE7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3875"/>
            <a:ext cx="1133475" cy="115252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5" name="module-title-CNN&#10;encoder">
            <a:extLst xmlns:a="http://schemas.openxmlformats.org/drawingml/2006/main">
              <a:ext uri="{FF2B5EF4-FFF2-40B4-BE49-F238E27FC236}">
                <a16:creationId xmlns:a16="http://schemas.microsoft.com/office/drawing/2014/main" id="{80AEEE37-47F3-4A67-AA8E-AEA25FDE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9124"/>
            <a:ext cx="1019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CNN</a:t>
            </a:r>
          </a:p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encoder</a:t>
            </a:r>
          </a:p>
        </p:txBody>
      </p:sp>
      <p:sp>
        <p:nvSpPr>
          <p:cNvPr id="159" name="anchor">
            <a:extLst xmlns:a="http://schemas.openxmlformats.org/drawingml/2006/main">
              <a:ext uri="{FF2B5EF4-FFF2-40B4-BE49-F238E27FC236}">
                <a16:creationId xmlns:a16="http://schemas.microsoft.com/office/drawing/2014/main" id="{276AC69F-BC94-4B1F-BB47-20FC86F5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525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0" name="anchor">
            <a:extLst xmlns:a="http://schemas.openxmlformats.org/drawingml/2006/main">
              <a:ext uri="{FF2B5EF4-FFF2-40B4-BE49-F238E27FC236}">
                <a16:creationId xmlns:a16="http://schemas.microsoft.com/office/drawing/2014/main" id="{4C8DF1A2-9DC4-4E37-BE7F-1CEE924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2" name="anchor">
            <a:extLst xmlns:a="http://schemas.openxmlformats.org/drawingml/2006/main">
              <a:ext uri="{FF2B5EF4-FFF2-40B4-BE49-F238E27FC236}">
                <a16:creationId xmlns:a16="http://schemas.microsoft.com/office/drawing/2014/main" id="{15DB8DA5-2C71-438B-86C3-AA0521D8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81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3" name="anchor">
            <a:extLst xmlns:a="http://schemas.openxmlformats.org/drawingml/2006/main">
              <a:ext uri="{FF2B5EF4-FFF2-40B4-BE49-F238E27FC236}">
                <a16:creationId xmlns:a16="http://schemas.microsoft.com/office/drawing/2014/main" id="{4516797A-7C1D-4034-BCD5-61011C8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2668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5" name="module-Transformer">
            <a:extLst xmlns:a="http://schemas.openxmlformats.org/drawingml/2006/main">
              <a:ext uri="{FF2B5EF4-FFF2-40B4-BE49-F238E27FC236}">
                <a16:creationId xmlns:a16="http://schemas.microsoft.com/office/drawing/2014/main" id="{7E6A8608-ECBD-4FA9-ACB8-E384A662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23875"/>
            <a:ext cx="17716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6" name="module-title-Transformer">
            <a:extLst xmlns:a="http://schemas.openxmlformats.org/drawingml/2006/main">
              <a:ext uri="{FF2B5EF4-FFF2-40B4-BE49-F238E27FC236}">
                <a16:creationId xmlns:a16="http://schemas.microsoft.com/office/drawing/2014/main" id="{11D3268D-9507-42F2-9E7A-4CB42067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55918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Transformer</a:t>
            </a: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 layer</a:t>
            </a:r>
          </a:p>
        </p:txBody>
      </p:sp>
      <p:sp>
        <p:nvSpPr>
          <p:cNvPr id="167" name="tr-top">
            <a:extLst xmlns:a="http://schemas.openxmlformats.org/drawingml/2006/main">
              <a:ext uri="{FF2B5EF4-FFF2-40B4-BE49-F238E27FC236}">
                <a16:creationId xmlns:a16="http://schemas.microsoft.com/office/drawing/2014/main" id="{06B09BCB-06BD-411E-99FB-D45FBF0D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6" name="anchor">
            <a:extLst xmlns:a="http://schemas.openxmlformats.org/drawingml/2006/main">
              <a:ext uri="{FF2B5EF4-FFF2-40B4-BE49-F238E27FC236}">
                <a16:creationId xmlns:a16="http://schemas.microsoft.com/office/drawing/2014/main" id="{58D903FC-3AF3-46A2-9182-81E661BF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8" name="anchor">
            <a:extLst xmlns:a="http://schemas.openxmlformats.org/drawingml/2006/main">
              <a:ext uri="{FF2B5EF4-FFF2-40B4-BE49-F238E27FC236}">
                <a16:creationId xmlns:a16="http://schemas.microsoft.com/office/drawing/2014/main" id="{80174D1C-1178-491B-9240-EA40DA13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9" name="anchor">
            <a:extLst xmlns:a="http://schemas.openxmlformats.org/drawingml/2006/main">
              <a:ext uri="{FF2B5EF4-FFF2-40B4-BE49-F238E27FC236}">
                <a16:creationId xmlns:a16="http://schemas.microsoft.com/office/drawing/2014/main" id="{E825A835-0914-4DD6-8533-CD3F5574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1" name="anchor">
            <a:extLst xmlns:a="http://schemas.openxmlformats.org/drawingml/2006/main">
              <a:ext uri="{FF2B5EF4-FFF2-40B4-BE49-F238E27FC236}">
                <a16:creationId xmlns:a16="http://schemas.microsoft.com/office/drawing/2014/main" id="{D0798104-3408-4C42-A0C3-1F94EDC5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2" name="anchor">
            <a:extLst xmlns:a="http://schemas.openxmlformats.org/drawingml/2006/main">
              <a:ext uri="{FF2B5EF4-FFF2-40B4-BE49-F238E27FC236}">
                <a16:creationId xmlns:a16="http://schemas.microsoft.com/office/drawing/2014/main" id="{826B7CC8-341D-4409-89D1-CA8594B4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4" name="anchor">
            <a:extLst xmlns:a="http://schemas.openxmlformats.org/drawingml/2006/main">
              <a:ext uri="{FF2B5EF4-FFF2-40B4-BE49-F238E27FC236}">
                <a16:creationId xmlns:a16="http://schemas.microsoft.com/office/drawing/2014/main" id="{B3174873-CD6E-4100-B5C7-F82C9221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7" name="anchor">
            <a:extLst xmlns:a="http://schemas.openxmlformats.org/drawingml/2006/main">
              <a:ext uri="{FF2B5EF4-FFF2-40B4-BE49-F238E27FC236}">
                <a16:creationId xmlns:a16="http://schemas.microsoft.com/office/drawing/2014/main" id="{0CEDC41F-B1C8-499E-94CC-73D2A13F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8" name="anchor">
            <a:extLst xmlns:a="http://schemas.openxmlformats.org/drawingml/2006/main">
              <a:ext uri="{FF2B5EF4-FFF2-40B4-BE49-F238E27FC236}">
                <a16:creationId xmlns:a16="http://schemas.microsoft.com/office/drawing/2014/main" id="{801A7481-81AD-4173-8C80-AA467045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0" name="anchor">
            <a:extLst xmlns:a="http://schemas.openxmlformats.org/drawingml/2006/main">
              <a:ext uri="{FF2B5EF4-FFF2-40B4-BE49-F238E27FC236}">
                <a16:creationId xmlns:a16="http://schemas.microsoft.com/office/drawing/2014/main" id="{9B0DBDBB-AD93-47E3-BF40-FBB716A9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1" name="anchor">
            <a:extLst xmlns:a="http://schemas.openxmlformats.org/drawingml/2006/main">
              <a:ext uri="{FF2B5EF4-FFF2-40B4-BE49-F238E27FC236}">
                <a16:creationId xmlns:a16="http://schemas.microsoft.com/office/drawing/2014/main" id="{1F5B5FAA-C15F-49DF-B081-B57EE884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3" name="ellipsis">
            <a:extLst xmlns:a="http://schemas.openxmlformats.org/drawingml/2006/main">
              <a:ext uri="{FF2B5EF4-FFF2-40B4-BE49-F238E27FC236}">
                <a16:creationId xmlns:a16="http://schemas.microsoft.com/office/drawing/2014/main" id="{9A84DBCD-2834-45EF-ABA4-2014E53C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38" y="1134490"/>
            <a:ext cx="348362" cy="295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94" name="module-Classifier">
            <a:extLst xmlns:a="http://schemas.openxmlformats.org/drawingml/2006/main">
              <a:ext uri="{FF2B5EF4-FFF2-40B4-BE49-F238E27FC236}">
                <a16:creationId xmlns:a16="http://schemas.microsoft.com/office/drawing/2014/main" id="{CD591F1B-A6EE-4C23-A329-8F35326E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3875"/>
            <a:ext cx="12382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5" name="module-title-Classifier">
            <a:extLst xmlns:a="http://schemas.openxmlformats.org/drawingml/2006/main">
              <a:ext uri="{FF2B5EF4-FFF2-40B4-BE49-F238E27FC236}">
                <a16:creationId xmlns:a16="http://schemas.microsoft.com/office/drawing/2014/main" id="{4F285866-CB03-442B-8EAD-868FE742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9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Classifier</a:t>
            </a:r>
          </a:p>
        </p:txBody>
      </p:sp>
      <p:sp>
        <p:nvSpPr>
          <p:cNvPr id="196" name="bar-0">
            <a:extLst xmlns:a="http://schemas.openxmlformats.org/drawingml/2006/main">
              <a:ext uri="{FF2B5EF4-FFF2-40B4-BE49-F238E27FC236}">
                <a16:creationId xmlns:a16="http://schemas.microsoft.com/office/drawing/2014/main" id="{D2519C57-F198-446D-B8DB-61954407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1351598"/>
            <a:ext cx="85725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7" name="bar-1">
            <a:extLst xmlns:a="http://schemas.openxmlformats.org/drawingml/2006/main">
              <a:ext uri="{FF2B5EF4-FFF2-40B4-BE49-F238E27FC236}">
                <a16:creationId xmlns:a16="http://schemas.microsoft.com/office/drawing/2014/main" id="{54AD445B-4A31-4E01-A388-C8A7AE0D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55" y="1202436"/>
            <a:ext cx="85725" cy="342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8" name="bar-2">
            <a:extLst xmlns:a="http://schemas.openxmlformats.org/drawingml/2006/main">
              <a:ext uri="{FF2B5EF4-FFF2-40B4-BE49-F238E27FC236}">
                <a16:creationId xmlns:a16="http://schemas.microsoft.com/office/drawing/2014/main" id="{AD3BA036-B06F-487F-8E94-23EEC7AB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980" y="1020128"/>
            <a:ext cx="85725" cy="5248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9" name="bar-3">
            <a:extLst xmlns:a="http://schemas.openxmlformats.org/drawingml/2006/main">
              <a:ext uri="{FF2B5EF4-FFF2-40B4-BE49-F238E27FC236}">
                <a16:creationId xmlns:a16="http://schemas.microsoft.com/office/drawing/2014/main" id="{E37E8320-802F-4EE0-AFBA-D9F24C2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005" y="1202436"/>
            <a:ext cx="85725" cy="342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0" name="anchor">
            <a:extLst xmlns:a="http://schemas.openxmlformats.org/drawingml/2006/main">
              <a:ext uri="{FF2B5EF4-FFF2-40B4-BE49-F238E27FC236}">
                <a16:creationId xmlns:a16="http://schemas.microsoft.com/office/drawing/2014/main" id="{42D86ED5-F340-47AA-986C-8819667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1" name="anchor">
            <a:extLst xmlns:a="http://schemas.openxmlformats.org/drawingml/2006/main">
              <a:ext uri="{FF2B5EF4-FFF2-40B4-BE49-F238E27FC236}">
                <a16:creationId xmlns:a16="http://schemas.microsoft.com/office/drawing/2014/main" id="{DD24A427-9968-4563-B476-84017DEC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171" name="直接箭头连接符 852"/>
          <p:cNvCxnSpPr>
            <a:stCxn xmlns:a="http://schemas.openxmlformats.org/drawingml/2006/main" id="200" idx="6"/>
            <a:endCxn xmlns:a="http://schemas.openxmlformats.org/drawingml/2006/main" id="201" idx="2"/>
          </p:cNvCxnSpPr>
          <p:nvPr/>
        </p:nvCxnSpPr>
        <p:spPr>
          <a:xfrm xmlns:a="http://schemas.openxmlformats.org/drawingml/2006/main">
            <a:off x="3400425" y="1104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>
            <a:extLst xmlns:a="http://schemas.openxmlformats.org/drawingml/2006/main">
              <a:ext uri="{FF2B5EF4-FFF2-40B4-BE49-F238E27FC236}">
                <a16:creationId xmlns:a16="http://schemas.microsoft.com/office/drawing/2014/main" id="{D3492C1E-C487-4420-AADD-EB52F94B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4" name="anchor">
            <a:extLst xmlns:a="http://schemas.openxmlformats.org/drawingml/2006/main">
              <a:ext uri="{FF2B5EF4-FFF2-40B4-BE49-F238E27FC236}">
                <a16:creationId xmlns:a16="http://schemas.microsoft.com/office/drawing/2014/main" id="{B00AD843-329E-4B48-BF7A-F156C154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174" name="直接箭头连接符 855"/>
          <p:cNvCxnSpPr>
            <a:stCxn xmlns:a="http://schemas.openxmlformats.org/drawingml/2006/main" id="203" idx="6"/>
            <a:endCxn xmlns:a="http://schemas.openxmlformats.org/drawingml/2006/main" id="204" idx="2"/>
          </p:cNvCxnSpPr>
          <p:nvPr/>
        </p:nvCxnSpPr>
        <p:spPr>
          <a:xfrm xmlns:a="http://schemas.openxmlformats.org/drawingml/2006/main">
            <a:off x="5419725" y="1104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>
            <a:extLst xmlns:a="http://schemas.openxmlformats.org/drawingml/2006/main">
              <a:ext uri="{FF2B5EF4-FFF2-40B4-BE49-F238E27FC236}">
                <a16:creationId xmlns:a16="http://schemas.microsoft.com/office/drawing/2014/main" id="{8F3C0F2F-65BC-475D-9E66-06248324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096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7" name="anchor">
            <a:extLst xmlns:a="http://schemas.openxmlformats.org/drawingml/2006/main">
              <a:ext uri="{FF2B5EF4-FFF2-40B4-BE49-F238E27FC236}">
                <a16:creationId xmlns:a16="http://schemas.microsoft.com/office/drawing/2014/main" id="{9B13941B-BC8C-443F-8CAD-3FF9DB9E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2096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177" name="直接箭头连接符 858"/>
          <p:cNvCxnSpPr>
            <a:stCxn xmlns:a="http://schemas.openxmlformats.org/drawingml/2006/main" id="206" idx="6"/>
            <a:endCxn xmlns:a="http://schemas.openxmlformats.org/drawingml/2006/main" id="207" idx="2"/>
          </p:cNvCxnSpPr>
          <p:nvPr/>
        </p:nvCxnSpPr>
        <p:spPr>
          <a:xfrm xmlns:a="http://schemas.openxmlformats.org/drawingml/2006/main">
            <a:off x="6915150" y="12192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>
            <a:extLst xmlns:a="http://schemas.openxmlformats.org/drawingml/2006/main">
              <a:ext uri="{FF2B5EF4-FFF2-40B4-BE49-F238E27FC236}">
                <a16:creationId xmlns:a16="http://schemas.microsoft.com/office/drawing/2014/main" id="{09C47FC8-0718-4FD7-B8F1-962731A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471" y="1128712"/>
            <a:ext cx="857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15" name="zt">
            <a:extLst xmlns:a="http://schemas.openxmlformats.org/drawingml/2006/main">
              <a:ext uri="{FF2B5EF4-FFF2-40B4-BE49-F238E27FC236}">
                <a16:creationId xmlns:a16="http://schemas.microsoft.com/office/drawing/2014/main" id="{3C99899A-FFB6-414A-A4AE-02FB5D1D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146113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𝒁</m:t>
                      </m:r>
                    </m:e>
                    <m:sub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217" name="HT">
            <a:extLst xmlns:a="http://schemas.openxmlformats.org/drawingml/2006/main">
              <a:ext uri="{FF2B5EF4-FFF2-40B4-BE49-F238E27FC236}">
                <a16:creationId xmlns:a16="http://schemas.microsoft.com/office/drawing/2014/main" id="{9C90445D-26E2-4F38-B625-D0DEB7F5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20193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𝑯</m:t>
                      </m:r>
                    </m:e>
                    <m:sub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218" name="teacher hidden">
            <a:extLst xmlns:a="http://schemas.openxmlformats.org/drawingml/2006/main">
              <a:ext uri="{FF2B5EF4-FFF2-40B4-BE49-F238E27FC236}">
                <a16:creationId xmlns:a16="http://schemas.microsoft.com/office/drawing/2014/main" id="{36633275-CEE2-4A79-849E-2F36E821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1933575"/>
            <a:ext cx="39433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73E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19" name="token-0">
            <a:extLst xmlns:a="http://schemas.openxmlformats.org/drawingml/2006/main">
              <a:ext uri="{FF2B5EF4-FFF2-40B4-BE49-F238E27FC236}">
                <a16:creationId xmlns:a16="http://schemas.microsoft.com/office/drawing/2014/main" id="{7EE9C7F1-3BB8-4ED4-B38E-2E8631F3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0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ED36695B-BB39-4FFF-8FCD-D0AD3E9D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21" name="token-1">
            <a:extLst xmlns:a="http://schemas.openxmlformats.org/drawingml/2006/main">
              <a:ext uri="{FF2B5EF4-FFF2-40B4-BE49-F238E27FC236}">
                <a16:creationId xmlns:a16="http://schemas.microsoft.com/office/drawing/2014/main" id="{AAAA3C69-74FD-4896-B2DE-94D26E9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2" name="token-label-1">
            <a:extLst xmlns:a="http://schemas.openxmlformats.org/drawingml/2006/main">
              <a:ext uri="{FF2B5EF4-FFF2-40B4-BE49-F238E27FC236}">
                <a16:creationId xmlns:a16="http://schemas.microsoft.com/office/drawing/2014/main" id="{6EF4E99E-031A-4A07-AEDD-23905463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23" name="token-2">
            <a:extLst xmlns:a="http://schemas.openxmlformats.org/drawingml/2006/main">
              <a:ext uri="{FF2B5EF4-FFF2-40B4-BE49-F238E27FC236}">
                <a16:creationId xmlns:a16="http://schemas.microsoft.com/office/drawing/2014/main" id="{C1AE6DA5-4AE2-48EB-BEC2-6B54CA20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4" name="token-label-2">
            <a:extLst xmlns:a="http://schemas.openxmlformats.org/drawingml/2006/main">
              <a:ext uri="{FF2B5EF4-FFF2-40B4-BE49-F238E27FC236}">
                <a16:creationId xmlns:a16="http://schemas.microsoft.com/office/drawing/2014/main" id="{A2C4F6B2-57D3-4788-B91D-25DF29DA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5" name="token-3">
            <a:extLst xmlns:a="http://schemas.openxmlformats.org/drawingml/2006/main">
              <a:ext uri="{FF2B5EF4-FFF2-40B4-BE49-F238E27FC236}">
                <a16:creationId xmlns:a16="http://schemas.microsoft.com/office/drawing/2014/main" id="{A4BF7AF9-EB5E-4983-A71A-B0D2200C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6" name="token-label-3">
            <a:extLst xmlns:a="http://schemas.openxmlformats.org/drawingml/2006/main">
              <a:ext uri="{FF2B5EF4-FFF2-40B4-BE49-F238E27FC236}">
                <a16:creationId xmlns:a16="http://schemas.microsoft.com/office/drawing/2014/main" id="{D0439136-84F0-4143-83B9-95CE43D8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227" name="teacher dots">
            <a:extLst xmlns:a="http://schemas.openxmlformats.org/drawingml/2006/main">
              <a:ext uri="{FF2B5EF4-FFF2-40B4-BE49-F238E27FC236}">
                <a16:creationId xmlns:a16="http://schemas.microsoft.com/office/drawing/2014/main" id="{3C6ECF0C-8CF6-45C7-8CC6-1C19C7B3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9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228" name="token-0">
            <a:extLst xmlns:a="http://schemas.openxmlformats.org/drawingml/2006/main">
              <a:ext uri="{FF2B5EF4-FFF2-40B4-BE49-F238E27FC236}">
                <a16:creationId xmlns:a16="http://schemas.microsoft.com/office/drawing/2014/main" id="{FD6353D9-192C-44EB-A3DA-9B52977B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9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21CBA215-126B-462C-80DA-3D1079F1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e>
                    <m:sub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395" name="Student panel">
            <a:extLst xmlns:a="http://schemas.openxmlformats.org/drawingml/2006/main">
              <a:ext uri="{FF2B5EF4-FFF2-40B4-BE49-F238E27FC236}">
                <a16:creationId xmlns:a16="http://schemas.microsoft.com/office/drawing/2014/main" id="{0EC8922E-ECC5-441F-A250-AB78FE96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86650"/>
            <a:ext cx="6650355" cy="1516380"/>
          </a:xfrm>
          <a:custGeom xmlns:a="http://schemas.openxmlformats.org/drawingml/2006/main"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rect l="l" t="t" r="r" b="b"/>
            <a:pathLst>
              <a:path w="6650355" h="1583055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 xmlns:a="http://schemas.openxmlformats.org/drawingml/2006/main">
            <a:srgbClr val="FBFFF8"/>
          </a:solidFill>
          <a:ln xmlns:a="http://schemas.openxmlformats.org/drawingml/2006/main" w="12383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96" name="Student title">
            <a:extLst xmlns:a="http://schemas.openxmlformats.org/drawingml/2006/main">
              <a:ext uri="{FF2B5EF4-FFF2-40B4-BE49-F238E27FC236}">
                <a16:creationId xmlns:a16="http://schemas.microsoft.com/office/drawing/2014/main" id="{0390A1B8-1B51-42EF-A679-7269F59F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370" y="859218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sz="1725" b="1" i="0" u="none" cap="none">
                <a:ln>
                  <a:noFill/>
                </a:ln>
                <a:solidFill>
                  <a:srgbClr val="188326"/>
                </a:solidFill>
                <a:latin typeface="Comic Sans MS"/>
                <a:ea typeface="Comic Sans MS"/>
                <a:cs typeface="Comic Sans MS"/>
              </a:rPr>
              <a:t>Student: lightweight LNN</a:t>
            </a:r>
          </a:p>
        </p:txBody>
      </p:sp>
      <p:sp>
        <p:nvSpPr>
          <p:cNvPr id="460" name="HS">
            <a:extLst xmlns:a="http://schemas.openxmlformats.org/drawingml/2006/main">
              <a:ext uri="{FF2B5EF4-FFF2-40B4-BE49-F238E27FC236}">
                <a16:creationId xmlns:a16="http://schemas.microsoft.com/office/drawing/2014/main" id="{1844E24C-95FB-4AFA-A7FE-8DF6ADD6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693483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𝑯</m:t>
                      </m:r>
                    </m:e>
                    <m:sub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</m:sSub>
                </m:oMath>
              </m:oMathPara>
            </a14:m>
          </a:p>
        </p:txBody>
      </p:sp>
      <p:sp>
        <p:nvSpPr>
          <p:cNvPr id="461" name="student hidden">
            <a:extLst xmlns:a="http://schemas.openxmlformats.org/drawingml/2006/main">
              <a:ext uri="{FF2B5EF4-FFF2-40B4-BE49-F238E27FC236}">
                <a16:creationId xmlns:a16="http://schemas.microsoft.com/office/drawing/2014/main" id="{03599AE7-A568-4638-985E-8C60463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0800" y="6830060"/>
            <a:ext cx="41338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FF9EB"/>
          </a:solidFill>
          <a:ln xmlns:a="http://schemas.openxmlformats.org/drawingml/2006/main" w="9525">
            <a:solidFill>
              <a:srgbClr val="55A83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2" name="token-0">
            <a:extLst xmlns:a="http://schemas.openxmlformats.org/drawingml/2006/main">
              <a:ext uri="{FF2B5EF4-FFF2-40B4-BE49-F238E27FC236}">
                <a16:creationId xmlns:a16="http://schemas.microsoft.com/office/drawing/2014/main" id="{8408458D-F88C-4C24-838A-2FCBF6AF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82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3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A75F9B56-CFE2-4E73-BC2D-FA8154FB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82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64" name="token-1">
            <a:extLst xmlns:a="http://schemas.openxmlformats.org/drawingml/2006/main">
              <a:ext uri="{FF2B5EF4-FFF2-40B4-BE49-F238E27FC236}">
                <a16:creationId xmlns:a16="http://schemas.microsoft.com/office/drawing/2014/main" id="{FFCB4A95-36BA-4016-A555-AE165462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757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5" name="token-label-1">
            <a:extLst xmlns:a="http://schemas.openxmlformats.org/drawingml/2006/main">
              <a:ext uri="{FF2B5EF4-FFF2-40B4-BE49-F238E27FC236}">
                <a16:creationId xmlns:a16="http://schemas.microsoft.com/office/drawing/2014/main" id="{787252D1-15D2-4F77-B943-41B8F03A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757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66" name="token-2">
            <a:extLst xmlns:a="http://schemas.openxmlformats.org/drawingml/2006/main">
              <a:ext uri="{FF2B5EF4-FFF2-40B4-BE49-F238E27FC236}">
                <a16:creationId xmlns:a16="http://schemas.microsoft.com/office/drawing/2014/main" id="{0DA226C6-5B9A-42C7-8156-22679E42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32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7" name="token-label-2">
            <a:extLst xmlns:a="http://schemas.openxmlformats.org/drawingml/2006/main">
              <a:ext uri="{FF2B5EF4-FFF2-40B4-BE49-F238E27FC236}">
                <a16:creationId xmlns:a16="http://schemas.microsoft.com/office/drawing/2014/main" id="{FD90C7E2-1D58-4D1A-8DCA-E4472874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32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68" name="token-3">
            <a:extLst xmlns:a="http://schemas.openxmlformats.org/drawingml/2006/main">
              <a:ext uri="{FF2B5EF4-FFF2-40B4-BE49-F238E27FC236}">
                <a16:creationId xmlns:a16="http://schemas.microsoft.com/office/drawing/2014/main" id="{3CD10E20-1E67-4BCD-92C6-BBD1E467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107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9" name="token-label-3">
            <a:extLst xmlns:a="http://schemas.openxmlformats.org/drawingml/2006/main">
              <a:ext uri="{FF2B5EF4-FFF2-40B4-BE49-F238E27FC236}">
                <a16:creationId xmlns:a16="http://schemas.microsoft.com/office/drawing/2014/main" id="{70D4E22C-3312-4F22-B407-FDB7479C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107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470" name="student dots">
            <a:extLst xmlns:a="http://schemas.openxmlformats.org/drawingml/2006/main">
              <a:ext uri="{FF2B5EF4-FFF2-40B4-BE49-F238E27FC236}">
                <a16:creationId xmlns:a16="http://schemas.microsoft.com/office/drawing/2014/main" id="{0495CCA5-2576-481B-9B06-2D259F8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9750" y="690626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471" name="token-0">
            <a:extLst xmlns:a="http://schemas.openxmlformats.org/drawingml/2006/main">
              <a:ext uri="{FF2B5EF4-FFF2-40B4-BE49-F238E27FC236}">
                <a16:creationId xmlns:a16="http://schemas.microsoft.com/office/drawing/2014/main" id="{DB9185C0-A12B-4DCA-A378-FF158FCA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887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72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7200B611-B858-4EBC-B143-A91AD50D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887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e>
                    <m:sub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</m:sSub>
                </m:oMath>
              </m:oMathPara>
            </a14:m>
          </a:p>
        </p:txBody>
      </p:sp>
      <p:sp>
        <p:nvSpPr>
          <p:cNvPr id="511" name="student-zst">
            <a:extLst xmlns:a="http://schemas.openxmlformats.org/drawingml/2006/main">
              <a:ext uri="{FF2B5EF4-FFF2-40B4-BE49-F238E27FC236}">
                <a16:creationId xmlns:a16="http://schemas.microsoft.com/office/drawing/2014/main" id="{32DFDCDF-9C72-4F20-9E4F-08BE97A8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710" y="732663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d>
                        <m:dPr>
                          <m:begChr m:val="{"/>
                          <m:endChr m:val="}"/>
                          <m:grow m:val="off"/>
                        </m:dPr>
                        <m:e>
                          <m:sSubSup>
                            <m:e>
                              <m:r>
                                <a:rPr xmlns:a="http://schemas.openxmlformats.org/drawingml/2006/main" lang="en-US" b="0" i="1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𝑍</m:t>
                              </m:r>
                            </m:e>
                            <m:sub>
                              <m:r>
                                <a:rPr xmlns:a="http://schemas.openxmlformats.org/drawingml/2006/main" lang="en-US" b="0" i="1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xmlns:a="http://schemas.openxmlformats.org/drawingml/2006/main" lang="en-US" b="0" i="1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e>
                    <m:sub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  <m:sup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p>
                  </m:sSubSup>
                </m:oMath>
              </m:oMathPara>
            </a14:m>
          </a:p>
        </p:txBody>
      </p:sp>
      <p:sp>
        <p:nvSpPr>
          <p:cNvPr id="512" name="bar-0">
            <a:extLst xmlns:a="http://schemas.openxmlformats.org/drawingml/2006/main">
              <a:ext uri="{FF2B5EF4-FFF2-40B4-BE49-F238E27FC236}">
                <a16:creationId xmlns:a16="http://schemas.microsoft.com/office/drawing/2014/main" id="{5C639B83-F677-4E81-B999-ACFDE2AB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326630"/>
            <a:ext cx="9525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3" name="bar-1">
            <a:extLst xmlns:a="http://schemas.openxmlformats.org/drawingml/2006/main">
              <a:ext uri="{FF2B5EF4-FFF2-40B4-BE49-F238E27FC236}">
                <a16:creationId xmlns:a16="http://schemas.microsoft.com/office/drawing/2014/main" id="{1AE1790F-1194-40D1-8493-6AE3952B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7350252"/>
            <a:ext cx="95250" cy="212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4" name="bar-2">
            <a:extLst xmlns:a="http://schemas.openxmlformats.org/drawingml/2006/main">
              <a:ext uri="{FF2B5EF4-FFF2-40B4-BE49-F238E27FC236}">
                <a16:creationId xmlns:a16="http://schemas.microsoft.com/office/drawing/2014/main" id="{E2638B62-D435-4276-81F4-FA896EA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7338441"/>
            <a:ext cx="95250" cy="224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5" name="per-step">
            <a:extLst xmlns:a="http://schemas.openxmlformats.org/drawingml/2006/main">
              <a:ext uri="{FF2B5EF4-FFF2-40B4-BE49-F238E27FC236}">
                <a16:creationId xmlns:a16="http://schemas.microsoft.com/office/drawing/2014/main" id="{1F5CD1C2-CD14-42A2-8014-12508EDB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2961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516" name="bar-0">
            <a:extLst xmlns:a="http://schemas.openxmlformats.org/drawingml/2006/main">
              <a:ext uri="{FF2B5EF4-FFF2-40B4-BE49-F238E27FC236}">
                <a16:creationId xmlns:a16="http://schemas.microsoft.com/office/drawing/2014/main" id="{B902EC4C-2A14-4DC1-BD63-97FACCE8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341394"/>
            <a:ext cx="95250" cy="22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7" name="bar-1">
            <a:extLst xmlns:a="http://schemas.openxmlformats.org/drawingml/2006/main">
              <a:ext uri="{FF2B5EF4-FFF2-40B4-BE49-F238E27FC236}">
                <a16:creationId xmlns:a16="http://schemas.microsoft.com/office/drawing/2014/main" id="{A50E6D42-A337-4658-A238-570F17D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350252"/>
            <a:ext cx="95250" cy="212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9" name="student-zs">
            <a:extLst xmlns:a="http://schemas.openxmlformats.org/drawingml/2006/main">
              <a:ext uri="{FF2B5EF4-FFF2-40B4-BE49-F238E27FC236}">
                <a16:creationId xmlns:a16="http://schemas.microsoft.com/office/drawing/2014/main" id="{FA0E2911-9C7C-47B4-A870-4448882B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2" y="812292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00" b="0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𝑍</m:t>
                      </m:r>
                    </m:e>
                    <m:sub>
                      <m:r>
                        <a:rPr xmlns:a="http://schemas.openxmlformats.org/drawingml/2006/main" lang="en-US" sz="1500" b="0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𝑆</m:t>
                      </m:r>
                    </m:sub>
                  </m:sSub>
                </m:oMath>
              </m:oMathPara>
            </a14:m>
          </a:p>
        </p:txBody>
      </p:sp>
      <p:sp>
        <p:nvSpPr>
          <p:cNvPr id="520" name="bar-0">
            <a:extLst xmlns:a="http://schemas.openxmlformats.org/drawingml/2006/main">
              <a:ext uri="{FF2B5EF4-FFF2-40B4-BE49-F238E27FC236}">
                <a16:creationId xmlns:a16="http://schemas.microsoft.com/office/drawing/2014/main" id="{AC45669D-D3E4-4550-8901-68B704BC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449151"/>
            <a:ext cx="95250" cy="370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21" name="final-label">
            <a:extLst xmlns:a="http://schemas.openxmlformats.org/drawingml/2006/main">
              <a:ext uri="{FF2B5EF4-FFF2-40B4-BE49-F238E27FC236}">
                <a16:creationId xmlns:a16="http://schemas.microsoft.com/office/drawing/2014/main" id="{4A8A5C76-78E2-476A-9FBA-413788F2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883920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sz="1125" b="1" i="1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 </a:t>
            </a:r>
            <a:r>
              <a:rPr sz="112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classes</a:t>
            </a:r>
          </a:p>
        </p:txBody>
      </p:sp>
      <p:sp>
        <p:nvSpPr>
          <p:cNvPr id="522" name="loss">
            <a:extLst xmlns:a="http://schemas.openxmlformats.org/drawingml/2006/main">
              <a:ext uri="{FF2B5EF4-FFF2-40B4-BE49-F238E27FC236}">
                <a16:creationId xmlns:a16="http://schemas.microsoft.com/office/drawing/2014/main" id="{93E6D282-AEAD-458A-A73E-259B5CEC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15350" y="1020445"/>
            <a:ext cx="1657350" cy="1155700"/>
          </a:xfrm>
          <a:custGeom xmlns:a="http://schemas.openxmlformats.org/drawingml/2006/main">
            <a:gdLst>
              <a:gd name="csX0" fmla="*/ 0 w 1657350"/>
              <a:gd name="csY0" fmla="*/ 102279 h 1155700"/>
              <a:gd name="csX1" fmla="*/ 102279 w 1657350"/>
              <a:gd name="csY1" fmla="*/ 0 h 1155700"/>
              <a:gd name="csX2" fmla="*/ 601071 w 1657350"/>
              <a:gd name="csY2" fmla="*/ 0 h 1155700"/>
              <a:gd name="csX3" fmla="*/ 1056279 w 1657350"/>
              <a:gd name="csY3" fmla="*/ 0 h 1155700"/>
              <a:gd name="csX4" fmla="*/ 1555071 w 1657350"/>
              <a:gd name="csY4" fmla="*/ 0 h 1155700"/>
              <a:gd name="csX5" fmla="*/ 1657350 w 1657350"/>
              <a:gd name="csY5" fmla="*/ 102279 h 1155700"/>
              <a:gd name="csX6" fmla="*/ 1657350 w 1657350"/>
              <a:gd name="csY6" fmla="*/ 558827 h 1155700"/>
              <a:gd name="csX7" fmla="*/ 1657350 w 1657350"/>
              <a:gd name="csY7" fmla="*/ 1053421 h 1155700"/>
              <a:gd name="csX8" fmla="*/ 1555071 w 1657350"/>
              <a:gd name="csY8" fmla="*/ 1155700 h 1155700"/>
              <a:gd name="csX9" fmla="*/ 1041751 w 1657350"/>
              <a:gd name="csY9" fmla="*/ 1155700 h 1155700"/>
              <a:gd name="csX10" fmla="*/ 542959 w 1657350"/>
              <a:gd name="csY10" fmla="*/ 1155700 h 1155700"/>
              <a:gd name="csX11" fmla="*/ 102279 w 1657350"/>
              <a:gd name="csY11" fmla="*/ 1155700 h 1155700"/>
              <a:gd name="csX12" fmla="*/ 0 w 1657350"/>
              <a:gd name="csY12" fmla="*/ 1053421 h 1155700"/>
              <a:gd name="csX13" fmla="*/ 0 w 1657350"/>
              <a:gd name="csY13" fmla="*/ 577850 h 1155700"/>
              <a:gd name="csX14" fmla="*/ 0 w 1657350"/>
              <a:gd name="csY14" fmla="*/ 102279 h 1155700"/>
            </a:gdLst>
            <a:rect l="l" t="t" r="r" b="b"/>
            <a:pathLst>
              <a:path w="1657350" h="1155700">
                <a:moveTo>
                  <a:pt x="0" y="102279"/>
                </a:moveTo>
                <a:cubicBezTo>
                  <a:pt x="-5204" y="35185"/>
                  <a:pt x="45959" y="-2257"/>
                  <a:pt x="102279" y="0"/>
                </a:cubicBezTo>
                <a:cubicBezTo>
                  <a:pt x="304020" y="13055"/>
                  <a:pt x="386704" y="-12001"/>
                  <a:pt x="601071" y="0"/>
                </a:cubicBezTo>
                <a:cubicBezTo>
                  <a:pt x="815438" y="12001"/>
                  <a:pt x="844931" y="-6527"/>
                  <a:pt x="1056279" y="0"/>
                </a:cubicBezTo>
                <a:cubicBezTo>
                  <a:pt x="1267627" y="6527"/>
                  <a:pt x="1425664" y="16735"/>
                  <a:pt x="1555071" y="0"/>
                </a:cubicBezTo>
                <a:cubicBezTo>
                  <a:pt x="1615094" y="-748"/>
                  <a:pt x="1658326" y="55060"/>
                  <a:pt x="1657350" y="102279"/>
                </a:cubicBezTo>
                <a:cubicBezTo>
                  <a:pt x="1667711" y="276571"/>
                  <a:pt x="1651553" y="416038"/>
                  <a:pt x="1657350" y="558827"/>
                </a:cubicBezTo>
                <a:cubicBezTo>
                  <a:pt x="1663147" y="701616"/>
                  <a:pt x="1654890" y="831885"/>
                  <a:pt x="1657350" y="1053421"/>
                </a:cubicBezTo>
                <a:cubicBezTo>
                  <a:pt x="1659994" y="1101776"/>
                  <a:pt x="1613122" y="1157391"/>
                  <a:pt x="1555071" y="1155700"/>
                </a:cubicBezTo>
                <a:cubicBezTo>
                  <a:pt x="1303222" y="1151101"/>
                  <a:pt x="1209543" y="1160429"/>
                  <a:pt x="1041751" y="1155700"/>
                </a:cubicBezTo>
                <a:cubicBezTo>
                  <a:pt x="873959" y="1150971"/>
                  <a:pt x="665865" y="1154475"/>
                  <a:pt x="542959" y="1155700"/>
                </a:cubicBezTo>
                <a:cubicBezTo>
                  <a:pt x="420053" y="1156925"/>
                  <a:pt x="278583" y="1143518"/>
                  <a:pt x="102279" y="1155700"/>
                </a:cubicBezTo>
                <a:cubicBezTo>
                  <a:pt x="41612" y="1168731"/>
                  <a:pt x="-3504" y="1098874"/>
                  <a:pt x="0" y="1053421"/>
                </a:cubicBezTo>
                <a:cubicBezTo>
                  <a:pt x="18729" y="867212"/>
                  <a:pt x="-4507" y="686474"/>
                  <a:pt x="0" y="577850"/>
                </a:cubicBezTo>
                <a:cubicBezTo>
                  <a:pt x="4507" y="469226"/>
                  <a:pt x="16964" y="241845"/>
                  <a:pt x="0" y="102279"/>
                </a:cubicBezTo>
                <a:close/>
              </a:path>
              <a:path w="1657350" h="1155700">
                <a:moveTo>
                  <a:pt x="0" y="102279"/>
                </a:moveTo>
                <a:cubicBezTo>
                  <a:pt x="-10777" y="39145"/>
                  <a:pt x="34370" y="4287"/>
                  <a:pt x="102279" y="0"/>
                </a:cubicBezTo>
                <a:cubicBezTo>
                  <a:pt x="246129" y="-20315"/>
                  <a:pt x="500598" y="-16605"/>
                  <a:pt x="615599" y="0"/>
                </a:cubicBezTo>
                <a:cubicBezTo>
                  <a:pt x="730600" y="16605"/>
                  <a:pt x="863804" y="14696"/>
                  <a:pt x="1085335" y="0"/>
                </a:cubicBezTo>
                <a:cubicBezTo>
                  <a:pt x="1306866" y="-14696"/>
                  <a:pt x="1440881" y="-4024"/>
                  <a:pt x="1555071" y="0"/>
                </a:cubicBezTo>
                <a:cubicBezTo>
                  <a:pt x="1610791" y="-2470"/>
                  <a:pt x="1660394" y="34529"/>
                  <a:pt x="1657350" y="102279"/>
                </a:cubicBezTo>
                <a:cubicBezTo>
                  <a:pt x="1635750" y="226616"/>
                  <a:pt x="1677404" y="445846"/>
                  <a:pt x="1657350" y="558827"/>
                </a:cubicBezTo>
                <a:cubicBezTo>
                  <a:pt x="1637296" y="671808"/>
                  <a:pt x="1645855" y="841176"/>
                  <a:pt x="1657350" y="1053421"/>
                </a:cubicBezTo>
                <a:cubicBezTo>
                  <a:pt x="1653215" y="1116748"/>
                  <a:pt x="1603325" y="1146151"/>
                  <a:pt x="1555071" y="1155700"/>
                </a:cubicBezTo>
                <a:cubicBezTo>
                  <a:pt x="1452605" y="1139714"/>
                  <a:pt x="1260909" y="1140226"/>
                  <a:pt x="1099863" y="1155700"/>
                </a:cubicBezTo>
                <a:cubicBezTo>
                  <a:pt x="938817" y="1171174"/>
                  <a:pt x="718673" y="1170466"/>
                  <a:pt x="615599" y="1155700"/>
                </a:cubicBezTo>
                <a:cubicBezTo>
                  <a:pt x="512525" y="1140934"/>
                  <a:pt x="207863" y="1170176"/>
                  <a:pt x="102279" y="1155700"/>
                </a:cubicBezTo>
                <a:cubicBezTo>
                  <a:pt x="54191" y="1165989"/>
                  <a:pt x="3630" y="1106730"/>
                  <a:pt x="0" y="1053421"/>
                </a:cubicBezTo>
                <a:cubicBezTo>
                  <a:pt x="1347" y="851741"/>
                  <a:pt x="-12747" y="706086"/>
                  <a:pt x="0" y="577850"/>
                </a:cubicBezTo>
                <a:cubicBezTo>
                  <a:pt x="12747" y="449614"/>
                  <a:pt x="9420" y="254191"/>
                  <a:pt x="0" y="102279"/>
                </a:cubicBezTo>
                <a:close/>
              </a:path>
            </a:pathLst>
          </a:custGeom>
          <a:solidFill xmlns:a="http://schemas.openxmlformats.org/drawingml/2006/main">
            <a:srgbClr val="FFF6F6"/>
          </a:solidFill>
          <a:ln xmlns:a="http://schemas.openxmlformats.org/drawingml/2006/main" w="14288">
            <a:solidFill>
              <a:srgbClr val="E6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Total loss</a:t>
            </a:r>
          </a:p>
        </p:txBody>
      </p:sp>
      <p:sp>
        <p:nvSpPr>
          <p:cNvPr id="523" name="loss equation">
            <a:extLst xmlns:a="http://schemas.openxmlformats.org/drawingml/2006/main">
              <a:ext uri="{FF2B5EF4-FFF2-40B4-BE49-F238E27FC236}">
                <a16:creationId xmlns:a16="http://schemas.microsoft.com/office/drawing/2014/main" id="{93E2CC88-F249-4623-9BD6-CFD95BA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8540" y="1360170"/>
            <a:ext cx="1485900" cy="73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0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𝒕𝒐𝒕𝒂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𝒍</m:t>
                      </m:r>
                    </m:sub>
                  </m:sSub>
                  <m:r>
                    <a:rPr xmlns:a="http://schemas.openxmlformats.org/drawingml/2006/main" lang="en-US" sz="135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𝑪𝑬</m:t>
                      </m:r>
                    </m:sub>
                  </m:sSub>
                  <m:r>
                    <a:rPr xmlns:a="http://schemas.openxmlformats.org/drawingml/2006/main" lang="en-US" sz="135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sSub>
                    <m:e>
                      <m:r>
                        <a:rPr xmlns:a="http://schemas.openxmlformats.org/drawingml/2006/main" lang="zh-CN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𝝀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𝒎</m:t>
                      </m:r>
                    </m:sub>
                  </m:sSub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𝑴</m:t>
                      </m:r>
                    </m:sub>
                  </m:sSub>
                  <m:r>
                    <a:rPr xmlns:a="http://schemas.openxmlformats.org/drawingml/2006/main" lang="en-US" sz="135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d>
                    <m:dPr>
                      <m:grow m:val="off"/>
                    </m:dPr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xmlns:a="http://schemas.openxmlformats.org/drawingml/2006/main" lang="zh-CN" sz="135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𝝀</m:t>
                          </m:r>
                        </m:e>
                        <m:sub>
                          <m:r>
                            <a:rPr xmlns:a="http://schemas.openxmlformats.org/drawingml/2006/main" lang="en-US" sz="135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𝒎</m:t>
                          </m:r>
                        </m:sub>
                      </m:sSub>
                    </m:e>
                  </m:d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𝑻𝑺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527" name="anchor">
            <a:extLst xmlns:a="http://schemas.openxmlformats.org/drawingml/2006/main">
              <a:ext uri="{FF2B5EF4-FFF2-40B4-BE49-F238E27FC236}">
                <a16:creationId xmlns:a16="http://schemas.microsoft.com/office/drawing/2014/main" id="{9AD2036E-42B2-400D-BB26-1BDD933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82772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30" name="anchor">
            <a:extLst xmlns:a="http://schemas.openxmlformats.org/drawingml/2006/main">
              <a:ext uri="{FF2B5EF4-FFF2-40B4-BE49-F238E27FC236}">
                <a16:creationId xmlns:a16="http://schemas.microsoft.com/office/drawing/2014/main" id="{0773641C-EE77-4E88-AFDC-A6017F37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879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89" name="Legend">
            <a:extLst xmlns:a="http://schemas.openxmlformats.org/drawingml/2006/main">
              <a:ext uri="{FF2B5EF4-FFF2-40B4-BE49-F238E27FC236}">
                <a16:creationId xmlns:a16="http://schemas.microsoft.com/office/drawing/2014/main" id="{3932FE93-B7D9-431B-882B-E6A2087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185275"/>
            <a:ext cx="11719560" cy="62928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7777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0" name="anchor">
            <a:extLst xmlns:a="http://schemas.openxmlformats.org/drawingml/2006/main">
              <a:ext uri="{FF2B5EF4-FFF2-40B4-BE49-F238E27FC236}">
                <a16:creationId xmlns:a16="http://schemas.microsoft.com/office/drawing/2014/main" id="{1D0C5BEA-7989-4873-878D-5D7650A8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85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1" name="anchor">
            <a:extLst xmlns:a="http://schemas.openxmlformats.org/drawingml/2006/main">
              <a:ext uri="{FF2B5EF4-FFF2-40B4-BE49-F238E27FC236}">
                <a16:creationId xmlns:a16="http://schemas.microsoft.com/office/drawing/2014/main" id="{EC09143A-2FFC-4B82-B266-E75D7A09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085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9" name="anchor">
            <a:extLst xmlns:a="http://schemas.openxmlformats.org/drawingml/2006/main">
              <a:ext uri="{FF2B5EF4-FFF2-40B4-BE49-F238E27FC236}">
                <a16:creationId xmlns:a16="http://schemas.microsoft.com/office/drawing/2014/main" id="{01D0C7F4-3521-4FC5-BB5A-6DAB2977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19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226" name="直接箭头连接符 1271"/>
          <p:cNvCxnSpPr>
            <a:endCxn xmlns:a="http://schemas.openxmlformats.org/drawingml/2006/main" id="620" idx="0"/>
          </p:cNvCxnSpPr>
          <p:nvPr/>
        </p:nvCxnSpPr>
        <p:spPr>
          <a:xfrm xmlns:a="http://schemas.openxmlformats.org/drawingml/2006/main">
            <a:off x="3800475" y="23431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3" name="anchor">
            <a:extLst xmlns:a="http://schemas.openxmlformats.org/drawingml/2006/main">
              <a:ext uri="{FF2B5EF4-FFF2-40B4-BE49-F238E27FC236}">
                <a16:creationId xmlns:a16="http://schemas.microsoft.com/office/drawing/2014/main" id="{04D518A5-51E5-4E9C-A406-D5098352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734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228" name="直接箭头连接符 1274"/>
          <p:cNvCxnSpPr/>
          <p:nvPr/>
        </p:nvCxnSpPr>
        <p:spPr>
          <a:xfrm xmlns:a="http://schemas.openxmlformats.org/drawingml/2006/main" flipV="1">
            <a:off x="4357370" y="6530975"/>
            <a:ext cx="0" cy="2800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8" name="anchor">
            <a:extLst xmlns:a="http://schemas.openxmlformats.org/drawingml/2006/main">
              <a:ext uri="{FF2B5EF4-FFF2-40B4-BE49-F238E27FC236}">
                <a16:creationId xmlns:a16="http://schemas.microsoft.com/office/drawing/2014/main" id="{2651A581-5C19-49AC-8E40-15CEF766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31" name="anchor">
            <a:extLst xmlns:a="http://schemas.openxmlformats.org/drawingml/2006/main">
              <a:ext uri="{FF2B5EF4-FFF2-40B4-BE49-F238E27FC236}">
                <a16:creationId xmlns:a16="http://schemas.microsoft.com/office/drawing/2014/main" id="{572EEA5B-8C17-4750-96A2-E8AB5545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43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34" name="anchor">
            <a:extLst xmlns:a="http://schemas.openxmlformats.org/drawingml/2006/main">
              <a:ext uri="{FF2B5EF4-FFF2-40B4-BE49-F238E27FC236}">
                <a16:creationId xmlns:a16="http://schemas.microsoft.com/office/drawing/2014/main" id="{BD8452D7-8EAD-4100-913E-4B3B0F30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2001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232" name="连接符: 肘形 1286"/>
          <p:cNvCxnSpPr/>
          <p:nvPr/>
        </p:nvCxnSpPr>
        <p:spPr>
          <a:xfrm xmlns:a="http://schemas.openxmlformats.org/drawingml/2006/main" rot="5400000" flipV="1">
            <a:off x="7565560" y="2473790"/>
            <a:ext cx="180000" cy="0"/>
          </a:xfrm>
          <a:prstGeom xmlns:a="http://schemas.openxmlformats.org/drawingml/2006/main" prst="bentConnector3">
            <a:avLst>
              <a:gd name="adj1" fmla="val 50140"/>
            </a:avLst>
          </a:prstGeom>
          <a:ln xmlns:a="http://schemas.openxmlformats.org/drawingml/2006/main"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40" name="anchor">
            <a:extLst xmlns:a="http://schemas.openxmlformats.org/drawingml/2006/main">
              <a:ext uri="{FF2B5EF4-FFF2-40B4-BE49-F238E27FC236}">
                <a16:creationId xmlns:a16="http://schemas.microsoft.com/office/drawing/2014/main" id="{9097F99E-DFFA-4375-B8A7-A86E6101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4199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3" name="anchor">
            <a:extLst xmlns:a="http://schemas.openxmlformats.org/drawingml/2006/main">
              <a:ext uri="{FF2B5EF4-FFF2-40B4-BE49-F238E27FC236}">
                <a16:creationId xmlns:a16="http://schemas.microsoft.com/office/drawing/2014/main" id="{1ED8EB7A-1FAB-4625-B0C4-65170982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86963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50" name="anchor">
            <a:extLst xmlns:a="http://schemas.openxmlformats.org/drawingml/2006/main">
              <a:ext uri="{FF2B5EF4-FFF2-40B4-BE49-F238E27FC236}">
                <a16:creationId xmlns:a16="http://schemas.microsoft.com/office/drawing/2014/main" id="{CFB50785-0BCC-44EC-A41F-25901EF9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258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立方体 11">
            <a:extLst xmlns:a="http://schemas.openxmlformats.org/drawingml/2006/main">
              <a:ext uri="{FF2B5EF4-FFF2-40B4-BE49-F238E27FC236}">
                <a16:creationId xmlns:a16="http://schemas.microsoft.com/office/drawing/2014/main" id="{4896C0D0-7496-4BC7-B8DE-156A8998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112520"/>
            <a:ext cx="381000" cy="472440"/>
          </a:xfrm>
          <a:prstGeom xmlns:a="http://schemas.openxmlformats.org/drawingml/2006/main" prst="cube">
            <a:avLst>
              <a:gd name="adj" fmla="val 60185"/>
            </a:avLst>
          </a:prstGeom>
          <a:solidFill xmlns:a="http://schemas.openxmlformats.org/drawingml/2006/main">
            <a:srgbClr val="90B4F3"/>
          </a:solidFill>
          <a:ln xmlns:a="http://schemas.openxmlformats.org/drawingml/2006/main">
            <a:solidFill>
              <a:srgbClr val="4985E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" name="立方体 32">
            <a:extLst xmlns:a="http://schemas.openxmlformats.org/drawingml/2006/main">
              <a:ext uri="{FF2B5EF4-FFF2-40B4-BE49-F238E27FC236}">
                <a16:creationId xmlns:a16="http://schemas.microsoft.com/office/drawing/2014/main" id="{CE42B3DF-3A70-4E2E-887D-BEB9143C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196340"/>
            <a:ext cx="381000" cy="358140"/>
          </a:xfrm>
          <a:prstGeom xmlns:a="http://schemas.openxmlformats.org/drawingml/2006/main" prst="cube">
            <a:avLst>
              <a:gd name="adj" fmla="val 47419"/>
            </a:avLst>
          </a:prstGeom>
          <a:solidFill xmlns:a="http://schemas.openxmlformats.org/drawingml/2006/main">
            <a:srgbClr val="90B4F3"/>
          </a:solidFill>
          <a:ln xmlns:a="http://schemas.openxmlformats.org/drawingml/2006/main">
            <a:solidFill>
              <a:srgbClr val="4985E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2238" name="图片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6509f4fe044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8150" y="171594"/>
            <a:ext cx="425132" cy="425132"/>
          </a:xfrm>
          <a:prstGeom xmlns:a="http://schemas.openxmlformats.org/drawingml/2006/main" prst="rect">
            <a:avLst/>
          </a:prstGeom>
        </p:spPr>
      </p:pic>
      <p:sp>
        <p:nvSpPr>
          <p:cNvPr id="590" name="anchor">
            <a:extLst xmlns:a="http://schemas.openxmlformats.org/drawingml/2006/main">
              <a:ext uri="{FF2B5EF4-FFF2-40B4-BE49-F238E27FC236}">
                <a16:creationId xmlns:a16="http://schemas.microsoft.com/office/drawing/2014/main" id="{DA656203-9BB5-412C-AA03-2B043B3F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4491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1" name="anchor">
            <a:extLst xmlns:a="http://schemas.openxmlformats.org/drawingml/2006/main">
              <a:ext uri="{FF2B5EF4-FFF2-40B4-BE49-F238E27FC236}">
                <a16:creationId xmlns:a16="http://schemas.microsoft.com/office/drawing/2014/main" id="{9264B965-0AD9-470D-9C5B-2D408833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4491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241" name="直接箭头连接符 1242"/>
          <p:cNvCxnSpPr>
            <a:stCxn xmlns:a="http://schemas.openxmlformats.org/drawingml/2006/main" id="590" idx="6"/>
            <a:endCxn xmlns:a="http://schemas.openxmlformats.org/drawingml/2006/main" id="591" idx="2"/>
          </p:cNvCxnSpPr>
          <p:nvPr/>
        </p:nvCxnSpPr>
        <p:spPr>
          <a:xfrm xmlns:a="http://schemas.openxmlformats.org/drawingml/2006/main" rot="0" flipH="0" flipV="0">
            <a:off x="3064510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93" name="leg1">
            <a:extLst xmlns:a="http://schemas.openxmlformats.org/drawingml/2006/main">
              <a:ext uri="{FF2B5EF4-FFF2-40B4-BE49-F238E27FC236}">
                <a16:creationId xmlns:a16="http://schemas.microsoft.com/office/drawing/2014/main" id="{1AE0815C-425E-4D38-BAE5-7999A854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0295" y="943991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Data flow</a:t>
            </a:r>
          </a:p>
        </p:txBody>
      </p:sp>
      <p:sp>
        <p:nvSpPr>
          <p:cNvPr id="594" name="anchor">
            <a:extLst xmlns:a="http://schemas.openxmlformats.org/drawingml/2006/main">
              <a:ext uri="{FF2B5EF4-FFF2-40B4-BE49-F238E27FC236}">
                <a16:creationId xmlns:a16="http://schemas.microsoft.com/office/drawing/2014/main" id="{862D7482-72DF-44AE-8F85-7DB6DC1D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706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5" name="anchor">
            <a:extLst xmlns:a="http://schemas.openxmlformats.org/drawingml/2006/main">
              <a:ext uri="{FF2B5EF4-FFF2-40B4-BE49-F238E27FC236}">
                <a16:creationId xmlns:a16="http://schemas.microsoft.com/office/drawing/2014/main" id="{E85C867A-A2D1-4A5C-8572-A95B441D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706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8" name="anchor">
            <a:extLst xmlns:a="http://schemas.openxmlformats.org/drawingml/2006/main">
              <a:ext uri="{FF2B5EF4-FFF2-40B4-BE49-F238E27FC236}">
                <a16:creationId xmlns:a16="http://schemas.microsoft.com/office/drawing/2014/main" id="{AF86C20D-8790-4E8B-8458-2807EE0E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9635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9" name="anchor">
            <a:extLst xmlns:a="http://schemas.openxmlformats.org/drawingml/2006/main">
              <a:ext uri="{FF2B5EF4-FFF2-40B4-BE49-F238E27FC236}">
                <a16:creationId xmlns:a16="http://schemas.microsoft.com/office/drawing/2014/main" id="{F9402A28-9EC4-4542-A03E-8B661A8F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9635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1" name="leg3">
            <a:extLst xmlns:a="http://schemas.openxmlformats.org/drawingml/2006/main">
              <a:ext uri="{FF2B5EF4-FFF2-40B4-BE49-F238E27FC236}">
                <a16:creationId xmlns:a16="http://schemas.microsoft.com/office/drawing/2014/main" id="{8F06BDE8-D853-4B48-A36F-100B6B3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2810" y="9439910"/>
            <a:ext cx="142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TS-T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KL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divergence</a:t>
            </a:r>
          </a:p>
        </p:txBody>
      </p:sp>
      <p:cxnSp>
        <p:nvCxnSpPr>
          <p:cNvPr id="2248" name="直接箭头连接符 1250"/>
          <p:cNvCxnSpPr>
            <a:stCxn xmlns:a="http://schemas.openxmlformats.org/drawingml/2006/main" id="598" idx="6"/>
            <a:endCxn xmlns:a="http://schemas.openxmlformats.org/drawingml/2006/main" id="599" idx="2"/>
          </p:cNvCxnSpPr>
          <p:nvPr/>
        </p:nvCxnSpPr>
        <p:spPr>
          <a:xfrm xmlns:a="http://schemas.openxmlformats.org/drawingml/2006/main" rot="0" flipH="0" flipV="0">
            <a:off x="6661785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7A35CC"/>
            </a:solidFill>
            <a:prstDash val="dash"/>
            <a:headEnd type="triangle"/>
            <a:tailEnd type="triangle" w="med" len="med"/>
          </a:ln>
        </p:spPr>
      </p:cxnSp>
      <p:sp>
        <p:nvSpPr>
          <p:cNvPr id="602" name="anchor">
            <a:extLst xmlns:a="http://schemas.openxmlformats.org/drawingml/2006/main">
              <a:ext uri="{FF2B5EF4-FFF2-40B4-BE49-F238E27FC236}">
                <a16:creationId xmlns:a16="http://schemas.microsoft.com/office/drawing/2014/main" id="{F005C25C-A6F3-4269-841B-B642FE50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2207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3" name="anchor">
            <a:extLst xmlns:a="http://schemas.openxmlformats.org/drawingml/2006/main">
              <a:ext uri="{FF2B5EF4-FFF2-40B4-BE49-F238E27FC236}">
                <a16:creationId xmlns:a16="http://schemas.microsoft.com/office/drawing/2014/main" id="{A86C9D2F-8873-4AF1-9071-C2A072A8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82207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251" name="直接箭头连接符 1254"/>
          <p:cNvCxnSpPr>
            <a:stCxn xmlns:a="http://schemas.openxmlformats.org/drawingml/2006/main" id="602" idx="6"/>
            <a:endCxn xmlns:a="http://schemas.openxmlformats.org/drawingml/2006/main" id="603" idx="2"/>
          </p:cNvCxnSpPr>
          <p:nvPr/>
        </p:nvCxnSpPr>
        <p:spPr>
          <a:xfrm xmlns:a="http://schemas.openxmlformats.org/drawingml/2006/main" rot="0" flipH="0" flipV="0">
            <a:off x="8668385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605" name="leg4">
            <a:extLst xmlns:a="http://schemas.openxmlformats.org/drawingml/2006/main">
              <a:ext uri="{FF2B5EF4-FFF2-40B4-BE49-F238E27FC236}">
                <a16:creationId xmlns:a16="http://schemas.microsoft.com/office/drawing/2014/main" id="{C058E300-09EB-4523-A209-9B705952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49410" y="943991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Loss supervision</a:t>
            </a:r>
          </a:p>
        </p:txBody>
      </p:sp>
      <p:sp>
        <p:nvSpPr>
          <p:cNvPr id="606" name="anchor">
            <a:extLst xmlns:a="http://schemas.openxmlformats.org/drawingml/2006/main">
              <a:ext uri="{FF2B5EF4-FFF2-40B4-BE49-F238E27FC236}">
                <a16:creationId xmlns:a16="http://schemas.microsoft.com/office/drawing/2014/main" id="{A00F3735-B7BE-42E2-83F2-C374359C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477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7" name="anchor">
            <a:extLst xmlns:a="http://schemas.openxmlformats.org/drawingml/2006/main">
              <a:ext uri="{FF2B5EF4-FFF2-40B4-BE49-F238E27FC236}">
                <a16:creationId xmlns:a16="http://schemas.microsoft.com/office/drawing/2014/main" id="{73D4965E-9A2D-4A25-BB2F-762D7370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8477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255" name="直接箭头连接符 1258"/>
          <p:cNvCxnSpPr/>
          <p:nvPr/>
        </p:nvCxnSpPr>
        <p:spPr>
          <a:xfrm xmlns:a="http://schemas.openxmlformats.org/drawingml/2006/main" rot="0" flipH="0" flipV="0">
            <a:off x="10373360" y="9570720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09" name="leg5">
            <a:extLst xmlns:a="http://schemas.openxmlformats.org/drawingml/2006/main">
              <a:ext uri="{FF2B5EF4-FFF2-40B4-BE49-F238E27FC236}">
                <a16:creationId xmlns:a16="http://schemas.microsoft.com/office/drawing/2014/main" id="{3B928E7C-2F5D-4887-A6A6-21FBEFFA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46740" y="945642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Final prediction</a:t>
            </a:r>
          </a:p>
        </p:txBody>
      </p:sp>
      <p:pic>
        <p:nvPicPr>
          <p:cNvPr id="2257" name="图片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d1e676c1147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913255" y="9368155"/>
            <a:ext cx="297815" cy="297815"/>
          </a:xfrm>
          <a:prstGeom xmlns:a="http://schemas.openxmlformats.org/drawingml/2006/main" prst="rect">
            <a:avLst/>
          </a:prstGeom>
        </p:spPr>
      </p:pic>
      <p:sp>
        <p:nvSpPr>
          <p:cNvPr id="114" name="leg1">
            <a:extLst xmlns:a="http://schemas.openxmlformats.org/drawingml/2006/main">
              <a:ext uri="{FF2B5EF4-FFF2-40B4-BE49-F238E27FC236}">
                <a16:creationId xmlns:a16="http://schemas.microsoft.com/office/drawing/2014/main" id="{DBFB9653-C611-4C81-B9E4-C3B6B0AC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3155" y="9411970"/>
            <a:ext cx="62103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F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rozen</a:t>
            </a:r>
          </a:p>
        </p:txBody>
      </p:sp>
      <p:sp>
        <p:nvSpPr>
          <p:cNvPr id="2" name="Input title">
            <a:extLst xmlns:a="http://schemas.openxmlformats.org/drawingml/2006/main">
              <a:ext uri="{FF2B5EF4-FFF2-40B4-BE49-F238E27FC236}">
                <a16:creationId xmlns:a16="http://schemas.microsoft.com/office/drawing/2014/main" id="{D5757228-5BA5-409A-B626-4523B7F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" y="64135"/>
            <a:ext cx="1200150" cy="783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:r>
              <a:rPr sz="15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Raw Waveform Input</a:t>
            </a:r>
          </a:p>
        </p:txBody>
      </p:sp>
      <p:sp>
        <p:nvSpPr>
          <p:cNvPr id="6" name="waveform image frame">
            <a:extLst xmlns:a="http://schemas.openxmlformats.org/drawingml/2006/main">
              <a:ext uri="{FF2B5EF4-FFF2-40B4-BE49-F238E27FC236}">
                <a16:creationId xmlns:a16="http://schemas.microsoft.com/office/drawing/2014/main" id="{F187A135-F471-4012-A6AF-FE131C82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" y="989330"/>
            <a:ext cx="1314450" cy="1476375"/>
          </a:xfrm>
          <a:custGeom xmlns:a="http://schemas.openxmlformats.org/drawingml/2006/main">
            <a:gdLst>
              <a:gd name="csX0" fmla="*/ 0 w 1314450"/>
              <a:gd name="csY0" fmla="*/ 95245 h 1476375"/>
              <a:gd name="csX1" fmla="*/ 95245 w 1314450"/>
              <a:gd name="csY1" fmla="*/ 0 h 1476375"/>
              <a:gd name="csX2" fmla="*/ 668465 w 1314450"/>
              <a:gd name="csY2" fmla="*/ 0 h 1476375"/>
              <a:gd name="csX3" fmla="*/ 1219205 w 1314450"/>
              <a:gd name="csY3" fmla="*/ 0 h 1476375"/>
              <a:gd name="csX4" fmla="*/ 1314450 w 1314450"/>
              <a:gd name="csY4" fmla="*/ 95245 h 1476375"/>
              <a:gd name="csX5" fmla="*/ 1314450 w 1314450"/>
              <a:gd name="csY5" fmla="*/ 712470 h 1476375"/>
              <a:gd name="csX6" fmla="*/ 1314450 w 1314450"/>
              <a:gd name="csY6" fmla="*/ 1381130 h 1476375"/>
              <a:gd name="csX7" fmla="*/ 1219205 w 1314450"/>
              <a:gd name="csY7" fmla="*/ 1476375 h 1476375"/>
              <a:gd name="csX8" fmla="*/ 645985 w 1314450"/>
              <a:gd name="csY8" fmla="*/ 1476375 h 1476375"/>
              <a:gd name="csX9" fmla="*/ 95245 w 1314450"/>
              <a:gd name="csY9" fmla="*/ 1476375 h 1476375"/>
              <a:gd name="csX10" fmla="*/ 0 w 1314450"/>
              <a:gd name="csY10" fmla="*/ 1381130 h 1476375"/>
              <a:gd name="csX11" fmla="*/ 0 w 1314450"/>
              <a:gd name="csY11" fmla="*/ 725329 h 1476375"/>
              <a:gd name="csX12" fmla="*/ 0 w 1314450"/>
              <a:gd name="csY12" fmla="*/ 95245 h 1476375"/>
            </a:gdLst>
            <a:rect l="l" t="t" r="r" b="b"/>
            <a:pathLst>
              <a:path w="1314450" h="1476375">
                <a:moveTo>
                  <a:pt x="0" y="95245"/>
                </a:moveTo>
                <a:cubicBezTo>
                  <a:pt x="-3058" y="43145"/>
                  <a:pt x="40733" y="-1318"/>
                  <a:pt x="95245" y="0"/>
                </a:cubicBezTo>
                <a:cubicBezTo>
                  <a:pt x="212142" y="19900"/>
                  <a:pt x="518819" y="-3087"/>
                  <a:pt x="668465" y="0"/>
                </a:cubicBezTo>
                <a:cubicBezTo>
                  <a:pt x="818111" y="3087"/>
                  <a:pt x="1024008" y="11205"/>
                  <a:pt x="1219205" y="0"/>
                </a:cubicBezTo>
                <a:cubicBezTo>
                  <a:pt x="1267762" y="7233"/>
                  <a:pt x="1323596" y="49439"/>
                  <a:pt x="1314450" y="95245"/>
                </a:cubicBezTo>
                <a:cubicBezTo>
                  <a:pt x="1342476" y="403270"/>
                  <a:pt x="1284231" y="462336"/>
                  <a:pt x="1314450" y="712470"/>
                </a:cubicBezTo>
                <a:cubicBezTo>
                  <a:pt x="1344669" y="962605"/>
                  <a:pt x="1338816" y="1122446"/>
                  <a:pt x="1314450" y="1381130"/>
                </a:cubicBezTo>
                <a:cubicBezTo>
                  <a:pt x="1316199" y="1437194"/>
                  <a:pt x="1262667" y="1481195"/>
                  <a:pt x="1219205" y="1476375"/>
                </a:cubicBezTo>
                <a:cubicBezTo>
                  <a:pt x="968480" y="1453494"/>
                  <a:pt x="881870" y="1493178"/>
                  <a:pt x="645985" y="1476375"/>
                </a:cubicBezTo>
                <a:cubicBezTo>
                  <a:pt x="410100" y="1459572"/>
                  <a:pt x="239555" y="1452114"/>
                  <a:pt x="95245" y="1476375"/>
                </a:cubicBezTo>
                <a:cubicBezTo>
                  <a:pt x="38083" y="1485528"/>
                  <a:pt x="-5724" y="1426138"/>
                  <a:pt x="0" y="1381130"/>
                </a:cubicBezTo>
                <a:cubicBezTo>
                  <a:pt x="26020" y="1227904"/>
                  <a:pt x="-26361" y="862478"/>
                  <a:pt x="0" y="725329"/>
                </a:cubicBezTo>
                <a:cubicBezTo>
                  <a:pt x="26361" y="588180"/>
                  <a:pt x="5410" y="376424"/>
                  <a:pt x="0" y="95245"/>
                </a:cubicBezTo>
                <a:close/>
              </a:path>
              <a:path w="1314450" h="1476375">
                <a:moveTo>
                  <a:pt x="0" y="95245"/>
                </a:moveTo>
                <a:cubicBezTo>
                  <a:pt x="-1099" y="41965"/>
                  <a:pt x="41433" y="454"/>
                  <a:pt x="95245" y="0"/>
                </a:cubicBezTo>
                <a:cubicBezTo>
                  <a:pt x="261984" y="-13839"/>
                  <a:pt x="388910" y="-14742"/>
                  <a:pt x="679704" y="0"/>
                </a:cubicBezTo>
                <a:cubicBezTo>
                  <a:pt x="970498" y="14742"/>
                  <a:pt x="1078858" y="-3116"/>
                  <a:pt x="1219205" y="0"/>
                </a:cubicBezTo>
                <a:cubicBezTo>
                  <a:pt x="1265551" y="-3423"/>
                  <a:pt x="1319691" y="45147"/>
                  <a:pt x="1314450" y="95245"/>
                </a:cubicBezTo>
                <a:cubicBezTo>
                  <a:pt x="1300123" y="271300"/>
                  <a:pt x="1322561" y="445064"/>
                  <a:pt x="1314450" y="712470"/>
                </a:cubicBezTo>
                <a:cubicBezTo>
                  <a:pt x="1306339" y="979877"/>
                  <a:pt x="1330754" y="1218156"/>
                  <a:pt x="1314450" y="1381130"/>
                </a:cubicBezTo>
                <a:cubicBezTo>
                  <a:pt x="1314101" y="1430401"/>
                  <a:pt x="1269195" y="1480005"/>
                  <a:pt x="1219205" y="1476375"/>
                </a:cubicBezTo>
                <a:cubicBezTo>
                  <a:pt x="1025268" y="1464596"/>
                  <a:pt x="938239" y="1467613"/>
                  <a:pt x="679704" y="1476375"/>
                </a:cubicBezTo>
                <a:cubicBezTo>
                  <a:pt x="421169" y="1485137"/>
                  <a:pt x="316164" y="1503677"/>
                  <a:pt x="95245" y="1476375"/>
                </a:cubicBezTo>
                <a:cubicBezTo>
                  <a:pt x="46875" y="1482674"/>
                  <a:pt x="765" y="1441654"/>
                  <a:pt x="0" y="1381130"/>
                </a:cubicBezTo>
                <a:cubicBezTo>
                  <a:pt x="11638" y="1126982"/>
                  <a:pt x="15690" y="943851"/>
                  <a:pt x="0" y="776764"/>
                </a:cubicBezTo>
                <a:cubicBezTo>
                  <a:pt x="-15690" y="609677"/>
                  <a:pt x="-18168" y="306193"/>
                  <a:pt x="0" y="9524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2261" name="图片 3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d0bd480ba4d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93065" y="1263015"/>
            <a:ext cx="929005" cy="929005"/>
          </a:xfrm>
          <a:prstGeom xmlns:a="http://schemas.openxmlformats.org/drawingml/2006/main" prst="rect">
            <a:avLst/>
          </a:prstGeom>
        </p:spPr>
      </p:pic>
      <p:sp>
        <p:nvSpPr>
          <p:cNvPr id="397" name="module-1D CNN&#10;encoder">
            <a:extLst xmlns:a="http://schemas.openxmlformats.org/drawingml/2006/main">
              <a:ext uri="{FF2B5EF4-FFF2-40B4-BE49-F238E27FC236}">
                <a16:creationId xmlns:a16="http://schemas.microsoft.com/office/drawing/2014/main" id="{B2398176-F562-41D5-9AD6-CF380808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7855" y="7553960"/>
            <a:ext cx="1057275" cy="12001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98" name="module-title-1D CNN&#10;encoder">
            <a:extLst xmlns:a="http://schemas.openxmlformats.org/drawingml/2006/main">
              <a:ext uri="{FF2B5EF4-FFF2-40B4-BE49-F238E27FC236}">
                <a16:creationId xmlns:a16="http://schemas.microsoft.com/office/drawing/2014/main" id="{9CC32D23-3E62-443B-8E8C-5C9800E3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5005" y="7553960"/>
            <a:ext cx="942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1D CNN</a:t>
            </a:r>
          </a:p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encoder</a:t>
            </a:r>
          </a:p>
        </p:txBody>
      </p:sp>
      <p:sp>
        <p:nvSpPr>
          <p:cNvPr id="402" name="anchor">
            <a:extLst xmlns:a="http://schemas.openxmlformats.org/drawingml/2006/main">
              <a:ext uri="{FF2B5EF4-FFF2-40B4-BE49-F238E27FC236}">
                <a16:creationId xmlns:a16="http://schemas.microsoft.com/office/drawing/2014/main" id="{DB9BBA1B-317D-407C-8BC2-0F6353C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4580" y="82873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3" name="anchor">
            <a:extLst xmlns:a="http://schemas.openxmlformats.org/drawingml/2006/main">
              <a:ext uri="{FF2B5EF4-FFF2-40B4-BE49-F238E27FC236}">
                <a16:creationId xmlns:a16="http://schemas.microsoft.com/office/drawing/2014/main" id="{52CEC264-DDC5-4B15-BEF8-7754E459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7455" y="81730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5" name="anchor">
            <a:extLst xmlns:a="http://schemas.openxmlformats.org/drawingml/2006/main">
              <a:ext uri="{FF2B5EF4-FFF2-40B4-BE49-F238E27FC236}">
                <a16:creationId xmlns:a16="http://schemas.microsoft.com/office/drawing/2014/main" id="{2C490404-5270-4D94-82DD-FF34F503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54605" y="83159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6" name="anchor">
            <a:extLst xmlns:a="http://schemas.openxmlformats.org/drawingml/2006/main">
              <a:ext uri="{FF2B5EF4-FFF2-40B4-BE49-F238E27FC236}">
                <a16:creationId xmlns:a16="http://schemas.microsoft.com/office/drawing/2014/main" id="{C6F26E1F-FD45-4DA2-A444-45B98E74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6530" y="82016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5" name="module-Classifier">
            <a:extLst xmlns:a="http://schemas.openxmlformats.org/drawingml/2006/main">
              <a:ext uri="{FF2B5EF4-FFF2-40B4-BE49-F238E27FC236}">
                <a16:creationId xmlns:a16="http://schemas.microsoft.com/office/drawing/2014/main" id="{A7127483-0CA2-4D2F-90EE-74CEAE6D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5605" y="7553960"/>
            <a:ext cx="1019175" cy="120015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6" name="module-title-Classifier">
            <a:extLst xmlns:a="http://schemas.openxmlformats.org/drawingml/2006/main">
              <a:ext uri="{FF2B5EF4-FFF2-40B4-BE49-F238E27FC236}">
                <a16:creationId xmlns:a16="http://schemas.microsoft.com/office/drawing/2014/main" id="{99BB0BA3-1A42-4CD7-B3F1-5D9BE7F1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2755" y="755396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Classifier</a:t>
            </a:r>
          </a:p>
        </p:txBody>
      </p:sp>
      <p:sp>
        <p:nvSpPr>
          <p:cNvPr id="447" name="bar-0">
            <a:extLst xmlns:a="http://schemas.openxmlformats.org/drawingml/2006/main">
              <a:ext uri="{FF2B5EF4-FFF2-40B4-BE49-F238E27FC236}">
                <a16:creationId xmlns:a16="http://schemas.microsoft.com/office/drawing/2014/main" id="{D45555A0-7495-4A16-A484-DD6F5CC8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73875" y="8317230"/>
            <a:ext cx="85725" cy="19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8" name="bar-1">
            <a:extLst xmlns:a="http://schemas.openxmlformats.org/drawingml/2006/main">
              <a:ext uri="{FF2B5EF4-FFF2-40B4-BE49-F238E27FC236}">
                <a16:creationId xmlns:a16="http://schemas.microsoft.com/office/drawing/2014/main" id="{61B2B488-1AEC-4E13-AF9E-0FE26E7A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3900" y="8168005"/>
            <a:ext cx="85725" cy="342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9" name="bar-2">
            <a:extLst xmlns:a="http://schemas.openxmlformats.org/drawingml/2006/main">
              <a:ext uri="{FF2B5EF4-FFF2-40B4-BE49-F238E27FC236}">
                <a16:creationId xmlns:a16="http://schemas.microsoft.com/office/drawing/2014/main" id="{D54D88AE-529C-4194-BF5F-E2E1AE6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3925" y="7985760"/>
            <a:ext cx="85725" cy="525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0" name="bar-3">
            <a:extLst xmlns:a="http://schemas.openxmlformats.org/drawingml/2006/main">
              <a:ext uri="{FF2B5EF4-FFF2-40B4-BE49-F238E27FC236}">
                <a16:creationId xmlns:a16="http://schemas.microsoft.com/office/drawing/2014/main" id="{93FBB4BB-DC8C-45EF-A8DF-3F8D4AB8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3950" y="8168005"/>
            <a:ext cx="85725" cy="342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1" name="anchor">
            <a:extLst xmlns:a="http://schemas.openxmlformats.org/drawingml/2006/main">
              <a:ext uri="{FF2B5EF4-FFF2-40B4-BE49-F238E27FC236}">
                <a16:creationId xmlns:a16="http://schemas.microsoft.com/office/drawing/2014/main" id="{1C719A9A-3E23-42A0-B548-0BD3E17D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513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275" name="直接箭头连接符 1103"/>
          <p:cNvCxnSpPr>
            <a:stCxn xmlns:a="http://schemas.openxmlformats.org/drawingml/2006/main" id="451" idx="6"/>
            <a:endCxn xmlns:a="http://schemas.openxmlformats.org/drawingml/2006/main" id="452" idx="2"/>
          </p:cNvCxnSpPr>
          <p:nvPr/>
        </p:nvCxnSpPr>
        <p:spPr>
          <a:xfrm xmlns:a="http://schemas.openxmlformats.org/drawingml/2006/main" rot="0" flipH="0" flipV="0">
            <a:off x="2964180" y="810641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2276" name="直接箭头连接符 1106"/>
          <p:cNvCxnSpPr>
            <a:stCxn xmlns:a="http://schemas.openxmlformats.org/drawingml/2006/main" id="454" idx="6"/>
            <a:endCxn xmlns:a="http://schemas.openxmlformats.org/drawingml/2006/main" id="455" idx="2"/>
          </p:cNvCxnSpPr>
          <p:nvPr/>
        </p:nvCxnSpPr>
        <p:spPr>
          <a:xfrm xmlns:a="http://schemas.openxmlformats.org/drawingml/2006/main" rot="0" flipH="0" flipV="0">
            <a:off x="4926330" y="810641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8" name="anchor">
            <a:extLst xmlns:a="http://schemas.openxmlformats.org/drawingml/2006/main">
              <a:ext uri="{FF2B5EF4-FFF2-40B4-BE49-F238E27FC236}">
                <a16:creationId xmlns:a16="http://schemas.microsoft.com/office/drawing/2014/main" id="{F7B41B7A-3490-45D0-8AF8-B5F68F90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608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278" name="直接箭头连接符 1109"/>
          <p:cNvCxnSpPr>
            <a:stCxn xmlns:a="http://schemas.openxmlformats.org/drawingml/2006/main" id="457" idx="6"/>
            <a:endCxn xmlns:a="http://schemas.openxmlformats.org/drawingml/2006/main" id="458" idx="2"/>
          </p:cNvCxnSpPr>
          <p:nvPr/>
        </p:nvCxnSpPr>
        <p:spPr>
          <a:xfrm xmlns:a="http://schemas.openxmlformats.org/drawingml/2006/main" rot="0" flipH="0" flipV="0">
            <a:off x="6536055" y="810641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17" name="anchor">
            <a:extLst xmlns:a="http://schemas.openxmlformats.org/drawingml/2006/main">
              <a:ext uri="{FF2B5EF4-FFF2-40B4-BE49-F238E27FC236}">
                <a16:creationId xmlns:a16="http://schemas.microsoft.com/office/drawing/2014/main" id="{508ADEDF-CFD2-44AB-BBCA-626B9BC1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9255" y="80778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6" name="anchor">
            <a:extLst xmlns:a="http://schemas.openxmlformats.org/drawingml/2006/main">
              <a:ext uri="{FF2B5EF4-FFF2-40B4-BE49-F238E27FC236}">
                <a16:creationId xmlns:a16="http://schemas.microsoft.com/office/drawing/2014/main" id="{EF1DBB19-DEC3-49A4-A243-8C1B2923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5255" y="8087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7" name="anchor">
            <a:extLst xmlns:a="http://schemas.openxmlformats.org/drawingml/2006/main">
              <a:ext uri="{FF2B5EF4-FFF2-40B4-BE49-F238E27FC236}">
                <a16:creationId xmlns:a16="http://schemas.microsoft.com/office/drawing/2014/main" id="{6E009AF1-9D59-43DF-A73F-D29BDE34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7680" y="8087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9" name="anchor">
            <a:extLst xmlns:a="http://schemas.openxmlformats.org/drawingml/2006/main">
              <a:ext uri="{FF2B5EF4-FFF2-40B4-BE49-F238E27FC236}">
                <a16:creationId xmlns:a16="http://schemas.microsoft.com/office/drawing/2014/main" id="{B2626D99-3881-4DCF-A071-52522092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5255" y="85731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283" name="直接箭头连接符 1301"/>
          <p:cNvCxnSpPr>
            <a:stCxn xmlns:a="http://schemas.openxmlformats.org/drawingml/2006/main" id="649" idx="6"/>
            <a:endCxn xmlns:a="http://schemas.openxmlformats.org/drawingml/2006/main" id="650" idx="2"/>
          </p:cNvCxnSpPr>
          <p:nvPr/>
        </p:nvCxnSpPr>
        <p:spPr>
          <a:xfrm xmlns:a="http://schemas.openxmlformats.org/drawingml/2006/main" rot="0" flipH="0" flipV="0">
            <a:off x="7774305" y="858266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41" name="立方体 240">
            <a:extLst xmlns:a="http://schemas.openxmlformats.org/drawingml/2006/main">
              <a:ext uri="{FF2B5EF4-FFF2-40B4-BE49-F238E27FC236}">
                <a16:creationId xmlns:a16="http://schemas.microsoft.com/office/drawing/2014/main" id="{C488A345-E2D8-4C7C-825B-C496A41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0095" y="8178800"/>
            <a:ext cx="381000" cy="506730"/>
          </a:xfrm>
          <a:prstGeom xmlns:a="http://schemas.openxmlformats.org/drawingml/2006/main" prst="cube">
            <a:avLst>
              <a:gd name="adj" fmla="val 60185"/>
            </a:avLst>
          </a:prstGeom>
          <a:solidFill xmlns:a="http://schemas.openxmlformats.org/drawingml/2006/main">
            <a:srgbClr val="A4D197"/>
          </a:solidFill>
          <a:ln xmlns:a="http://schemas.openxmlformats.org/drawingml/2006/main">
            <a:solidFill>
              <a:srgbClr val="55A83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4" name="立方体 243">
            <a:extLst xmlns:a="http://schemas.openxmlformats.org/drawingml/2006/main">
              <a:ext uri="{FF2B5EF4-FFF2-40B4-BE49-F238E27FC236}">
                <a16:creationId xmlns:a16="http://schemas.microsoft.com/office/drawing/2014/main" id="{E198244B-5BE4-4F4F-8CA5-BF53E380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87295" y="8296910"/>
            <a:ext cx="303530" cy="358140"/>
          </a:xfrm>
          <a:prstGeom xmlns:a="http://schemas.openxmlformats.org/drawingml/2006/main" prst="cube">
            <a:avLst>
              <a:gd name="adj" fmla="val 47419"/>
            </a:avLst>
          </a:prstGeom>
          <a:solidFill xmlns:a="http://schemas.openxmlformats.org/drawingml/2006/main">
            <a:srgbClr val="A4D197"/>
          </a:solidFill>
          <a:ln xmlns:a="http://schemas.openxmlformats.org/drawingml/2006/main">
            <a:solidFill>
              <a:srgbClr val="55A83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8" name="module-BPCSCfC">
            <a:extLst xmlns:a="http://schemas.openxmlformats.org/drawingml/2006/main">
              <a:ext uri="{FF2B5EF4-FFF2-40B4-BE49-F238E27FC236}">
                <a16:creationId xmlns:a16="http://schemas.microsoft.com/office/drawing/2014/main" id="{B25203B8-B960-4CC4-BF15-6C459B2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3255" y="7877810"/>
            <a:ext cx="1724025" cy="440055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9" name="module-title-BPCSCfC">
            <a:extLst xmlns:a="http://schemas.openxmlformats.org/drawingml/2006/main">
              <a:ext uri="{FF2B5EF4-FFF2-40B4-BE49-F238E27FC236}">
                <a16:creationId xmlns:a16="http://schemas.microsoft.com/office/drawing/2014/main" id="{47AF299B-7BBB-4500-B759-D1A173FC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4890" y="7983855"/>
            <a:ext cx="9613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BPCSCfC</a:t>
            </a:r>
          </a:p>
        </p:txBody>
      </p:sp>
      <p:sp>
        <p:nvSpPr>
          <p:cNvPr id="419" name="anchor">
            <a:extLst xmlns:a="http://schemas.openxmlformats.org/drawingml/2006/main">
              <a:ext uri="{FF2B5EF4-FFF2-40B4-BE49-F238E27FC236}">
                <a16:creationId xmlns:a16="http://schemas.microsoft.com/office/drawing/2014/main" id="{B97E8FBD-4BD5-4E75-A808-C0A716A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7105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0" name="anchor">
            <a:extLst xmlns:a="http://schemas.openxmlformats.org/drawingml/2006/main">
              <a:ext uri="{FF2B5EF4-FFF2-40B4-BE49-F238E27FC236}">
                <a16:creationId xmlns:a16="http://schemas.microsoft.com/office/drawing/2014/main" id="{6BCD0A2A-6255-4B15-9785-782AE9D6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2" name="anchor">
            <a:extLst xmlns:a="http://schemas.openxmlformats.org/drawingml/2006/main">
              <a:ext uri="{FF2B5EF4-FFF2-40B4-BE49-F238E27FC236}">
                <a16:creationId xmlns:a16="http://schemas.microsoft.com/office/drawing/2014/main" id="{E6C61044-4943-4B68-A8CB-3F6B87C1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3" name="anchor">
            <a:extLst xmlns:a="http://schemas.openxmlformats.org/drawingml/2006/main">
              <a:ext uri="{FF2B5EF4-FFF2-40B4-BE49-F238E27FC236}">
                <a16:creationId xmlns:a16="http://schemas.microsoft.com/office/drawing/2014/main" id="{C9842D25-A3BB-4295-A766-41186A5A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7105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5" name="anchor">
            <a:extLst xmlns:a="http://schemas.openxmlformats.org/drawingml/2006/main">
              <a:ext uri="{FF2B5EF4-FFF2-40B4-BE49-F238E27FC236}">
                <a16:creationId xmlns:a16="http://schemas.microsoft.com/office/drawing/2014/main" id="{929C6CD2-A192-4496-894E-CA9BB6AD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6" name="anchor">
            <a:extLst xmlns:a="http://schemas.openxmlformats.org/drawingml/2006/main">
              <a:ext uri="{FF2B5EF4-FFF2-40B4-BE49-F238E27FC236}">
                <a16:creationId xmlns:a16="http://schemas.microsoft.com/office/drawing/2014/main" id="{A9A7C08B-C732-4614-AED1-5BC85B24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8" name="anchor">
            <a:extLst xmlns:a="http://schemas.openxmlformats.org/drawingml/2006/main">
              <a:ext uri="{FF2B5EF4-FFF2-40B4-BE49-F238E27FC236}">
                <a16:creationId xmlns:a16="http://schemas.microsoft.com/office/drawing/2014/main" id="{DEF702C6-8D91-4D61-BCE4-5ED3CD1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9" name="anchor">
            <a:extLst xmlns:a="http://schemas.openxmlformats.org/drawingml/2006/main">
              <a:ext uri="{FF2B5EF4-FFF2-40B4-BE49-F238E27FC236}">
                <a16:creationId xmlns:a16="http://schemas.microsoft.com/office/drawing/2014/main" id="{339B77AD-A095-4144-8D0F-FD0062AD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1" name="anchor">
            <a:extLst xmlns:a="http://schemas.openxmlformats.org/drawingml/2006/main">
              <a:ext uri="{FF2B5EF4-FFF2-40B4-BE49-F238E27FC236}">
                <a16:creationId xmlns:a16="http://schemas.microsoft.com/office/drawing/2014/main" id="{7E255411-CE10-4C61-8FB1-4482FA90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2" name="anchor">
            <a:extLst xmlns:a="http://schemas.openxmlformats.org/drawingml/2006/main">
              <a:ext uri="{FF2B5EF4-FFF2-40B4-BE49-F238E27FC236}">
                <a16:creationId xmlns:a16="http://schemas.microsoft.com/office/drawing/2014/main" id="{E0BC4281-785F-48CD-838C-F8A0289E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5830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4" name="anchor">
            <a:extLst xmlns:a="http://schemas.openxmlformats.org/drawingml/2006/main">
              <a:ext uri="{FF2B5EF4-FFF2-40B4-BE49-F238E27FC236}">
                <a16:creationId xmlns:a16="http://schemas.microsoft.com/office/drawing/2014/main" id="{D800ACCE-AE8F-4521-877A-E76FC97B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5830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5" name="anchor">
            <a:extLst xmlns:a="http://schemas.openxmlformats.org/drawingml/2006/main">
              <a:ext uri="{FF2B5EF4-FFF2-40B4-BE49-F238E27FC236}">
                <a16:creationId xmlns:a16="http://schemas.microsoft.com/office/drawing/2014/main" id="{E8B7EEE3-3782-407E-AD06-0E40B050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2" name="anchor">
            <a:extLst xmlns:a="http://schemas.openxmlformats.org/drawingml/2006/main">
              <a:ext uri="{FF2B5EF4-FFF2-40B4-BE49-F238E27FC236}">
                <a16:creationId xmlns:a16="http://schemas.microsoft.com/office/drawing/2014/main" id="{9318626A-C485-4365-BE26-6877D4E0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373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4" name="anchor">
            <a:extLst xmlns:a="http://schemas.openxmlformats.org/drawingml/2006/main">
              <a:ext uri="{FF2B5EF4-FFF2-40B4-BE49-F238E27FC236}">
                <a16:creationId xmlns:a16="http://schemas.microsoft.com/office/drawing/2014/main" id="{DA2F54F5-CA2D-46E0-9425-A84C7050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728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8" name="module-DRASP">
            <a:extLst xmlns:a="http://schemas.openxmlformats.org/drawingml/2006/main">
              <a:ext uri="{FF2B5EF4-FFF2-40B4-BE49-F238E27FC236}">
                <a16:creationId xmlns:a16="http://schemas.microsoft.com/office/drawing/2014/main" id="{C017024E-854B-4730-A942-4FF6423E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5405" y="7867650"/>
            <a:ext cx="1381125" cy="46736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9" name="module-title-DRASP">
            <a:extLst xmlns:a="http://schemas.openxmlformats.org/drawingml/2006/main">
              <a:ext uri="{FF2B5EF4-FFF2-40B4-BE49-F238E27FC236}">
                <a16:creationId xmlns:a16="http://schemas.microsoft.com/office/drawing/2014/main" id="{5F826819-3A36-448A-8338-88A5A74B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93030" y="798385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DRASP</a:t>
            </a:r>
          </a:p>
        </p:txBody>
      </p:sp>
      <p:sp>
        <p:nvSpPr>
          <p:cNvPr id="455" name="anchor">
            <a:extLst xmlns:a="http://schemas.openxmlformats.org/drawingml/2006/main">
              <a:ext uri="{FF2B5EF4-FFF2-40B4-BE49-F238E27FC236}">
                <a16:creationId xmlns:a16="http://schemas.microsoft.com/office/drawing/2014/main" id="{F8177D67-1C79-46F9-92A8-66E69A72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6355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7" name="anchor">
            <a:extLst xmlns:a="http://schemas.openxmlformats.org/drawingml/2006/main">
              <a:ext uri="{FF2B5EF4-FFF2-40B4-BE49-F238E27FC236}">
                <a16:creationId xmlns:a16="http://schemas.microsoft.com/office/drawing/2014/main" id="{C5507482-D90D-4847-8D2D-A18F1E15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17005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2306" name="图片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bea08233a4c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3490" y="8422640"/>
            <a:ext cx="474345" cy="474345"/>
          </a:xfrm>
          <a:prstGeom xmlns:a="http://schemas.openxmlformats.org/drawingml/2006/main" prst="rect">
            <a:avLst/>
          </a:prstGeom>
        </p:spPr>
      </p:pic>
      <p:pic>
        <p:nvPicPr>
          <p:cNvPr id="2307" name="图片 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5b87924d44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1480" y="9350721"/>
            <a:ext cx="299085" cy="298800"/>
          </a:xfrm>
          <a:prstGeom xmlns:a="http://schemas.openxmlformats.org/drawingml/2006/main" prst="rect">
            <a:avLst/>
          </a:prstGeom>
        </p:spPr>
      </p:pic>
      <p:sp>
        <p:nvSpPr>
          <p:cNvPr id="85" name="leg1">
            <a:extLst xmlns:a="http://schemas.openxmlformats.org/drawingml/2006/main">
              <a:ext uri="{FF2B5EF4-FFF2-40B4-BE49-F238E27FC236}">
                <a16:creationId xmlns:a16="http://schemas.microsoft.com/office/drawing/2014/main" id="{245505A0-6463-43B4-9B93-67090BF9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140" y="9367850"/>
            <a:ext cx="850265" cy="20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0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  <a:r>
              <a:rPr sz="975" b="0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rainable</a:t>
            </a:r>
          </a:p>
        </p:txBody>
      </p:sp>
      <p:sp>
        <p:nvSpPr>
          <p:cNvPr id="25" name="xlab">
            <a:extLst xmlns:a="http://schemas.openxmlformats.org/drawingml/2006/main">
              <a:ext uri="{FF2B5EF4-FFF2-40B4-BE49-F238E27FC236}">
                <a16:creationId xmlns:a16="http://schemas.microsoft.com/office/drawing/2014/main" id="{45CCCE7D-DA5B-42B9-A1B8-47ECC364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cxnSp>
        <p:nvCxnSpPr>
          <p:cNvPr id="2310" name="直接箭头连接符 20"/>
          <p:cNvCxnSpPr/>
          <p:nvPr/>
        </p:nvCxnSpPr>
        <p:spPr>
          <a:xfrm xmlns:a="http://schemas.openxmlformats.org/drawingml/2006/main">
            <a:off x="1514475" y="1360805"/>
            <a:ext cx="52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311" name="连接符: 肘形 46"/>
          <p:cNvCxnSpPr/>
          <p:nvPr/>
        </p:nvCxnSpPr>
        <p:spPr>
          <a:xfrm xmlns:a="http://schemas.openxmlformats.org/drawingml/2006/main" rot="5400000" flipV="1">
            <a:off x="7512368" y="1937703"/>
            <a:ext cx="259080" cy="0"/>
          </a:xfrm>
          <a:prstGeom xmlns:a="http://schemas.openxmlformats.org/drawingml/2006/main" prst="bentConnector3">
            <a:avLst>
              <a:gd name="adj1" fmla="val 50245"/>
            </a:avLst>
          </a:prstGeom>
          <a:ln xmlns:a="http://schemas.openxmlformats.org/drawingml/2006/main"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0" name="直接连接符 59">
            <a:extLst xmlns:a="http://schemas.openxmlformats.org/drawingml/2006/main">
              <a:ext uri="{FF2B5EF4-FFF2-40B4-BE49-F238E27FC236}">
                <a16:creationId xmlns:a16="http://schemas.microsoft.com/office/drawing/2014/main" id="{47475A07-B698-4FC0-ADEB-FDCB8485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372" y="1181100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25400"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BC548313-8543-482C-AAB8-9265CA72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585" y="2061210"/>
            <a:ext cx="1478280" cy="2705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75000"/>
            </a:schemeClr>
          </a:solidFill>
          <a:ln xmlns:a="http://schemas.openxmlformats.org/drawingml/2006/main">
            <a:solidFill>
              <a:schemeClr val="accent5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Broadcast</a:t>
            </a:r>
          </a:p>
        </p:txBody>
      </p:sp>
      <p:sp>
        <p:nvSpPr>
          <p:cNvPr id="81" name="leg2">
            <a:extLst xmlns:a="http://schemas.openxmlformats.org/drawingml/2006/main">
              <a:ext uri="{FF2B5EF4-FFF2-40B4-BE49-F238E27FC236}">
                <a16:creationId xmlns:a16="http://schemas.microsoft.com/office/drawing/2014/main" id="{DEF3EA6D-F60D-49A3-BD16-96A9BF6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330" y="9439910"/>
            <a:ext cx="16770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MemKD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Smooth L1 Loss</a:t>
            </a:r>
          </a:p>
        </p:txBody>
      </p:sp>
      <p:cxnSp>
        <p:nvCxnSpPr>
          <p:cNvPr id="2315" name="直接箭头连接符 81"/>
          <p:cNvCxnSpPr/>
          <p:nvPr/>
        </p:nvCxnSpPr>
        <p:spPr>
          <a:xfrm xmlns:a="http://schemas.openxmlformats.org/drawingml/2006/main" rot="0" flipH="0" flipV="0">
            <a:off x="4427855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FF6A00"/>
            </a:solidFill>
            <a:prstDash val="dash"/>
            <a:headEnd type="triangle"/>
            <a:tailEnd type="triangle" w="med" len="med"/>
          </a:ln>
        </p:spPr>
      </p:cxnSp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E5E3D332-1DA3-4A84-B9C9-8A09B52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64397" y="7255510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25400"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tr-top">
            <a:extLst xmlns:a="http://schemas.openxmlformats.org/drawingml/2006/main">
              <a:ext uri="{FF2B5EF4-FFF2-40B4-BE49-F238E27FC236}">
                <a16:creationId xmlns:a16="http://schemas.microsoft.com/office/drawing/2014/main" id="{67AEEED8-46AB-4494-B099-9D39495A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580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5" name="tr-top">
            <a:extLst xmlns:a="http://schemas.openxmlformats.org/drawingml/2006/main">
              <a:ext uri="{FF2B5EF4-FFF2-40B4-BE49-F238E27FC236}">
                <a16:creationId xmlns:a16="http://schemas.microsoft.com/office/drawing/2014/main" id="{B82A5587-208B-42FF-B930-D5D9B8D4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6" name="tr-top">
            <a:extLst xmlns:a="http://schemas.openxmlformats.org/drawingml/2006/main">
              <a:ext uri="{FF2B5EF4-FFF2-40B4-BE49-F238E27FC236}">
                <a16:creationId xmlns:a16="http://schemas.microsoft.com/office/drawing/2014/main" id="{ED04CA81-0011-4EEA-97CC-C83FFBE8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320" name="肘形连接符 136"/>
          <p:cNvCxnSpPr/>
          <p:nvPr/>
        </p:nvCxnSpPr>
        <p:spPr>
          <a:xfrm xmlns:a="http://schemas.openxmlformats.org/drawingml/2006/main" flipV="1">
            <a:off x="6632575" y="7402830"/>
            <a:ext cx="1720215" cy="589280"/>
          </a:xfrm>
          <a:prstGeom xmlns:a="http://schemas.openxmlformats.org/drawingml/2006/main" prst="bentConnector3">
            <a:avLst>
              <a:gd name="adj1" fmla="val -332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321" name="直接连接符 142"/>
          <p:cNvCxnSpPr>
            <a:stCxn xmlns:a="http://schemas.openxmlformats.org/drawingml/2006/main" id="6" idx="8"/>
          </p:cNvCxnSpPr>
          <p:nvPr/>
        </p:nvCxnSpPr>
        <p:spPr>
          <a:xfrm xmlns:a="http://schemas.openxmlformats.org/drawingml/2006/main" flipH="1">
            <a:off x="844550" y="2465705"/>
            <a:ext cx="1270" cy="579691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322" name="直接箭头连接符 143"/>
          <p:cNvCxnSpPr/>
          <p:nvPr/>
        </p:nvCxnSpPr>
        <p:spPr>
          <a:xfrm xmlns:a="http://schemas.openxmlformats.org/drawingml/2006/main" flipV="1">
            <a:off x="838200" y="8245475"/>
            <a:ext cx="60198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4" name="xlab">
            <a:extLst xmlns:a="http://schemas.openxmlformats.org/drawingml/2006/main">
              <a:ext uri="{FF2B5EF4-FFF2-40B4-BE49-F238E27FC236}">
                <a16:creationId xmlns:a16="http://schemas.microsoft.com/office/drawing/2014/main" id="{39FC95DA-8CB8-4D90-A4FF-16F0A7DB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101" name="xlab">
            <a:extLst xmlns:a="http://schemas.openxmlformats.org/drawingml/2006/main">
              <a:ext uri="{FF2B5EF4-FFF2-40B4-BE49-F238E27FC236}">
                <a16:creationId xmlns:a16="http://schemas.microsoft.com/office/drawing/2014/main" id="{C48CAF75-27D8-45F9-8F90-385BE710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102" name="xlab">
            <a:extLst xmlns:a="http://schemas.openxmlformats.org/drawingml/2006/main">
              <a:ext uri="{FF2B5EF4-FFF2-40B4-BE49-F238E27FC236}">
                <a16:creationId xmlns:a16="http://schemas.microsoft.com/office/drawing/2014/main" id="{DF1C2DB7-955F-4FD8-8DCF-93C4BEE0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280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141" name="xlab">
            <a:extLst xmlns:a="http://schemas.openxmlformats.org/drawingml/2006/main">
              <a:ext uri="{FF2B5EF4-FFF2-40B4-BE49-F238E27FC236}">
                <a16:creationId xmlns:a16="http://schemas.microsoft.com/office/drawing/2014/main" id="{092D38EC-2922-4128-B681-159A11C9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0" y="7706360"/>
            <a:ext cx="405130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T-1</a:t>
            </a:r>
          </a:p>
        </p:txBody>
      </p:sp>
      <p:sp>
        <p:nvSpPr>
          <p:cNvPr id="36" name="class-Cargo ship">
            <a:extLst xmlns:a="http://schemas.openxmlformats.org/drawingml/2006/main">
              <a:ext uri="{FF2B5EF4-FFF2-40B4-BE49-F238E27FC236}">
                <a16:creationId xmlns:a16="http://schemas.microsoft.com/office/drawing/2014/main" id="{C6F2720B-24C5-431D-8B45-788A1AAE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93480" y="810895"/>
            <a:ext cx="1205865" cy="28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111111"/>
                </a:solidFill>
              </a:defRPr>
            </a:pPr>
            <a:r>
              <a:rPr sz="105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Predicted Class</a:t>
            </a:r>
          </a:p>
        </p:txBody>
      </p:sp>
      <p:pic>
        <p:nvPicPr>
          <p:cNvPr id="2328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bbd09e5f7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135745" y="237490"/>
            <a:ext cx="521970" cy="521970"/>
          </a:xfrm>
          <a:prstGeom xmlns:a="http://schemas.openxmlformats.org/drawingml/2006/main" prst="rect">
            <a:avLst/>
          </a:prstGeom>
        </p:spPr>
      </p:pic>
      <p:sp>
        <p:nvSpPr>
          <p:cNvPr id="620" name="anchor">
            <a:extLst xmlns:a="http://schemas.openxmlformats.org/drawingml/2006/main">
              <a:ext uri="{FF2B5EF4-FFF2-40B4-BE49-F238E27FC236}">
                <a16:creationId xmlns:a16="http://schemas.microsoft.com/office/drawing/2014/main" id="{A50A5225-5742-4F5B-88BE-040835E9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24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4" name="anchor">
            <a:extLst xmlns:a="http://schemas.openxmlformats.org/drawingml/2006/main">
              <a:ext uri="{FF2B5EF4-FFF2-40B4-BE49-F238E27FC236}">
                <a16:creationId xmlns:a16="http://schemas.microsoft.com/office/drawing/2014/main" id="{C772A75E-52C8-4F11-9472-0368E149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805" y="314198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1" name="MemKD panel">
            <a:extLst xmlns:a="http://schemas.openxmlformats.org/drawingml/2006/main">
              <a:ext uri="{FF2B5EF4-FFF2-40B4-BE49-F238E27FC236}">
                <a16:creationId xmlns:a16="http://schemas.microsoft.com/office/drawing/2014/main" id="{11A691B4-7705-44A4-A456-FE713A2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6530" y="2969260"/>
            <a:ext cx="5560060" cy="2627630"/>
          </a:xfrm>
          <a:custGeom xmlns:a="http://schemas.openxmlformats.org/drawingml/2006/main">
            <a:gdLst>
              <a:gd name="csX0" fmla="*/ 0 w 4647565"/>
              <a:gd name="csY0" fmla="*/ 142580 h 3625215"/>
              <a:gd name="csX1" fmla="*/ 142580 w 4647565"/>
              <a:gd name="csY1" fmla="*/ 0 h 3625215"/>
              <a:gd name="csX2" fmla="*/ 765781 w 4647565"/>
              <a:gd name="csY2" fmla="*/ 0 h 3625215"/>
              <a:gd name="csX3" fmla="*/ 1301733 w 4647565"/>
              <a:gd name="csY3" fmla="*/ 0 h 3625215"/>
              <a:gd name="csX4" fmla="*/ 1794062 w 4647565"/>
              <a:gd name="csY4" fmla="*/ 0 h 3625215"/>
              <a:gd name="csX5" fmla="*/ 2330015 w 4647565"/>
              <a:gd name="csY5" fmla="*/ 0 h 3625215"/>
              <a:gd name="csX6" fmla="*/ 2996839 w 4647565"/>
              <a:gd name="csY6" fmla="*/ 0 h 3625215"/>
              <a:gd name="csX7" fmla="*/ 3532792 w 4647565"/>
              <a:gd name="csY7" fmla="*/ 0 h 3625215"/>
              <a:gd name="csX8" fmla="*/ 4504985 w 4647565"/>
              <a:gd name="csY8" fmla="*/ 0 h 3625215"/>
              <a:gd name="csX9" fmla="*/ 4647565 w 4647565"/>
              <a:gd name="csY9" fmla="*/ 142580 h 3625215"/>
              <a:gd name="csX10" fmla="*/ 4647565 w 4647565"/>
              <a:gd name="csY10" fmla="*/ 843992 h 3625215"/>
              <a:gd name="csX11" fmla="*/ 4647565 w 4647565"/>
              <a:gd name="csY11" fmla="*/ 1445201 h 3625215"/>
              <a:gd name="csX12" fmla="*/ 4647565 w 4647565"/>
              <a:gd name="csY12" fmla="*/ 2180014 h 3625215"/>
              <a:gd name="csX13" fmla="*/ 4647565 w 4647565"/>
              <a:gd name="csY13" fmla="*/ 2848025 h 3625215"/>
              <a:gd name="csX14" fmla="*/ 4647565 w 4647565"/>
              <a:gd name="csY14" fmla="*/ 3482635 h 3625215"/>
              <a:gd name="csX15" fmla="*/ 4504985 w 4647565"/>
              <a:gd name="csY15" fmla="*/ 3625215 h 3625215"/>
              <a:gd name="csX16" fmla="*/ 3794536 w 4647565"/>
              <a:gd name="csY16" fmla="*/ 3625215 h 3625215"/>
              <a:gd name="csX17" fmla="*/ 3258584 w 4647565"/>
              <a:gd name="csY17" fmla="*/ 3625215 h 3625215"/>
              <a:gd name="csX18" fmla="*/ 2635383 w 4647565"/>
              <a:gd name="csY18" fmla="*/ 3625215 h 3625215"/>
              <a:gd name="csX19" fmla="*/ 2143054 w 4647565"/>
              <a:gd name="csY19" fmla="*/ 3625215 h 3625215"/>
              <a:gd name="csX20" fmla="*/ 1432605 w 4647565"/>
              <a:gd name="csY20" fmla="*/ 3625215 h 3625215"/>
              <a:gd name="csX21" fmla="*/ 809405 w 4647565"/>
              <a:gd name="csY21" fmla="*/ 3625215 h 3625215"/>
              <a:gd name="csX22" fmla="*/ 142580 w 4647565"/>
              <a:gd name="csY22" fmla="*/ 3625215 h 3625215"/>
              <a:gd name="csX23" fmla="*/ 0 w 4647565"/>
              <a:gd name="csY23" fmla="*/ 3482635 h 3625215"/>
              <a:gd name="csX24" fmla="*/ 0 w 4647565"/>
              <a:gd name="csY24" fmla="*/ 2781223 h 3625215"/>
              <a:gd name="csX25" fmla="*/ 0 w 4647565"/>
              <a:gd name="csY25" fmla="*/ 2079812 h 3625215"/>
              <a:gd name="csX26" fmla="*/ 0 w 4647565"/>
              <a:gd name="csY26" fmla="*/ 1345000 h 3625215"/>
              <a:gd name="csX27" fmla="*/ 0 w 4647565"/>
              <a:gd name="csY27" fmla="*/ 142580 h 3625215"/>
            </a:gdLst>
            <a:rect l="l" t="t" r="r" b="b"/>
            <a:pathLst>
              <a:path w="4647565" h="3625215">
                <a:moveTo>
                  <a:pt x="0" y="142580"/>
                </a:moveTo>
                <a:cubicBezTo>
                  <a:pt x="-5257" y="80223"/>
                  <a:pt x="61287" y="-8024"/>
                  <a:pt x="142580" y="0"/>
                </a:cubicBezTo>
                <a:cubicBezTo>
                  <a:pt x="317576" y="-24160"/>
                  <a:pt x="455241" y="9832"/>
                  <a:pt x="765781" y="0"/>
                </a:cubicBezTo>
                <a:cubicBezTo>
                  <a:pt x="1076321" y="-9832"/>
                  <a:pt x="1056203" y="23477"/>
                  <a:pt x="1301733" y="0"/>
                </a:cubicBezTo>
                <a:cubicBezTo>
                  <a:pt x="1547263" y="-23477"/>
                  <a:pt x="1681055" y="11749"/>
                  <a:pt x="1794062" y="0"/>
                </a:cubicBezTo>
                <a:cubicBezTo>
                  <a:pt x="1907069" y="-11749"/>
                  <a:pt x="2192405" y="-3709"/>
                  <a:pt x="2330015" y="0"/>
                </a:cubicBezTo>
                <a:cubicBezTo>
                  <a:pt x="2467625" y="3709"/>
                  <a:pt x="2744632" y="-10756"/>
                  <a:pt x="2996839" y="0"/>
                </a:cubicBezTo>
                <a:cubicBezTo>
                  <a:pt x="3249046" y="10756"/>
                  <a:pt x="3299716" y="21484"/>
                  <a:pt x="3532792" y="0"/>
                </a:cubicBezTo>
                <a:cubicBezTo>
                  <a:pt x="3765868" y="-21484"/>
                  <a:pt x="4122929" y="-48271"/>
                  <a:pt x="4504985" y="0"/>
                </a:cubicBezTo>
                <a:cubicBezTo>
                  <a:pt x="4592244" y="1688"/>
                  <a:pt x="4638160" y="69908"/>
                  <a:pt x="4647565" y="142580"/>
                </a:cubicBezTo>
                <a:cubicBezTo>
                  <a:pt x="4622689" y="437056"/>
                  <a:pt x="4635386" y="633268"/>
                  <a:pt x="4647565" y="843992"/>
                </a:cubicBezTo>
                <a:cubicBezTo>
                  <a:pt x="4659744" y="1054716"/>
                  <a:pt x="4662974" y="1297996"/>
                  <a:pt x="4647565" y="1445201"/>
                </a:cubicBezTo>
                <a:cubicBezTo>
                  <a:pt x="4632156" y="1592406"/>
                  <a:pt x="4658873" y="1905697"/>
                  <a:pt x="4647565" y="2180014"/>
                </a:cubicBezTo>
                <a:cubicBezTo>
                  <a:pt x="4636257" y="2454331"/>
                  <a:pt x="4616297" y="2693922"/>
                  <a:pt x="4647565" y="2848025"/>
                </a:cubicBezTo>
                <a:cubicBezTo>
                  <a:pt x="4678833" y="3002128"/>
                  <a:pt x="4617446" y="3205598"/>
                  <a:pt x="4647565" y="3482635"/>
                </a:cubicBezTo>
                <a:cubicBezTo>
                  <a:pt x="4645675" y="3559217"/>
                  <a:pt x="4586370" y="3622359"/>
                  <a:pt x="4504985" y="3625215"/>
                </a:cubicBezTo>
                <a:cubicBezTo>
                  <a:pt x="4262132" y="3637215"/>
                  <a:pt x="4012087" y="3639438"/>
                  <a:pt x="3794536" y="3625215"/>
                </a:cubicBezTo>
                <a:cubicBezTo>
                  <a:pt x="3576985" y="3610992"/>
                  <a:pt x="3487447" y="3647010"/>
                  <a:pt x="3258584" y="3625215"/>
                </a:cubicBezTo>
                <a:cubicBezTo>
                  <a:pt x="3029721" y="3603420"/>
                  <a:pt x="2851247" y="3650274"/>
                  <a:pt x="2635383" y="3625215"/>
                </a:cubicBezTo>
                <a:cubicBezTo>
                  <a:pt x="2419519" y="3600156"/>
                  <a:pt x="2357106" y="3609583"/>
                  <a:pt x="2143054" y="3625215"/>
                </a:cubicBezTo>
                <a:cubicBezTo>
                  <a:pt x="1929002" y="3640847"/>
                  <a:pt x="1663387" y="3590237"/>
                  <a:pt x="1432605" y="3625215"/>
                </a:cubicBezTo>
                <a:cubicBezTo>
                  <a:pt x="1201823" y="3660193"/>
                  <a:pt x="998673" y="3655125"/>
                  <a:pt x="809405" y="3625215"/>
                </a:cubicBezTo>
                <a:cubicBezTo>
                  <a:pt x="620137" y="3595305"/>
                  <a:pt x="452101" y="3593742"/>
                  <a:pt x="142580" y="3625215"/>
                </a:cubicBezTo>
                <a:cubicBezTo>
                  <a:pt x="65223" y="3628177"/>
                  <a:pt x="-4351" y="3579176"/>
                  <a:pt x="0" y="3482635"/>
                </a:cubicBezTo>
                <a:cubicBezTo>
                  <a:pt x="-16064" y="3241780"/>
                  <a:pt x="-2964" y="3099007"/>
                  <a:pt x="0" y="2781223"/>
                </a:cubicBezTo>
                <a:cubicBezTo>
                  <a:pt x="2964" y="2463439"/>
                  <a:pt x="20522" y="2302843"/>
                  <a:pt x="0" y="2079812"/>
                </a:cubicBezTo>
                <a:cubicBezTo>
                  <a:pt x="-20522" y="1856781"/>
                  <a:pt x="-26404" y="1508486"/>
                  <a:pt x="0" y="1345000"/>
                </a:cubicBezTo>
                <a:cubicBezTo>
                  <a:pt x="26404" y="1181514"/>
                  <a:pt x="8754" y="393849"/>
                  <a:pt x="0" y="142580"/>
                </a:cubicBezTo>
                <a:close/>
              </a:path>
              <a:path w="4647565" h="3625215">
                <a:moveTo>
                  <a:pt x="0" y="142580"/>
                </a:moveTo>
                <a:cubicBezTo>
                  <a:pt x="-13113" y="55747"/>
                  <a:pt x="55745" y="3036"/>
                  <a:pt x="142580" y="0"/>
                </a:cubicBezTo>
                <a:cubicBezTo>
                  <a:pt x="408546" y="-28904"/>
                  <a:pt x="670720" y="27566"/>
                  <a:pt x="853029" y="0"/>
                </a:cubicBezTo>
                <a:cubicBezTo>
                  <a:pt x="1035338" y="-27566"/>
                  <a:pt x="1217293" y="-16743"/>
                  <a:pt x="1432605" y="0"/>
                </a:cubicBezTo>
                <a:cubicBezTo>
                  <a:pt x="1647917" y="16743"/>
                  <a:pt x="1778459" y="-16940"/>
                  <a:pt x="1968558" y="0"/>
                </a:cubicBezTo>
                <a:cubicBezTo>
                  <a:pt x="2158657" y="16940"/>
                  <a:pt x="2476484" y="-6587"/>
                  <a:pt x="2635383" y="0"/>
                </a:cubicBezTo>
                <a:cubicBezTo>
                  <a:pt x="2794282" y="6587"/>
                  <a:pt x="2962141" y="30"/>
                  <a:pt x="3214960" y="0"/>
                </a:cubicBezTo>
                <a:cubicBezTo>
                  <a:pt x="3467779" y="-30"/>
                  <a:pt x="3584344" y="28552"/>
                  <a:pt x="3925408" y="0"/>
                </a:cubicBezTo>
                <a:cubicBezTo>
                  <a:pt x="4266472" y="-28552"/>
                  <a:pt x="4284370" y="-17307"/>
                  <a:pt x="4504985" y="0"/>
                </a:cubicBezTo>
                <a:cubicBezTo>
                  <a:pt x="4573550" y="16841"/>
                  <a:pt x="4645664" y="61630"/>
                  <a:pt x="4647565" y="142580"/>
                </a:cubicBezTo>
                <a:cubicBezTo>
                  <a:pt x="4618822" y="307277"/>
                  <a:pt x="4655287" y="453566"/>
                  <a:pt x="4647565" y="743790"/>
                </a:cubicBezTo>
                <a:cubicBezTo>
                  <a:pt x="4639844" y="1034014"/>
                  <a:pt x="4636366" y="1221858"/>
                  <a:pt x="4647565" y="1411801"/>
                </a:cubicBezTo>
                <a:cubicBezTo>
                  <a:pt x="4658764" y="1601744"/>
                  <a:pt x="4623292" y="1892812"/>
                  <a:pt x="4647565" y="2046411"/>
                </a:cubicBezTo>
                <a:cubicBezTo>
                  <a:pt x="4671839" y="2200010"/>
                  <a:pt x="4628319" y="2490449"/>
                  <a:pt x="4647565" y="2781223"/>
                </a:cubicBezTo>
                <a:cubicBezTo>
                  <a:pt x="4666811" y="3071997"/>
                  <a:pt x="4615533" y="3205424"/>
                  <a:pt x="4647565" y="3482635"/>
                </a:cubicBezTo>
                <a:cubicBezTo>
                  <a:pt x="4639210" y="3562752"/>
                  <a:pt x="4577625" y="3621003"/>
                  <a:pt x="4504985" y="3625215"/>
                </a:cubicBezTo>
                <a:cubicBezTo>
                  <a:pt x="4261112" y="3649805"/>
                  <a:pt x="4090112" y="3627809"/>
                  <a:pt x="3838160" y="3625215"/>
                </a:cubicBezTo>
                <a:cubicBezTo>
                  <a:pt x="3586208" y="3622621"/>
                  <a:pt x="3359208" y="3600245"/>
                  <a:pt x="3214960" y="3625215"/>
                </a:cubicBezTo>
                <a:cubicBezTo>
                  <a:pt x="3070712" y="3650185"/>
                  <a:pt x="2894418" y="3631674"/>
                  <a:pt x="2722631" y="3625215"/>
                </a:cubicBezTo>
                <a:cubicBezTo>
                  <a:pt x="2550844" y="3618756"/>
                  <a:pt x="2413683" y="3621630"/>
                  <a:pt x="2186678" y="3625215"/>
                </a:cubicBezTo>
                <a:cubicBezTo>
                  <a:pt x="1959673" y="3628800"/>
                  <a:pt x="1829772" y="3659232"/>
                  <a:pt x="1476230" y="3625215"/>
                </a:cubicBezTo>
                <a:cubicBezTo>
                  <a:pt x="1122688" y="3591198"/>
                  <a:pt x="1156995" y="3631413"/>
                  <a:pt x="853029" y="3625215"/>
                </a:cubicBezTo>
                <a:cubicBezTo>
                  <a:pt x="549063" y="3619017"/>
                  <a:pt x="453221" y="3590757"/>
                  <a:pt x="142580" y="3625215"/>
                </a:cubicBezTo>
                <a:cubicBezTo>
                  <a:pt x="63448" y="3614790"/>
                  <a:pt x="15644" y="3564642"/>
                  <a:pt x="0" y="3482635"/>
                </a:cubicBezTo>
                <a:cubicBezTo>
                  <a:pt x="-27644" y="3280499"/>
                  <a:pt x="20976" y="3105757"/>
                  <a:pt x="0" y="2814624"/>
                </a:cubicBezTo>
                <a:cubicBezTo>
                  <a:pt x="-20976" y="2523491"/>
                  <a:pt x="-24689" y="2292220"/>
                  <a:pt x="0" y="2146613"/>
                </a:cubicBezTo>
                <a:cubicBezTo>
                  <a:pt x="24689" y="2001006"/>
                  <a:pt x="5991" y="1790952"/>
                  <a:pt x="0" y="1545403"/>
                </a:cubicBezTo>
                <a:cubicBezTo>
                  <a:pt x="-5991" y="1299854"/>
                  <a:pt x="-35067" y="1150075"/>
                  <a:pt x="0" y="843992"/>
                </a:cubicBezTo>
                <a:cubicBezTo>
                  <a:pt x="35067" y="537909"/>
                  <a:pt x="7690" y="426275"/>
                  <a:pt x="0" y="142580"/>
                </a:cubicBezTo>
                <a:close/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13335">
            <a:solidFill>
              <a:srgbClr val="FF6A0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2" name="MemKD title">
            <a:extLst xmlns:a="http://schemas.openxmlformats.org/drawingml/2006/main">
              <a:ext uri="{FF2B5EF4-FFF2-40B4-BE49-F238E27FC236}">
                <a16:creationId xmlns:a16="http://schemas.microsoft.com/office/drawing/2014/main" id="{EBC3E2C1-8782-4F6A-BBBE-1D2809B8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2690" y="522033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FF6A00"/>
                </a:solidFill>
              </a:defRPr>
            </a:pPr>
            <a:r>
              <a:rPr sz="1800" b="1" i="0" u="none" cap="none">
                <a:ln>
                  <a:noFill/>
                </a:ln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MemKD</a:t>
            </a:r>
          </a:p>
        </p:txBody>
      </p:sp>
      <p:sp>
        <p:nvSpPr>
          <p:cNvPr id="118" name="文本框 117">
            <a:extLst xmlns:a="http://schemas.openxmlformats.org/drawingml/2006/main">
              <a:ext uri="{FF2B5EF4-FFF2-40B4-BE49-F238E27FC236}">
                <a16:creationId xmlns:a16="http://schemas.microsoft.com/office/drawing/2014/main" id="{F5010589-736E-4738-9063-5185FE20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8535" y="4056380"/>
            <a:ext cx="424180" cy="4203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𝒔</m:t>
                      </m:r>
                    </m:sub>
                  </m:sSub>
                </m:oMath>
              </m:oMathPara>
            </a14:m>
          </a:p>
        </p:txBody>
      </p:sp>
      <p:sp>
        <p:nvSpPr>
          <p:cNvPr id="122" name="矩形: 圆角 121">
            <a:extLst xmlns:a="http://schemas.openxmlformats.org/drawingml/2006/main">
              <a:ext uri="{FF2B5EF4-FFF2-40B4-BE49-F238E27FC236}">
                <a16:creationId xmlns:a16="http://schemas.microsoft.com/office/drawing/2014/main" id="{C41A77BA-09F7-4EFA-89EA-D87B08DC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80360" y="3233420"/>
            <a:ext cx="1845945" cy="5124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ℒ</m:t>
                      </m:r>
                    </m:e>
                    <m:sub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</m:sub>
                  </m:sSub>
                  <m:r>
                    <a:rPr xmlns:a="http://schemas.openxmlformats.org/drawingml/2006/main" lang="en-US" sz="1600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𝜆</m:t>
                      </m:r>
                    </m:e>
                    <m:sub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𝑠</m:t>
                      </m:r>
                    </m:sub>
                  </m:sSub>
                  <m:r>
                    <a:rPr xmlns:a="http://schemas.openxmlformats.org/drawingml/2006/main" lang="en-US" sz="1600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 </m:t>
                  </m:r>
                  <m:sSub>
                    <m:e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ℒ</m:t>
                      </m:r>
                    </m:e>
                    <m:sub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</m:sub>
                  </m:sSub>
                  <m:r>
                    <a:rPr xmlns:a="http://schemas.openxmlformats.org/drawingml/2006/main" lang="en-US" sz="1600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sSub>
                    <m:e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𝜆</m:t>
                      </m:r>
                    </m:e>
                    <m:sub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𝑙</m:t>
                      </m:r>
                    </m:sub>
                  </m:sSub>
                  <m:r>
                    <a:rPr xmlns:a="http://schemas.openxmlformats.org/drawingml/2006/main" lang="en-US" sz="1600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 </m:t>
                  </m:r>
                  <m:sSub>
                    <m:e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ℒ</m:t>
                      </m:r>
                    </m:e>
                    <m:sub>
                      <m:r>
                        <a:rPr xmlns:a="http://schemas.openxmlformats.org/drawingml/2006/main" lang="en-US" sz="1600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</m:sub>
                  </m:sSub>
                </m:oMath>
              </m:oMathPara>
            </a14:m>
          </a:p>
        </p:txBody>
      </p:sp>
      <p:cxnSp>
        <p:nvCxnSpPr>
          <p:cNvPr id="2335" name="直接箭头连接符 134"/>
          <p:cNvCxnSpPr/>
          <p:nvPr/>
        </p:nvCxnSpPr>
        <p:spPr>
          <a:xfrm xmlns:a="http://schemas.openxmlformats.org/drawingml/2006/main" rot="16200000" flipH="0" flipV="0">
            <a:off x="2944495" y="4132580"/>
            <a:ext cx="0" cy="179705"/>
          </a:xfrm>
          <a:prstGeom xmlns:a="http://schemas.openxmlformats.org/drawingml/2006/main" prst="straightConnector1">
            <a:avLst/>
          </a:prstGeom>
          <a:ln xmlns:a="http://schemas.openxmlformats.org/drawingml/2006/main" w="10541">
            <a:solidFill>
              <a:srgbClr val="FF6A00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9" name="文本框 138">
            <a:extLst xmlns:a="http://schemas.openxmlformats.org/drawingml/2006/main">
              <a:ext uri="{FF2B5EF4-FFF2-40B4-BE49-F238E27FC236}">
                <a16:creationId xmlns:a16="http://schemas.microsoft.com/office/drawing/2014/main" id="{8AEBD69A-E960-4A2B-B8B6-CD58870F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4290" y="2895600"/>
            <a:ext cx="751205" cy="275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z steps</a:t>
            </a:r>
          </a:p>
        </p:txBody>
      </p:sp>
      <p:pic>
        <p:nvPicPr>
          <p:cNvPr id="2337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bbff11e074f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91945" y="5197475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A6D395DD-B4D4-414A-A7D7-6AE5ED8A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3555" y="5190490"/>
            <a:ext cx="1191260" cy="398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sample z</a:t>
            </a:r>
          </a:p>
          <a:p xmlns:a="http://schemas.openxmlformats.org/drawingml/2006/main">
            <a:pPr algn="l">
              <a:buNone/>
            </a:pPr>
            <a:r>
              <a:rPr sz="800" b="1" i="1">
                <a:ln>
                  <a:noFill/>
                </a:ln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z ~ U(2, floor(T/2))</a:t>
            </a:r>
          </a:p>
        </p:txBody>
      </p:sp>
      <p:sp>
        <p:nvSpPr>
          <p:cNvPr id="318" name="anchor">
            <a:extLst xmlns:a="http://schemas.openxmlformats.org/drawingml/2006/main">
              <a:ext uri="{FF2B5EF4-FFF2-40B4-BE49-F238E27FC236}">
                <a16:creationId xmlns:a16="http://schemas.microsoft.com/office/drawing/2014/main" id="{856A37C2-586D-4434-9CAE-8097025C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175" y="3392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6" name="anchor">
            <a:extLst xmlns:a="http://schemas.openxmlformats.org/drawingml/2006/main">
              <a:ext uri="{FF2B5EF4-FFF2-40B4-BE49-F238E27FC236}">
                <a16:creationId xmlns:a16="http://schemas.microsoft.com/office/drawing/2014/main" id="{613D66B9-1FB3-45B2-804F-9921D99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38614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7" name="anchor">
            <a:extLst xmlns:a="http://schemas.openxmlformats.org/drawingml/2006/main">
              <a:ext uri="{FF2B5EF4-FFF2-40B4-BE49-F238E27FC236}">
                <a16:creationId xmlns:a16="http://schemas.microsoft.com/office/drawing/2014/main" id="{460E6B92-AD1C-4910-853F-285E6B2B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38131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342" name="直接箭头连接符 978"/>
          <p:cNvCxnSpPr>
            <a:stCxn xmlns:a="http://schemas.openxmlformats.org/drawingml/2006/main" id="326" idx="6"/>
            <a:endCxn xmlns:a="http://schemas.openxmlformats.org/drawingml/2006/main" id="327" idx="2"/>
          </p:cNvCxnSpPr>
          <p:nvPr/>
        </p:nvCxnSpPr>
        <p:spPr>
          <a:xfrm xmlns:a="http://schemas.openxmlformats.org/drawingml/2006/main" rot="0" flipH="0" flipV="1">
            <a:off x="4801235" y="3825240"/>
            <a:ext cx="361315" cy="4826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32" name="anchor">
            <a:extLst xmlns:a="http://schemas.openxmlformats.org/drawingml/2006/main">
              <a:ext uri="{FF2B5EF4-FFF2-40B4-BE49-F238E27FC236}">
                <a16:creationId xmlns:a16="http://schemas.microsoft.com/office/drawing/2014/main" id="{138FAD74-F934-4FA1-A5B1-00EA6B60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38131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3" name="anchor">
            <a:extLst xmlns:a="http://schemas.openxmlformats.org/drawingml/2006/main">
              <a:ext uri="{FF2B5EF4-FFF2-40B4-BE49-F238E27FC236}">
                <a16:creationId xmlns:a16="http://schemas.microsoft.com/office/drawing/2014/main" id="{B1924295-5D5B-4868-A7CC-518A6EBB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345" name="直接箭头连接符 984"/>
          <p:cNvCxnSpPr>
            <a:stCxn xmlns:a="http://schemas.openxmlformats.org/drawingml/2006/main" id="332" idx="6"/>
            <a:endCxn xmlns:a="http://schemas.openxmlformats.org/drawingml/2006/main" id="333" idx="2"/>
          </p:cNvCxnSpPr>
          <p:nvPr/>
        </p:nvCxnSpPr>
        <p:spPr>
          <a:xfrm xmlns:a="http://schemas.openxmlformats.org/drawingml/2006/main" rot="0" flipH="0" flipV="1">
            <a:off x="5186680" y="375348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38" name="anchor">
            <a:extLst xmlns:a="http://schemas.openxmlformats.org/drawingml/2006/main">
              <a:ext uri="{FF2B5EF4-FFF2-40B4-BE49-F238E27FC236}">
                <a16:creationId xmlns:a16="http://schemas.microsoft.com/office/drawing/2014/main" id="{05B67FB5-0A84-4A22-8E5D-44964143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9" name="anchor">
            <a:extLst xmlns:a="http://schemas.openxmlformats.org/drawingml/2006/main">
              <a:ext uri="{FF2B5EF4-FFF2-40B4-BE49-F238E27FC236}">
                <a16:creationId xmlns:a16="http://schemas.microsoft.com/office/drawing/2014/main" id="{4688C569-2025-412B-918E-0D1AFFD0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348" name="直接箭头连接符 990"/>
          <p:cNvCxnSpPr>
            <a:stCxn xmlns:a="http://schemas.openxmlformats.org/drawingml/2006/main" id="338" idx="6"/>
            <a:endCxn xmlns:a="http://schemas.openxmlformats.org/drawingml/2006/main" id="339" idx="2"/>
          </p:cNvCxnSpPr>
          <p:nvPr/>
        </p:nvCxnSpPr>
        <p:spPr>
          <a:xfrm xmlns:a="http://schemas.openxmlformats.org/drawingml/2006/main" rot="0" flipH="0" flipV="0">
            <a:off x="5571490" y="3753485"/>
            <a:ext cx="361315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44" name="anchor">
            <a:extLst xmlns:a="http://schemas.openxmlformats.org/drawingml/2006/main">
              <a:ext uri="{FF2B5EF4-FFF2-40B4-BE49-F238E27FC236}">
                <a16:creationId xmlns:a16="http://schemas.microsoft.com/office/drawing/2014/main" id="{C57DE861-2570-43EA-AAE6-14BA9362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5" name="anchor">
            <a:extLst xmlns:a="http://schemas.openxmlformats.org/drawingml/2006/main">
              <a:ext uri="{FF2B5EF4-FFF2-40B4-BE49-F238E27FC236}">
                <a16:creationId xmlns:a16="http://schemas.microsoft.com/office/drawing/2014/main" id="{332BC115-8DA1-4E93-9F88-47DD90CC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36690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0" name="anchor">
            <a:extLst xmlns:a="http://schemas.openxmlformats.org/drawingml/2006/main">
              <a:ext uri="{FF2B5EF4-FFF2-40B4-BE49-F238E27FC236}">
                <a16:creationId xmlns:a16="http://schemas.microsoft.com/office/drawing/2014/main" id="{9D267292-229C-4128-85F8-8C76D243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36690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1" name="anchor">
            <a:extLst xmlns:a="http://schemas.openxmlformats.org/drawingml/2006/main">
              <a:ext uri="{FF2B5EF4-FFF2-40B4-BE49-F238E27FC236}">
                <a16:creationId xmlns:a16="http://schemas.microsoft.com/office/drawing/2014/main" id="{846EA0D2-1AC3-4BEF-A4D9-5CC0BDBF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353" name="直接箭头连接符 1002"/>
          <p:cNvCxnSpPr>
            <a:stCxn xmlns:a="http://schemas.openxmlformats.org/drawingml/2006/main" id="350" idx="6"/>
            <a:endCxn xmlns:a="http://schemas.openxmlformats.org/drawingml/2006/main" id="351" idx="2"/>
          </p:cNvCxnSpPr>
          <p:nvPr/>
        </p:nvCxnSpPr>
        <p:spPr>
          <a:xfrm xmlns:a="http://schemas.openxmlformats.org/drawingml/2006/main" rot="0" flipH="0" flipV="0">
            <a:off x="6366510" y="368109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56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02E2038A-A999-413B-95F5-6100B088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910" y="382524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8" name="anchor">
            <a:extLst xmlns:a="http://schemas.openxmlformats.org/drawingml/2006/main">
              <a:ext uri="{FF2B5EF4-FFF2-40B4-BE49-F238E27FC236}">
                <a16:creationId xmlns:a16="http://schemas.microsoft.com/office/drawing/2014/main" id="{6E7078E6-779E-4B3F-9FB6-93B4A31C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390969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1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3FF1F6D9-C793-48A4-8099-F824F035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6355" y="377761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3" name="anchor">
            <a:extLst xmlns:a="http://schemas.openxmlformats.org/drawingml/2006/main">
              <a:ext uri="{FF2B5EF4-FFF2-40B4-BE49-F238E27FC236}">
                <a16:creationId xmlns:a16="http://schemas.microsoft.com/office/drawing/2014/main" id="{5D8E4E49-71AC-4E47-8003-8E95AE10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38614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6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EE4C3F92-AE67-4C8B-8AA1-FF2FF78B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1165" y="37052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8" name="anchor">
            <a:extLst xmlns:a="http://schemas.openxmlformats.org/drawingml/2006/main">
              <a:ext uri="{FF2B5EF4-FFF2-40B4-BE49-F238E27FC236}">
                <a16:creationId xmlns:a16="http://schemas.microsoft.com/office/drawing/2014/main" id="{59FCEEA6-72B8-48DE-8B2D-79C0BE8A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378904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1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98A2B634-ECC6-4C52-A142-D0A50E77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6610" y="37052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3" name="anchor">
            <a:extLst xmlns:a="http://schemas.openxmlformats.org/drawingml/2006/main">
              <a:ext uri="{FF2B5EF4-FFF2-40B4-BE49-F238E27FC236}">
                <a16:creationId xmlns:a16="http://schemas.microsoft.com/office/drawing/2014/main" id="{F78F4208-3BAB-4903-912F-09FD2C1B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378904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6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A5AB5EDB-9D58-4041-9A75-01942D8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6185" y="36328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8" name="anchor">
            <a:extLst xmlns:a="http://schemas.openxmlformats.org/drawingml/2006/main">
              <a:ext uri="{FF2B5EF4-FFF2-40B4-BE49-F238E27FC236}">
                <a16:creationId xmlns:a16="http://schemas.microsoft.com/office/drawing/2014/main" id="{CAC932D5-282E-49BA-93A0-516CDBE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371729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1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F553A4EF-B061-4461-BD57-B8E037C8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1630" y="37052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3" name="anchor">
            <a:extLst xmlns:a="http://schemas.openxmlformats.org/drawingml/2006/main">
              <a:ext uri="{FF2B5EF4-FFF2-40B4-BE49-F238E27FC236}">
                <a16:creationId xmlns:a16="http://schemas.microsoft.com/office/drawing/2014/main" id="{06F2A0B2-48B9-4EEA-AAD9-2699A8F2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378904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25" name="anchor">
            <a:extLst xmlns:a="http://schemas.openxmlformats.org/drawingml/2006/main">
              <a:ext uri="{FF2B5EF4-FFF2-40B4-BE49-F238E27FC236}">
                <a16:creationId xmlns:a16="http://schemas.microsoft.com/office/drawing/2014/main" id="{0BAD486D-FCA7-4A06-9B03-659F69B5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5775" y="38976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367" name="直接箭头连接符 124"/>
          <p:cNvCxnSpPr>
            <a:stCxn xmlns:a="http://schemas.openxmlformats.org/drawingml/2006/main" id="371" idx="6"/>
            <a:endCxn xmlns:a="http://schemas.openxmlformats.org/drawingml/2006/main" id="376" idx="2"/>
          </p:cNvCxnSpPr>
          <p:nvPr/>
        </p:nvCxnSpPr>
        <p:spPr>
          <a:xfrm xmlns:a="http://schemas.openxmlformats.org/drawingml/2006/main" rot="0" flipH="0" flipV="1">
            <a:off x="5993130" y="3681095"/>
            <a:ext cx="31305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368" name="曲线连接符 128"/>
          <p:cNvCxnSpPr/>
          <p:nvPr/>
        </p:nvCxnSpPr>
        <p:spPr>
          <a:xfrm xmlns:a="http://schemas.openxmlformats.org/drawingml/2006/main" rot="16200000" flipH="0" flipV="0">
            <a:off x="5475605" y="2946400"/>
            <a:ext cx="192405" cy="1565275"/>
          </a:xfrm>
          <a:prstGeom xmlns:a="http://schemas.openxmlformats.org/drawingml/2006/main" prst="curvedConnector3">
            <a:avLst>
              <a:gd name="adj1" fmla="val 256250"/>
            </a:avLst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E5DC246-1A4D-4A3F-BE06-9DF99F83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6680" y="3284220"/>
            <a:ext cx="694055" cy="433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2F73E8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𝒛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38" name="右大括号 137">
            <a:extLst xmlns:a="http://schemas.openxmlformats.org/drawingml/2006/main">
              <a:ext uri="{FF2B5EF4-FFF2-40B4-BE49-F238E27FC236}">
                <a16:creationId xmlns:a16="http://schemas.microsoft.com/office/drawing/2014/main" id="{2319634A-4BC2-4F4D-A164-88E4C54B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491480" y="2456815"/>
            <a:ext cx="147955" cy="1576705"/>
          </a:xfrm>
          <a:prstGeom xmlns:a="http://schemas.openxmlformats.org/drawingml/2006/main" prst="rightBrace">
            <a:avLst/>
          </a:prstGeom>
          <a:ln xmlns:a="http://schemas.openxmlformats.org/drawingml/2006/main">
            <a:solidFill>
              <a:srgbClr val="FF6A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371" name="直接箭头连接符 139"/>
          <p:cNvCxnSpPr/>
          <p:nvPr/>
        </p:nvCxnSpPr>
        <p:spPr>
          <a:xfrm xmlns:a="http://schemas.openxmlformats.org/drawingml/2006/main" rot="0" flipH="0" flipV="0">
            <a:off x="5561330" y="383984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35" name="anchor">
            <a:extLst xmlns:a="http://schemas.openxmlformats.org/drawingml/2006/main">
              <a:ext uri="{FF2B5EF4-FFF2-40B4-BE49-F238E27FC236}">
                <a16:creationId xmlns:a16="http://schemas.microsoft.com/office/drawing/2014/main" id="{DBCA2E96-C677-4067-8D04-F514CA02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165" y="527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4" name="anchor">
            <a:extLst xmlns:a="http://schemas.openxmlformats.org/drawingml/2006/main">
              <a:ext uri="{FF2B5EF4-FFF2-40B4-BE49-F238E27FC236}">
                <a16:creationId xmlns:a16="http://schemas.microsoft.com/office/drawing/2014/main" id="{BF24ED2B-CF5E-4A69-9ADA-F913601D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7615" y="41910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22" name="anchor">
            <a:extLst xmlns:a="http://schemas.openxmlformats.org/drawingml/2006/main">
              <a:ext uri="{FF2B5EF4-FFF2-40B4-BE49-F238E27FC236}">
                <a16:creationId xmlns:a16="http://schemas.microsoft.com/office/drawing/2014/main" id="{00E4957F-E8DA-4188-843A-C4C613A5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3640" y="58102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9" name="anchor">
            <a:extLst xmlns:a="http://schemas.openxmlformats.org/drawingml/2006/main">
              <a:ext uri="{FF2B5EF4-FFF2-40B4-BE49-F238E27FC236}">
                <a16:creationId xmlns:a16="http://schemas.microsoft.com/office/drawing/2014/main" id="{063E1E72-257C-4B0F-BED2-BDEDB94A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0" y="340296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0" name="anchor">
            <a:extLst xmlns:a="http://schemas.openxmlformats.org/drawingml/2006/main">
              <a:ext uri="{FF2B5EF4-FFF2-40B4-BE49-F238E27FC236}">
                <a16:creationId xmlns:a16="http://schemas.microsoft.com/office/drawing/2014/main" id="{EDE1508D-6789-4231-9190-426408EE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0" y="49079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2" name="anchor">
            <a:extLst xmlns:a="http://schemas.openxmlformats.org/drawingml/2006/main">
              <a:ext uri="{FF2B5EF4-FFF2-40B4-BE49-F238E27FC236}">
                <a16:creationId xmlns:a16="http://schemas.microsoft.com/office/drawing/2014/main" id="{505099DF-678F-4072-BCE9-DA31CF49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0" y="49079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3" name="anchor">
            <a:extLst xmlns:a="http://schemas.openxmlformats.org/drawingml/2006/main">
              <a:ext uri="{FF2B5EF4-FFF2-40B4-BE49-F238E27FC236}">
                <a16:creationId xmlns:a16="http://schemas.microsoft.com/office/drawing/2014/main" id="{A2B9B4A7-DE28-4C66-AAB4-626AF00B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30880" y="49079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0" name="anchor">
            <a:extLst xmlns:a="http://schemas.openxmlformats.org/drawingml/2006/main">
              <a:ext uri="{FF2B5EF4-FFF2-40B4-BE49-F238E27FC236}">
                <a16:creationId xmlns:a16="http://schemas.microsoft.com/office/drawing/2014/main" id="{E080EC6B-7A9D-40E1-94FF-AF51AFC7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345" y="46793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1" name="anchor">
            <a:extLst xmlns:a="http://schemas.openxmlformats.org/drawingml/2006/main">
              <a:ext uri="{FF2B5EF4-FFF2-40B4-BE49-F238E27FC236}">
                <a16:creationId xmlns:a16="http://schemas.microsoft.com/office/drawing/2014/main" id="{0BBE3E6A-0737-4746-836E-AE015358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43662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6" name="anchor">
            <a:extLst xmlns:a="http://schemas.openxmlformats.org/drawingml/2006/main">
              <a:ext uri="{FF2B5EF4-FFF2-40B4-BE49-F238E27FC236}">
                <a16:creationId xmlns:a16="http://schemas.microsoft.com/office/drawing/2014/main" id="{A51D6A3A-D8DE-4638-93C4-B1444738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43662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7" name="anchor">
            <a:extLst xmlns:a="http://schemas.openxmlformats.org/drawingml/2006/main">
              <a:ext uri="{FF2B5EF4-FFF2-40B4-BE49-F238E27FC236}">
                <a16:creationId xmlns:a16="http://schemas.microsoft.com/office/drawing/2014/main" id="{5FA8207D-8E44-46C1-BDBB-D526C097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43421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2" name="anchor">
            <a:extLst xmlns:a="http://schemas.openxmlformats.org/drawingml/2006/main">
              <a:ext uri="{FF2B5EF4-FFF2-40B4-BE49-F238E27FC236}">
                <a16:creationId xmlns:a16="http://schemas.microsoft.com/office/drawing/2014/main" id="{20E10BA7-5B85-4F7F-8FEA-84F64E8C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43421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3" name="anchor">
            <a:extLst xmlns:a="http://schemas.openxmlformats.org/drawingml/2006/main">
              <a:ext uri="{FF2B5EF4-FFF2-40B4-BE49-F238E27FC236}">
                <a16:creationId xmlns:a16="http://schemas.microsoft.com/office/drawing/2014/main" id="{3955CB60-0EEF-4E0B-B9BC-C566B0E4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4535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8" name="anchor">
            <a:extLst xmlns:a="http://schemas.openxmlformats.org/drawingml/2006/main">
              <a:ext uri="{FF2B5EF4-FFF2-40B4-BE49-F238E27FC236}">
                <a16:creationId xmlns:a16="http://schemas.microsoft.com/office/drawing/2014/main" id="{1FFD1BBB-8895-419A-831F-0B0E64A5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4535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9" name="anchor">
            <a:extLst xmlns:a="http://schemas.openxmlformats.org/drawingml/2006/main">
              <a:ext uri="{FF2B5EF4-FFF2-40B4-BE49-F238E27FC236}">
                <a16:creationId xmlns:a16="http://schemas.microsoft.com/office/drawing/2014/main" id="{B3A17C02-9659-45D0-8624-3264FC87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458279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4" name="anchor">
            <a:extLst xmlns:a="http://schemas.openxmlformats.org/drawingml/2006/main">
              <a:ext uri="{FF2B5EF4-FFF2-40B4-BE49-F238E27FC236}">
                <a16:creationId xmlns:a16="http://schemas.microsoft.com/office/drawing/2014/main" id="{05DB7446-1889-4A28-8082-2159F54D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458279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5" name="anchor">
            <a:extLst xmlns:a="http://schemas.openxmlformats.org/drawingml/2006/main">
              <a:ext uri="{FF2B5EF4-FFF2-40B4-BE49-F238E27FC236}">
                <a16:creationId xmlns:a16="http://schemas.microsoft.com/office/drawing/2014/main" id="{0710913D-75E2-4E7A-800D-32A73F0C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45948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8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0FD96F16-8E65-408C-A600-632D24B2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150" y="464312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0" name="anchor">
            <a:extLst xmlns:a="http://schemas.openxmlformats.org/drawingml/2006/main">
              <a:ext uri="{FF2B5EF4-FFF2-40B4-BE49-F238E27FC236}">
                <a16:creationId xmlns:a16="http://schemas.microsoft.com/office/drawing/2014/main" id="{6666ECB3-EAB6-4CC9-8290-E273277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3540" y="463105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3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17EC3BEB-DE50-40F5-B41F-026B04BA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595" y="433006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5" name="anchor">
            <a:extLst xmlns:a="http://schemas.openxmlformats.org/drawingml/2006/main">
              <a:ext uri="{FF2B5EF4-FFF2-40B4-BE49-F238E27FC236}">
                <a16:creationId xmlns:a16="http://schemas.microsoft.com/office/drawing/2014/main" id="{1D92B89D-CB1D-4D50-8DEB-2473BFD4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43180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8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CCA61D1F-1259-4710-A273-3A4B219C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2040" y="43059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0" name="anchor">
            <a:extLst xmlns:a="http://schemas.openxmlformats.org/drawingml/2006/main">
              <a:ext uri="{FF2B5EF4-FFF2-40B4-BE49-F238E27FC236}">
                <a16:creationId xmlns:a16="http://schemas.microsoft.com/office/drawing/2014/main" id="{7BDB2627-67FC-4D89-9F4A-A573631F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42938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3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EDF0A9E8-EE22-4CDA-A5F5-FD674A3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6850" y="449897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5" name="anchor">
            <a:extLst xmlns:a="http://schemas.openxmlformats.org/drawingml/2006/main">
              <a:ext uri="{FF2B5EF4-FFF2-40B4-BE49-F238E27FC236}">
                <a16:creationId xmlns:a16="http://schemas.microsoft.com/office/drawing/2014/main" id="{6A526180-EB54-4A22-B590-A3652469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448691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8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21372B89-3A6B-425A-9971-80F594ED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6425" y="454660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0" name="anchor">
            <a:extLst xmlns:a="http://schemas.openxmlformats.org/drawingml/2006/main">
              <a:ext uri="{FF2B5EF4-FFF2-40B4-BE49-F238E27FC236}">
                <a16:creationId xmlns:a16="http://schemas.microsoft.com/office/drawing/2014/main" id="{785A53B9-280B-4EE8-B4C4-D93C5DAF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4535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3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F65BD875-94A6-4C40-A794-32BB2831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1235" y="455866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5" name="anchor">
            <a:extLst xmlns:a="http://schemas.openxmlformats.org/drawingml/2006/main">
              <a:ext uri="{FF2B5EF4-FFF2-40B4-BE49-F238E27FC236}">
                <a16:creationId xmlns:a16="http://schemas.microsoft.com/office/drawing/2014/main" id="{B2883E52-503D-4DD8-87A6-A5387B2C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4546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15" name="xlab">
            <a:extLst xmlns:a="http://schemas.openxmlformats.org/drawingml/2006/main">
              <a:ext uri="{FF2B5EF4-FFF2-40B4-BE49-F238E27FC236}">
                <a16:creationId xmlns:a16="http://schemas.microsoft.com/office/drawing/2014/main" id="{5B892F27-0570-4360-9DC8-7F468F4B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1700" y="5135880"/>
            <a:ext cx="30099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312" name="xlab">
            <a:extLst xmlns:a="http://schemas.openxmlformats.org/drawingml/2006/main">
              <a:ext uri="{FF2B5EF4-FFF2-40B4-BE49-F238E27FC236}">
                <a16:creationId xmlns:a16="http://schemas.microsoft.com/office/drawing/2014/main" id="{A7DAD82E-0A40-447D-8CD2-EEEFD78E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9445" y="4982845"/>
            <a:ext cx="300990" cy="200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313" name="xlab">
            <a:extLst xmlns:a="http://schemas.openxmlformats.org/drawingml/2006/main">
              <a:ext uri="{FF2B5EF4-FFF2-40B4-BE49-F238E27FC236}">
                <a16:creationId xmlns:a16="http://schemas.microsoft.com/office/drawing/2014/main" id="{759B6F35-631F-4992-B2E6-EEE33676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3925" y="5046345"/>
            <a:ext cx="50800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t+1</a:t>
            </a:r>
          </a:p>
        </p:txBody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35CB1F14-5401-42E5-9553-ADFC5E66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06168" y="5223510"/>
            <a:ext cx="22466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58FD0FAF-EADF-4A11-888B-84C3B9AF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2376" y="5223510"/>
            <a:ext cx="22466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D623B384-4423-403A-8871-5C644A5A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7722" y="5223510"/>
            <a:ext cx="22466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7" name="anchor">
            <a:extLst xmlns:a="http://schemas.openxmlformats.org/drawingml/2006/main">
              <a:ext uri="{FF2B5EF4-FFF2-40B4-BE49-F238E27FC236}">
                <a16:creationId xmlns:a16="http://schemas.microsoft.com/office/drawing/2014/main" id="{4AAAA56C-36A4-45E3-AFC4-B670CEC1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345" y="37769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8" name="anchor">
            <a:extLst xmlns:a="http://schemas.openxmlformats.org/drawingml/2006/main">
              <a:ext uri="{FF2B5EF4-FFF2-40B4-BE49-F238E27FC236}">
                <a16:creationId xmlns:a16="http://schemas.microsoft.com/office/drawing/2014/main" id="{0B9528AA-24C5-4E17-AD8C-989B8D51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33680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3" name="anchor">
            <a:extLst xmlns:a="http://schemas.openxmlformats.org/drawingml/2006/main">
              <a:ext uri="{FF2B5EF4-FFF2-40B4-BE49-F238E27FC236}">
                <a16:creationId xmlns:a16="http://schemas.microsoft.com/office/drawing/2014/main" id="{FC57942E-718E-4DCA-A2D9-FF2CFB9F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33680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4" name="anchor">
            <a:extLst xmlns:a="http://schemas.openxmlformats.org/drawingml/2006/main">
              <a:ext uri="{FF2B5EF4-FFF2-40B4-BE49-F238E27FC236}">
                <a16:creationId xmlns:a16="http://schemas.microsoft.com/office/drawing/2014/main" id="{D78C59D3-A366-4752-93E2-8493BF6B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35845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9" name="anchor">
            <a:extLst xmlns:a="http://schemas.openxmlformats.org/drawingml/2006/main">
              <a:ext uri="{FF2B5EF4-FFF2-40B4-BE49-F238E27FC236}">
                <a16:creationId xmlns:a16="http://schemas.microsoft.com/office/drawing/2014/main" id="{B92BA9E2-3291-49C7-B74A-CC72695D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35845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0" name="anchor">
            <a:extLst xmlns:a="http://schemas.openxmlformats.org/drawingml/2006/main">
              <a:ext uri="{FF2B5EF4-FFF2-40B4-BE49-F238E27FC236}">
                <a16:creationId xmlns:a16="http://schemas.microsoft.com/office/drawing/2014/main" id="{71DD3E16-83CE-49CF-8D7D-F20BB2EB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380111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5" name="anchor">
            <a:extLst xmlns:a="http://schemas.openxmlformats.org/drawingml/2006/main">
              <a:ext uri="{FF2B5EF4-FFF2-40B4-BE49-F238E27FC236}">
                <a16:creationId xmlns:a16="http://schemas.microsoft.com/office/drawing/2014/main" id="{E79EA6D1-C509-40A5-93BD-8F6567A8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380111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6" name="anchor">
            <a:extLst xmlns:a="http://schemas.openxmlformats.org/drawingml/2006/main">
              <a:ext uri="{FF2B5EF4-FFF2-40B4-BE49-F238E27FC236}">
                <a16:creationId xmlns:a16="http://schemas.microsoft.com/office/drawing/2014/main" id="{D8930AF3-A5C9-4FD9-86B7-7107A8E7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39217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1" name="anchor">
            <a:extLst xmlns:a="http://schemas.openxmlformats.org/drawingml/2006/main">
              <a:ext uri="{FF2B5EF4-FFF2-40B4-BE49-F238E27FC236}">
                <a16:creationId xmlns:a16="http://schemas.microsoft.com/office/drawing/2014/main" id="{AB74E6EB-A26D-4224-BE8E-68FE1A31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39217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2" name="anchor">
            <a:extLst xmlns:a="http://schemas.openxmlformats.org/drawingml/2006/main">
              <a:ext uri="{FF2B5EF4-FFF2-40B4-BE49-F238E27FC236}">
                <a16:creationId xmlns:a16="http://schemas.microsoft.com/office/drawing/2014/main" id="{39286662-8607-4596-9FA2-D4282D09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39700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7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823B15E0-BA44-4DFC-AD65-F422E89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150" y="374142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9" name="anchor">
            <a:extLst xmlns:a="http://schemas.openxmlformats.org/drawingml/2006/main">
              <a:ext uri="{FF2B5EF4-FFF2-40B4-BE49-F238E27FC236}">
                <a16:creationId xmlns:a16="http://schemas.microsoft.com/office/drawing/2014/main" id="{75C44E70-B596-4112-9788-4262A4DF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345" y="38252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2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9FF40014-3D90-490E-9050-A0143579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595" y="333184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4" name="anchor">
            <a:extLst xmlns:a="http://schemas.openxmlformats.org/drawingml/2006/main">
              <a:ext uri="{FF2B5EF4-FFF2-40B4-BE49-F238E27FC236}">
                <a16:creationId xmlns:a16="http://schemas.microsoft.com/office/drawing/2014/main" id="{8161B35E-4391-4035-B1F6-797B7F5E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34163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7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3235DFFB-9429-448B-8217-2980D83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2040" y="354838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9" name="anchor">
            <a:extLst xmlns:a="http://schemas.openxmlformats.org/drawingml/2006/main">
              <a:ext uri="{FF2B5EF4-FFF2-40B4-BE49-F238E27FC236}">
                <a16:creationId xmlns:a16="http://schemas.microsoft.com/office/drawing/2014/main" id="{2ECA18DD-325A-4DF2-9B64-1E375B1B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36328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423" name="直接箭头连接符 941"/>
          <p:cNvCxnSpPr/>
          <p:nvPr/>
        </p:nvCxnSpPr>
        <p:spPr>
          <a:xfrm xmlns:a="http://schemas.openxmlformats.org/drawingml/2006/main" rot="0" flipH="0" flipV="0">
            <a:off x="2125345" y="3564890"/>
            <a:ext cx="0" cy="6826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92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38678FC3-9243-475B-B496-A2135E7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6850" y="376491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4" name="anchor">
            <a:extLst xmlns:a="http://schemas.openxmlformats.org/drawingml/2006/main">
              <a:ext uri="{FF2B5EF4-FFF2-40B4-BE49-F238E27FC236}">
                <a16:creationId xmlns:a16="http://schemas.microsoft.com/office/drawing/2014/main" id="{1D693293-D9C0-4167-A634-EE5B21EB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38493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7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61C72491-4EB2-4E95-8552-CFCBDA0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6425" y="388556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9" name="anchor">
            <a:extLst xmlns:a="http://schemas.openxmlformats.org/drawingml/2006/main">
              <a:ext uri="{FF2B5EF4-FFF2-40B4-BE49-F238E27FC236}">
                <a16:creationId xmlns:a16="http://schemas.microsoft.com/office/drawing/2014/main" id="{0D437EF7-18F5-4604-80BD-A9B6EFFF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39700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2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CB0EC474-B419-48A9-AE9D-070881F3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1235" y="39338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4" name="anchor">
            <a:extLst xmlns:a="http://schemas.openxmlformats.org/drawingml/2006/main">
              <a:ext uri="{FF2B5EF4-FFF2-40B4-BE49-F238E27FC236}">
                <a16:creationId xmlns:a16="http://schemas.microsoft.com/office/drawing/2014/main" id="{B099404F-E824-49C9-8114-E2CFD6F1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40182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430" name="直接箭头连接符 4"/>
          <p:cNvCxnSpPr>
            <a:stCxn xmlns:a="http://schemas.openxmlformats.org/drawingml/2006/main" id="277" idx="7"/>
            <a:endCxn xmlns:a="http://schemas.openxmlformats.org/drawingml/2006/main" id="282" idx="2"/>
          </p:cNvCxnSpPr>
          <p:nvPr/>
        </p:nvCxnSpPr>
        <p:spPr>
          <a:xfrm xmlns:a="http://schemas.openxmlformats.org/drawingml/2006/main" rot="0" flipH="0" flipV="1">
            <a:off x="1663065" y="3380105"/>
            <a:ext cx="303530" cy="37528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31" name="直接箭头连接符 16"/>
          <p:cNvCxnSpPr>
            <a:stCxn xmlns:a="http://schemas.openxmlformats.org/drawingml/2006/main" id="282" idx="6"/>
            <a:endCxn xmlns:a="http://schemas.openxmlformats.org/drawingml/2006/main" id="287" idx="1"/>
          </p:cNvCxnSpPr>
          <p:nvPr/>
        </p:nvCxnSpPr>
        <p:spPr>
          <a:xfrm xmlns:a="http://schemas.openxmlformats.org/drawingml/2006/main" rot="0" flipH="0" flipV="0">
            <a:off x="2063115" y="3380105"/>
            <a:ext cx="303530" cy="18288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32" name="直接箭头连接符 19"/>
          <p:cNvCxnSpPr>
            <a:stCxn xmlns:a="http://schemas.openxmlformats.org/drawingml/2006/main" id="287" idx="6"/>
            <a:endCxn xmlns:a="http://schemas.openxmlformats.org/drawingml/2006/main" id="292" idx="1"/>
          </p:cNvCxnSpPr>
          <p:nvPr/>
        </p:nvCxnSpPr>
        <p:spPr>
          <a:xfrm xmlns:a="http://schemas.openxmlformats.org/drawingml/2006/main" rot="0" flipH="0" flipV="0">
            <a:off x="2447925" y="3596640"/>
            <a:ext cx="303530" cy="18288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33" name="直接箭头连接符 26"/>
          <p:cNvCxnSpPr>
            <a:stCxn xmlns:a="http://schemas.openxmlformats.org/drawingml/2006/main" id="292" idx="6"/>
            <a:endCxn xmlns:a="http://schemas.openxmlformats.org/drawingml/2006/main" id="297" idx="2"/>
          </p:cNvCxnSpPr>
          <p:nvPr/>
        </p:nvCxnSpPr>
        <p:spPr>
          <a:xfrm xmlns:a="http://schemas.openxmlformats.org/drawingml/2006/main" rot="0" flipH="0" flipV="0">
            <a:off x="2833370" y="3813175"/>
            <a:ext cx="313055" cy="12065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34" name="直接箭头连接符 38"/>
          <p:cNvCxnSpPr>
            <a:stCxn xmlns:a="http://schemas.openxmlformats.org/drawingml/2006/main" id="297" idx="6"/>
            <a:endCxn xmlns:a="http://schemas.openxmlformats.org/drawingml/2006/main" id="302" idx="2"/>
          </p:cNvCxnSpPr>
          <p:nvPr/>
        </p:nvCxnSpPr>
        <p:spPr>
          <a:xfrm xmlns:a="http://schemas.openxmlformats.org/drawingml/2006/main" rot="0" flipH="0" flipV="0">
            <a:off x="3242310" y="3933825"/>
            <a:ext cx="288925" cy="4826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1" name="右大括号 60">
            <a:extLst xmlns:a="http://schemas.openxmlformats.org/drawingml/2006/main">
              <a:ext uri="{FF2B5EF4-FFF2-40B4-BE49-F238E27FC236}">
                <a16:creationId xmlns:a16="http://schemas.microsoft.com/office/drawing/2014/main" id="{55919847-E1DC-493B-917B-55EB22FD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180000" flipH="0" flipV="0">
            <a:off x="2225040" y="3143250"/>
            <a:ext cx="96520" cy="425450"/>
          </a:xfrm>
          <a:prstGeom xmlns:a="http://schemas.openxmlformats.org/drawingml/2006/main" prst="rightBrace">
            <a:avLst/>
          </a:prstGeom>
          <a:ln xmlns:a="http://schemas.openxmlformats.org/drawingml/2006/main">
            <a:solidFill>
              <a:srgbClr val="498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1C7A0EE3-57B4-426C-949B-96F328D0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595" y="2969895"/>
            <a:ext cx="708025" cy="433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2F73E8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cxnSp>
        <p:nvCxnSpPr>
          <p:cNvPr id="2437" name="直接箭头连接符 105"/>
          <p:cNvCxnSpPr>
            <a:stCxn xmlns:a="http://schemas.openxmlformats.org/drawingml/2006/main" id="278" idx="7"/>
            <a:endCxn xmlns:a="http://schemas.openxmlformats.org/drawingml/2006/main" id="283" idx="3"/>
          </p:cNvCxnSpPr>
          <p:nvPr/>
        </p:nvCxnSpPr>
        <p:spPr>
          <a:xfrm xmlns:a="http://schemas.openxmlformats.org/drawingml/2006/main" rot="0" flipH="0" flipV="1">
            <a:off x="1663065" y="4411980"/>
            <a:ext cx="31750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38" name="直接箭头连接符 108"/>
          <p:cNvCxnSpPr>
            <a:stCxn xmlns:a="http://schemas.openxmlformats.org/drawingml/2006/main" id="283" idx="6"/>
            <a:endCxn xmlns:a="http://schemas.openxmlformats.org/drawingml/2006/main" id="288" idx="2"/>
          </p:cNvCxnSpPr>
          <p:nvPr/>
        </p:nvCxnSpPr>
        <p:spPr>
          <a:xfrm xmlns:a="http://schemas.openxmlformats.org/drawingml/2006/main" rot="0" flipH="0" flipV="1">
            <a:off x="2063115" y="4354195"/>
            <a:ext cx="288925" cy="2413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39" name="直接箭头连接符 109"/>
          <p:cNvCxnSpPr>
            <a:stCxn xmlns:a="http://schemas.openxmlformats.org/drawingml/2006/main" id="288" idx="6"/>
            <a:endCxn xmlns:a="http://schemas.openxmlformats.org/drawingml/2006/main" id="293" idx="2"/>
          </p:cNvCxnSpPr>
          <p:nvPr/>
        </p:nvCxnSpPr>
        <p:spPr>
          <a:xfrm xmlns:a="http://schemas.openxmlformats.org/drawingml/2006/main" rot="0" flipH="0" flipV="0">
            <a:off x="2447925" y="4354195"/>
            <a:ext cx="288925" cy="19240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40" name="直接箭头连接符 111"/>
          <p:cNvCxnSpPr>
            <a:stCxn xmlns:a="http://schemas.openxmlformats.org/drawingml/2006/main" id="293" idx="6"/>
            <a:endCxn xmlns:a="http://schemas.openxmlformats.org/drawingml/2006/main" id="298" idx="2"/>
          </p:cNvCxnSpPr>
          <p:nvPr/>
        </p:nvCxnSpPr>
        <p:spPr>
          <a:xfrm xmlns:a="http://schemas.openxmlformats.org/drawingml/2006/main" rot="0" flipH="0" flipV="0">
            <a:off x="2833370" y="4546600"/>
            <a:ext cx="313055" cy="4826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41" name="直接箭头连接符 115"/>
          <p:cNvCxnSpPr>
            <a:stCxn xmlns:a="http://schemas.openxmlformats.org/drawingml/2006/main" id="298" idx="6"/>
            <a:endCxn xmlns:a="http://schemas.openxmlformats.org/drawingml/2006/main" id="303" idx="2"/>
          </p:cNvCxnSpPr>
          <p:nvPr/>
        </p:nvCxnSpPr>
        <p:spPr>
          <a:xfrm xmlns:a="http://schemas.openxmlformats.org/drawingml/2006/main" rot="0" flipH="0" flipV="0">
            <a:off x="3242310" y="4594860"/>
            <a:ext cx="288925" cy="1206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0" name="左大括号 119">
            <a:extLst xmlns:a="http://schemas.openxmlformats.org/drawingml/2006/main">
              <a:ext uri="{FF2B5EF4-FFF2-40B4-BE49-F238E27FC236}">
                <a16:creationId xmlns:a16="http://schemas.microsoft.com/office/drawing/2014/main" id="{71B054DE-E9F1-4FD5-93C4-2238FCD7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00000" flipH="0" flipV="0">
            <a:off x="2162175" y="4323080"/>
            <a:ext cx="114935" cy="375285"/>
          </a:xfrm>
          <a:prstGeom xmlns:a="http://schemas.openxmlformats.org/drawingml/2006/main" prst="leftBrace">
            <a:avLst/>
          </a:prstGeom>
          <a:ln xmlns:a="http://schemas.openxmlformats.org/drawingml/2006/main">
            <a:solidFill>
              <a:srgbClr val="18832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3" name="文本框 122">
            <a:extLst xmlns:a="http://schemas.openxmlformats.org/drawingml/2006/main">
              <a:ext uri="{FF2B5EF4-FFF2-40B4-BE49-F238E27FC236}">
                <a16:creationId xmlns:a16="http://schemas.microsoft.com/office/drawing/2014/main" id="{A8711CCF-3528-431E-B09B-1993428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8020" y="4498975"/>
            <a:ext cx="70802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188326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245" name="任意形状 244">
            <a:extLst xmlns:a="http://schemas.openxmlformats.org/drawingml/2006/main">
              <a:ext uri="{FF2B5EF4-FFF2-40B4-BE49-F238E27FC236}">
                <a16:creationId xmlns:a16="http://schemas.microsoft.com/office/drawing/2014/main" id="{5A243D32-887A-41CC-B3A1-CB3981BA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550" y="4903470"/>
            <a:ext cx="1875790" cy="253365"/>
          </a:xfrm>
          <a:custGeom xmlns:a="http://schemas.openxmlformats.org/drawingml/2006/main">
            <a:gdLst>
              <a:gd name="connsiteX0" fmla="*/ 0 w 2954"/>
              <a:gd name="connsiteY0" fmla="*/ 392 h 399"/>
              <a:gd name="connsiteX1" fmla="*/ 960 w 2954"/>
              <a:gd name="connsiteY1" fmla="*/ 5 h 399"/>
              <a:gd name="connsiteX2" fmla="*/ 2014 w 2954"/>
              <a:gd name="connsiteY2" fmla="*/ 344 h 399"/>
              <a:gd name="connsiteX3" fmla="*/ 2954 w 2954"/>
              <a:gd name="connsiteY3" fmla="*/ 392 h 399"/>
            </a:gdLst>
            <a:rect l="l" t="t" r="r" b="b"/>
            <a:pathLst>
              <a:path w="2954" h="399">
                <a:moveTo>
                  <a:pt x="0" y="392"/>
                </a:moveTo>
                <a:cubicBezTo>
                  <a:pt x="369" y="276"/>
                  <a:pt x="604" y="-43"/>
                  <a:pt x="960" y="5"/>
                </a:cubicBezTo>
                <a:cubicBezTo>
                  <a:pt x="1316" y="53"/>
                  <a:pt x="1667" y="272"/>
                  <a:pt x="2014" y="344"/>
                </a:cubicBezTo>
                <a:cubicBezTo>
                  <a:pt x="2362" y="417"/>
                  <a:pt x="2772" y="400"/>
                  <a:pt x="2954" y="3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A00"/>
            </a:solidFill>
            <a:prstDash val="dash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445" name="直接箭头连接符 114"/>
          <p:cNvCxnSpPr/>
          <p:nvPr/>
        </p:nvCxnSpPr>
        <p:spPr>
          <a:xfrm xmlns:a="http://schemas.openxmlformats.org/drawingml/2006/main" rot="5400000" flipH="1" flipV="0">
            <a:off x="5388610" y="4162425"/>
            <a:ext cx="1270" cy="179705"/>
          </a:xfrm>
          <a:prstGeom xmlns:a="http://schemas.openxmlformats.org/drawingml/2006/main" prst="straightConnector1">
            <a:avLst/>
          </a:prstGeom>
          <a:ln xmlns:a="http://schemas.openxmlformats.org/drawingml/2006/main" w="10541">
            <a:solidFill>
              <a:srgbClr val="FF6A00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19" name="anchor">
            <a:extLst xmlns:a="http://schemas.openxmlformats.org/drawingml/2006/main">
              <a:ext uri="{FF2B5EF4-FFF2-40B4-BE49-F238E27FC236}">
                <a16:creationId xmlns:a16="http://schemas.microsoft.com/office/drawing/2014/main" id="{E9B91791-0741-45AF-8FAB-57B61128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175" y="5054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1" name="anchor">
            <a:extLst xmlns:a="http://schemas.openxmlformats.org/drawingml/2006/main">
              <a:ext uri="{FF2B5EF4-FFF2-40B4-BE49-F238E27FC236}">
                <a16:creationId xmlns:a16="http://schemas.microsoft.com/office/drawing/2014/main" id="{52E62A49-64AB-44F5-BD22-2BAEFE27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175" y="5054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2" name="anchor">
            <a:extLst xmlns:a="http://schemas.openxmlformats.org/drawingml/2006/main">
              <a:ext uri="{FF2B5EF4-FFF2-40B4-BE49-F238E27FC236}">
                <a16:creationId xmlns:a16="http://schemas.microsoft.com/office/drawing/2014/main" id="{78BCC362-329D-4132-985D-D3200B3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3985" y="5054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9" name="anchor">
            <a:extLst xmlns:a="http://schemas.openxmlformats.org/drawingml/2006/main">
              <a:ext uri="{FF2B5EF4-FFF2-40B4-BE49-F238E27FC236}">
                <a16:creationId xmlns:a16="http://schemas.microsoft.com/office/drawing/2014/main" id="{A6750701-6102-4CF1-85ED-55BF097E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454850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0" name="anchor">
            <a:extLst xmlns:a="http://schemas.openxmlformats.org/drawingml/2006/main">
              <a:ext uri="{FF2B5EF4-FFF2-40B4-BE49-F238E27FC236}">
                <a16:creationId xmlns:a16="http://schemas.microsoft.com/office/drawing/2014/main" id="{3966E7AD-AF76-4F17-900D-723E1F9B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46088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451" name="直接箭头连接符 981"/>
          <p:cNvCxnSpPr>
            <a:stCxn xmlns:a="http://schemas.openxmlformats.org/drawingml/2006/main" id="329" idx="6"/>
            <a:endCxn xmlns:a="http://schemas.openxmlformats.org/drawingml/2006/main" id="330" idx="2"/>
          </p:cNvCxnSpPr>
          <p:nvPr/>
        </p:nvCxnSpPr>
        <p:spPr>
          <a:xfrm xmlns:a="http://schemas.openxmlformats.org/drawingml/2006/main" rot="0" flipH="0" flipV="0">
            <a:off x="4801235" y="4560570"/>
            <a:ext cx="361315" cy="6032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35" name="anchor">
            <a:extLst xmlns:a="http://schemas.openxmlformats.org/drawingml/2006/main">
              <a:ext uri="{FF2B5EF4-FFF2-40B4-BE49-F238E27FC236}">
                <a16:creationId xmlns:a16="http://schemas.microsoft.com/office/drawing/2014/main" id="{0B340154-47B3-4E52-B723-9E1062E3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46088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6" name="anchor">
            <a:extLst xmlns:a="http://schemas.openxmlformats.org/drawingml/2006/main">
              <a:ext uri="{FF2B5EF4-FFF2-40B4-BE49-F238E27FC236}">
                <a16:creationId xmlns:a16="http://schemas.microsoft.com/office/drawing/2014/main" id="{91D982CB-AF86-4780-9B6C-55FC61FF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45726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454" name="直接箭头连接符 987"/>
          <p:cNvCxnSpPr>
            <a:stCxn xmlns:a="http://schemas.openxmlformats.org/drawingml/2006/main" id="335" idx="6"/>
            <a:endCxn xmlns:a="http://schemas.openxmlformats.org/drawingml/2006/main" id="336" idx="2"/>
          </p:cNvCxnSpPr>
          <p:nvPr/>
        </p:nvCxnSpPr>
        <p:spPr>
          <a:xfrm xmlns:a="http://schemas.openxmlformats.org/drawingml/2006/main" rot="0" flipH="0" flipV="1">
            <a:off x="5186680" y="4584700"/>
            <a:ext cx="361315" cy="3619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41" name="anchor">
            <a:extLst xmlns:a="http://schemas.openxmlformats.org/drawingml/2006/main">
              <a:ext uri="{FF2B5EF4-FFF2-40B4-BE49-F238E27FC236}">
                <a16:creationId xmlns:a16="http://schemas.microsoft.com/office/drawing/2014/main" id="{3FAFE410-3FAF-458A-B81A-8FEFF6ED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45726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2" name="anchor">
            <a:extLst xmlns:a="http://schemas.openxmlformats.org/drawingml/2006/main">
              <a:ext uri="{FF2B5EF4-FFF2-40B4-BE49-F238E27FC236}">
                <a16:creationId xmlns:a16="http://schemas.microsoft.com/office/drawing/2014/main" id="{AC2E763A-8270-4A05-AD66-D8C32DD8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45008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457" name="直接箭头连接符 993"/>
          <p:cNvCxnSpPr>
            <a:stCxn xmlns:a="http://schemas.openxmlformats.org/drawingml/2006/main" id="341" idx="6"/>
            <a:endCxn xmlns:a="http://schemas.openxmlformats.org/drawingml/2006/main" id="342" idx="2"/>
          </p:cNvCxnSpPr>
          <p:nvPr/>
        </p:nvCxnSpPr>
        <p:spPr>
          <a:xfrm xmlns:a="http://schemas.openxmlformats.org/drawingml/2006/main" rot="0" flipH="0" flipV="1">
            <a:off x="5571490" y="451294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47" name="anchor">
            <a:extLst xmlns:a="http://schemas.openxmlformats.org/drawingml/2006/main">
              <a:ext uri="{FF2B5EF4-FFF2-40B4-BE49-F238E27FC236}">
                <a16:creationId xmlns:a16="http://schemas.microsoft.com/office/drawing/2014/main" id="{6632E880-E0AC-4F41-9C6C-42E8B8CB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45008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8" name="anchor">
            <a:extLst xmlns:a="http://schemas.openxmlformats.org/drawingml/2006/main">
              <a:ext uri="{FF2B5EF4-FFF2-40B4-BE49-F238E27FC236}">
                <a16:creationId xmlns:a16="http://schemas.microsoft.com/office/drawing/2014/main" id="{8A2A1FD4-3003-48E0-98DC-B175FC46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43802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3" name="anchor">
            <a:extLst xmlns:a="http://schemas.openxmlformats.org/drawingml/2006/main">
              <a:ext uri="{FF2B5EF4-FFF2-40B4-BE49-F238E27FC236}">
                <a16:creationId xmlns:a16="http://schemas.microsoft.com/office/drawing/2014/main" id="{AFFAF793-B95D-4790-89C8-A77AB94D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43802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4" name="anchor">
            <a:extLst xmlns:a="http://schemas.openxmlformats.org/drawingml/2006/main">
              <a:ext uri="{FF2B5EF4-FFF2-40B4-BE49-F238E27FC236}">
                <a16:creationId xmlns:a16="http://schemas.microsoft.com/office/drawing/2014/main" id="{36B7CB5F-E41A-4CBE-AB98-2D73A079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43078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2462" name="直接箭头连接符 1005"/>
          <p:cNvCxnSpPr>
            <a:stCxn xmlns:a="http://schemas.openxmlformats.org/drawingml/2006/main" id="353" idx="6"/>
            <a:endCxn xmlns:a="http://schemas.openxmlformats.org/drawingml/2006/main" id="354" idx="2"/>
          </p:cNvCxnSpPr>
          <p:nvPr/>
        </p:nvCxnSpPr>
        <p:spPr>
          <a:xfrm xmlns:a="http://schemas.openxmlformats.org/drawingml/2006/main" rot="0" flipH="0" flipV="1">
            <a:off x="6366510" y="431990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57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BC87B825-1E86-4BDE-8171-DB5324D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910" y="451294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9" name="anchor">
            <a:extLst xmlns:a="http://schemas.openxmlformats.org/drawingml/2006/main">
              <a:ext uri="{FF2B5EF4-FFF2-40B4-BE49-F238E27FC236}">
                <a16:creationId xmlns:a16="http://schemas.microsoft.com/office/drawing/2014/main" id="{81ED7CAB-2E7E-4A76-BD9C-24E6C522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45008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2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D6C7D533-084F-449E-8175-5587573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6355" y="45726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4" name="anchor">
            <a:extLst xmlns:a="http://schemas.openxmlformats.org/drawingml/2006/main">
              <a:ext uri="{FF2B5EF4-FFF2-40B4-BE49-F238E27FC236}">
                <a16:creationId xmlns:a16="http://schemas.microsoft.com/office/drawing/2014/main" id="{03A86CEA-36C3-4373-8616-2D4E2245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45605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7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E65BD274-93CF-482A-8397-31A66752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1165" y="453644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9" name="anchor">
            <a:extLst xmlns:a="http://schemas.openxmlformats.org/drawingml/2006/main">
              <a:ext uri="{FF2B5EF4-FFF2-40B4-BE49-F238E27FC236}">
                <a16:creationId xmlns:a16="http://schemas.microsoft.com/office/drawing/2014/main" id="{CADF4C40-F5A5-45F2-AF28-B8EA51E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45243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2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1520E987-CF46-4C1B-AB43-96DFAD86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6610" y="446468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4" name="anchor">
            <a:extLst xmlns:a="http://schemas.openxmlformats.org/drawingml/2006/main">
              <a:ext uri="{FF2B5EF4-FFF2-40B4-BE49-F238E27FC236}">
                <a16:creationId xmlns:a16="http://schemas.microsoft.com/office/drawing/2014/main" id="{84B6D3B9-0BF0-4616-A943-67BF0FE6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44526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7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186363CE-E8C1-4AE5-BAB5-1263245C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6185" y="43440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9" name="anchor">
            <a:extLst xmlns:a="http://schemas.openxmlformats.org/drawingml/2006/main">
              <a:ext uri="{FF2B5EF4-FFF2-40B4-BE49-F238E27FC236}">
                <a16:creationId xmlns:a16="http://schemas.microsoft.com/office/drawing/2014/main" id="{727C82C2-BD56-4B66-8B3A-20469D27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43319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2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DB96F0FD-22F5-4449-8CED-43647886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1630" y="427164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4" name="anchor">
            <a:extLst xmlns:a="http://schemas.openxmlformats.org/drawingml/2006/main">
              <a:ext uri="{FF2B5EF4-FFF2-40B4-BE49-F238E27FC236}">
                <a16:creationId xmlns:a16="http://schemas.microsoft.com/office/drawing/2014/main" id="{A82D2740-B8D1-4364-BD7F-21F66A98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42595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" name="xlab">
            <a:extLst xmlns:a="http://schemas.openxmlformats.org/drawingml/2006/main">
              <a:ext uri="{FF2B5EF4-FFF2-40B4-BE49-F238E27FC236}">
                <a16:creationId xmlns:a16="http://schemas.microsoft.com/office/drawing/2014/main" id="{C905B853-854D-46FC-A46F-41A24E32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2365" y="5187315"/>
            <a:ext cx="484505" cy="200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t+1</a:t>
            </a:r>
          </a:p>
        </p:txBody>
      </p:sp>
      <p:sp>
        <p:nvSpPr>
          <p:cNvPr id="28" name="xlab">
            <a:extLst xmlns:a="http://schemas.openxmlformats.org/drawingml/2006/main">
              <a:ext uri="{FF2B5EF4-FFF2-40B4-BE49-F238E27FC236}">
                <a16:creationId xmlns:a16="http://schemas.microsoft.com/office/drawing/2014/main" id="{9049ED9A-A042-4A63-905B-825CEF70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090" y="5233035"/>
            <a:ext cx="53213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t+2</a:t>
            </a: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C3AE877F-A447-4D0D-A23E-0D58860F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3270" y="5316855"/>
            <a:ext cx="22225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" name="椭圆 33">
            <a:extLst xmlns:a="http://schemas.openxmlformats.org/drawingml/2006/main">
              <a:ext uri="{FF2B5EF4-FFF2-40B4-BE49-F238E27FC236}">
                <a16:creationId xmlns:a16="http://schemas.microsoft.com/office/drawing/2014/main" id="{D2F1EE67-3962-4F42-BADB-60A12744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9645" y="5316855"/>
            <a:ext cx="22225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5961E824-9468-4008-88C5-EC72DE4A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5065" y="5316855"/>
            <a:ext cx="22225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4" name="xlab">
            <a:extLst xmlns:a="http://schemas.openxmlformats.org/drawingml/2006/main">
              <a:ext uri="{FF2B5EF4-FFF2-40B4-BE49-F238E27FC236}">
                <a16:creationId xmlns:a16="http://schemas.microsoft.com/office/drawing/2014/main" id="{FD81EFC5-3653-41FD-951A-D437908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9500" y="5158740"/>
            <a:ext cx="53213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t+z</a:t>
            </a:r>
          </a:p>
        </p:txBody>
      </p:sp>
      <p:cxnSp>
        <p:nvCxnSpPr>
          <p:cNvPr id="2481" name="直接箭头连接符 127"/>
          <p:cNvCxnSpPr/>
          <p:nvPr/>
        </p:nvCxnSpPr>
        <p:spPr>
          <a:xfrm xmlns:a="http://schemas.openxmlformats.org/drawingml/2006/main" rot="0" flipH="0" flipV="1">
            <a:off x="5996940" y="4418965"/>
            <a:ext cx="314325" cy="8001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82" name="曲线连接符 130"/>
          <p:cNvCxnSpPr>
            <a:stCxn xmlns:a="http://schemas.openxmlformats.org/drawingml/2006/main" id="357" idx="4"/>
            <a:endCxn xmlns:a="http://schemas.openxmlformats.org/drawingml/2006/main" id="377" idx="4"/>
          </p:cNvCxnSpPr>
          <p:nvPr/>
        </p:nvCxnSpPr>
        <p:spPr>
          <a:xfrm xmlns:a="http://schemas.openxmlformats.org/drawingml/2006/main" rot="5400000" flipH="1" flipV="1">
            <a:off x="5487035" y="3742055"/>
            <a:ext cx="168275" cy="1565275"/>
          </a:xfrm>
          <a:prstGeom xmlns:a="http://schemas.openxmlformats.org/drawingml/2006/main" prst="curvedConnector3">
            <a:avLst>
              <a:gd name="adj1" fmla="val -178571"/>
            </a:avLst>
          </a:prstGeom>
          <a:ln xmlns:a="http://schemas.openxmlformats.org/drawingml/2006/main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6" name="文本框 135">
            <a:extLst xmlns:a="http://schemas.openxmlformats.org/drawingml/2006/main">
              <a:ext uri="{FF2B5EF4-FFF2-40B4-BE49-F238E27FC236}">
                <a16:creationId xmlns:a16="http://schemas.microsoft.com/office/drawing/2014/main" id="{9D7EA159-603D-430B-A48A-97AE8C72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0" y="4608830"/>
            <a:ext cx="69405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188326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𝒛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52" name="xlab">
            <a:extLst xmlns:a="http://schemas.openxmlformats.org/drawingml/2006/main">
              <a:ext uri="{FF2B5EF4-FFF2-40B4-BE49-F238E27FC236}">
                <a16:creationId xmlns:a16="http://schemas.microsoft.com/office/drawing/2014/main" id="{B917ED05-6ACB-48E2-A813-EC1D9E6B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8520" y="5015865"/>
            <a:ext cx="300990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23" name="xlab">
            <a:extLst xmlns:a="http://schemas.openxmlformats.org/drawingml/2006/main">
              <a:ext uri="{FF2B5EF4-FFF2-40B4-BE49-F238E27FC236}">
                <a16:creationId xmlns:a16="http://schemas.microsoft.com/office/drawing/2014/main" id="{626439DC-3433-4E33-A207-4339EF7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8290" y="5012690"/>
            <a:ext cx="30099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73" name="任意形状 244">
            <a:extLst xmlns:a="http://schemas.openxmlformats.org/drawingml/2006/main">
              <a:ext uri="{FF2B5EF4-FFF2-40B4-BE49-F238E27FC236}">
                <a16:creationId xmlns:a16="http://schemas.microsoft.com/office/drawing/2014/main" id="{6F4434B4-B449-47C2-8117-3CC3F9DC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4875" y="4923790"/>
            <a:ext cx="2176780" cy="296545"/>
          </a:xfrm>
          <a:custGeom xmlns:a="http://schemas.openxmlformats.org/drawingml/2006/main">
            <a:gdLst>
              <a:gd name="connsiteX0" fmla="*/ 0 w 3428"/>
              <a:gd name="connsiteY0" fmla="*/ 22 h 466"/>
              <a:gd name="connsiteX1" fmla="*/ 851 w 3428"/>
              <a:gd name="connsiteY1" fmla="*/ 458 h 466"/>
              <a:gd name="connsiteX2" fmla="*/ 2178 w 3428"/>
              <a:gd name="connsiteY2" fmla="*/ 404 h 466"/>
              <a:gd name="connsiteX3" fmla="*/ 3428 w 3428"/>
              <a:gd name="connsiteY3" fmla="*/ 0 h 466"/>
            </a:gdLst>
            <a:rect l="l" t="t" r="r" b="b"/>
            <a:pathLst>
              <a:path w="3428" h="467">
                <a:moveTo>
                  <a:pt x="0" y="22"/>
                </a:moveTo>
                <a:cubicBezTo>
                  <a:pt x="369" y="-94"/>
                  <a:pt x="495" y="410"/>
                  <a:pt x="851" y="458"/>
                </a:cubicBezTo>
                <a:cubicBezTo>
                  <a:pt x="1207" y="507"/>
                  <a:pt x="1831" y="332"/>
                  <a:pt x="2178" y="404"/>
                </a:cubicBezTo>
                <a:cubicBezTo>
                  <a:pt x="2526" y="478"/>
                  <a:pt x="3246" y="8"/>
                  <a:pt x="342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A00"/>
            </a:solidFill>
            <a:prstDash val="dash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2" name="文本框 141">
            <a:extLst xmlns:a="http://schemas.openxmlformats.org/drawingml/2006/main">
              <a:ext uri="{FF2B5EF4-FFF2-40B4-BE49-F238E27FC236}">
                <a16:creationId xmlns:a16="http://schemas.microsoft.com/office/drawing/2014/main" id="{D09154CC-700C-4A48-B38E-774B022B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7860" y="4072890"/>
            <a:ext cx="4241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𝒍</m:t>
                      </m:r>
                    </m:sub>
                  </m:sSub>
                </m:oMath>
              </m:oMathPara>
            </a14:m>
          </a:p>
        </p:txBody>
      </p:sp>
      <p:pic>
        <p:nvPicPr>
          <p:cNvPr id="2488" name="图片 1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a2bcc438a44a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14165" y="3764915"/>
            <a:ext cx="347980" cy="347980"/>
          </a:xfrm>
          <a:prstGeom xmlns:a="http://schemas.openxmlformats.org/drawingml/2006/main" prst="rect">
            <a:avLst/>
          </a:prstGeom>
        </p:spPr>
      </p:pic>
      <p:sp>
        <p:nvSpPr>
          <p:cNvPr id="147" name="文本框 146">
            <a:extLst xmlns:a="http://schemas.openxmlformats.org/drawingml/2006/main">
              <a:ext uri="{FF2B5EF4-FFF2-40B4-BE49-F238E27FC236}">
                <a16:creationId xmlns:a16="http://schemas.microsoft.com/office/drawing/2014/main" id="{FD2A75D3-FE9B-42AD-B86B-45C84EC2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6360" y="4024630"/>
            <a:ext cx="782955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985EB"/>
                </a:solidFill>
                <a:latin typeface="Comic Sans MS"/>
                <a:ea typeface="Comic Sans MS"/>
                <a:cs typeface="Comic Sans MS"/>
              </a:rPr>
              <a:t>Teacher</a:t>
            </a:r>
          </a:p>
        </p:txBody>
      </p:sp>
      <p:pic>
        <p:nvPicPr>
          <p:cNvPr id="2490" name="图片 1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b33d582ce4069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18915" y="4328160"/>
            <a:ext cx="350520" cy="350520"/>
          </a:xfrm>
          <a:prstGeom xmlns:a="http://schemas.openxmlformats.org/drawingml/2006/main" prst="rect">
            <a:avLst/>
          </a:prstGeom>
        </p:spPr>
      </p:pic>
      <p:sp>
        <p:nvSpPr>
          <p:cNvPr id="151" name="文本框 150">
            <a:extLst xmlns:a="http://schemas.openxmlformats.org/drawingml/2006/main">
              <a:ext uri="{FF2B5EF4-FFF2-40B4-BE49-F238E27FC236}">
                <a16:creationId xmlns:a16="http://schemas.microsoft.com/office/drawing/2014/main" id="{C907D627-D8AE-49EF-9FE5-705ED0FA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4615" y="4653915"/>
            <a:ext cx="76581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68B34"/>
                </a:solidFill>
                <a:latin typeface="Comic Sans MS"/>
                <a:ea typeface="Comic Sans MS"/>
                <a:cs typeface="Comic Sans MS"/>
              </a:rPr>
              <a:t>Student</a:t>
            </a:r>
          </a:p>
        </p:txBody>
      </p:sp>
      <p:sp>
        <p:nvSpPr>
          <p:cNvPr id="2087" name="TS-T outer frame">
            <a:extLst xmlns:a="http://schemas.openxmlformats.org/drawingml/2006/main">
              <a:ext uri="{FF2B5EF4-FFF2-40B4-BE49-F238E27FC236}">
                <a16:creationId xmlns:a16="http://schemas.microsoft.com/office/drawing/2014/main" id="{8972DA21-EA1F-4E23-A6D9-F43E008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3810000" cy="3714750"/>
          </a:xfrm>
          <a:prstGeom xmlns:a="http://schemas.openxmlformats.org/drawingml/2006/main" prst="roundRect">
            <a:avLst>
              <a:gd name="adj" fmla="val 1795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8C2A85"/>
            </a:solidFill>
            <a:prstDash val="dash"/>
          </a:ln>
        </p:spPr>
      </p:sp>
      <p:sp>
        <p:nvSpPr>
          <p:cNvPr id="2088" name="TS-T fusion formula">
            <a:extLst xmlns:a="http://schemas.openxmlformats.org/drawingml/2006/main">
              <a:ext uri="{FF2B5EF4-FFF2-40B4-BE49-F238E27FC236}">
                <a16:creationId xmlns:a16="http://schemas.microsoft.com/office/drawing/2014/main" id="{1BE9667A-BE02-4496-A856-8793C40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52750"/>
            <a:ext cx="33528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76206F"/>
          </a:solidFill>
          <a:ln xmlns:a="http://schemas.openxmlformats.org/drawingml/2006/main" w="11430">
            <a:solidFill>
              <a:srgbClr val="76206F"/>
            </a:solidFill>
            <a:prstDash val="solid"/>
          </a:ln>
        </p:spPr>
        <p:txBody>
          <a:bodyPr xmlns:a="http://schemas.openxmlformats.org/drawingml/2006/main" wrap="non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ℒₜₛ₋ₜ = βℒₛₑq + (1−β)ℒ𝒻</a:t>
            </a:r>
          </a:p>
        </p:txBody>
      </p:sp>
      <p:sp>
        <p:nvSpPr>
          <p:cNvPr id="2089" name="Adaptive standardization formula">
            <a:extLst xmlns:a="http://schemas.openxmlformats.org/drawingml/2006/main">
              <a:ext uri="{FF2B5EF4-FFF2-40B4-BE49-F238E27FC236}">
                <a16:creationId xmlns:a16="http://schemas.microsoft.com/office/drawing/2014/main" id="{33667817-BA65-4E94-8254-68BFC283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43300"/>
            <a:ext cx="30861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non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ẑ = (z−μ)/(σ+ε),   T = σ</a:t>
            </a:r>
          </a:p>
        </p:txBody>
      </p:sp>
      <p:sp>
        <p:nvSpPr>
          <p:cNvPr id="2090" name="Broadcast arrow 1">
            <a:extLst xmlns:a="http://schemas.openxmlformats.org/drawingml/2006/main">
              <a:ext uri="{FF2B5EF4-FFF2-40B4-BE49-F238E27FC236}">
                <a16:creationId xmlns:a16="http://schemas.microsoft.com/office/drawing/2014/main" id="{A78F60B5-E86C-4FB1-B3E3-CC773146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338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83EA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4A83EA"/>
                </a:solidFill>
                <a:latin typeface="Cambria Math"/>
                <a:ea typeface="Cambria Math"/>
                <a:cs typeface="Cambria Math"/>
              </a:rPr>
              <a:t>→</a:t>
            </a:r>
          </a:p>
        </p:txBody>
      </p:sp>
      <p:sp>
        <p:nvSpPr>
          <p:cNvPr id="2091" name="Broadcast multiplier">
            <a:extLst xmlns:a="http://schemas.openxmlformats.org/drawingml/2006/main">
              <a:ext uri="{FF2B5EF4-FFF2-40B4-BE49-F238E27FC236}">
                <a16:creationId xmlns:a16="http://schemas.microsoft.com/office/drawing/2014/main" id="{F40DC7B1-B14D-4204-A28E-87B032F7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133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A83EA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4A83EA"/>
                </a:solidFill>
                <a:latin typeface="Cambria Math"/>
                <a:ea typeface="Cambria Math"/>
                <a:cs typeface="Cambria Math"/>
              </a:rPr>
              <a:t>× Tₛ</a:t>
            </a:r>
          </a:p>
        </p:txBody>
      </p:sp>
      <p:sp>
        <p:nvSpPr>
          <p:cNvPr id="2092" name="Broadcast arrow 2">
            <a:extLst xmlns:a="http://schemas.openxmlformats.org/drawingml/2006/main">
              <a:ext uri="{FF2B5EF4-FFF2-40B4-BE49-F238E27FC236}">
                <a16:creationId xmlns:a16="http://schemas.microsoft.com/office/drawing/2014/main" id="{114001C6-6992-44C4-9C72-7DB3C9BF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338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83EA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4A83EA"/>
                </a:solidFill>
                <a:latin typeface="Cambria Math"/>
                <a:ea typeface="Cambria Math"/>
                <a:cs typeface="Cambria Math"/>
              </a:rPr>
              <a:t>→</a:t>
            </a:r>
          </a:p>
        </p:txBody>
      </p:sp>
      <p:sp>
        <p:nvSpPr>
          <p:cNvPr id="2093" name="Teacher KL arrow 1">
            <a:extLst xmlns:a="http://schemas.openxmlformats.org/drawingml/2006/main">
              <a:ext uri="{FF2B5EF4-FFF2-40B4-BE49-F238E27FC236}">
                <a16:creationId xmlns:a16="http://schemas.microsoft.com/office/drawing/2014/main" id="{F9842E47-8A41-461A-89DF-CFCFBA3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4386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7843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rPr>
              <a:t>↓</a:t>
            </a:r>
          </a:p>
        </p:txBody>
      </p:sp>
      <p:sp>
        <p:nvSpPr>
          <p:cNvPr id="2094" name="Student KL arrow 1">
            <a:extLst xmlns:a="http://schemas.openxmlformats.org/drawingml/2006/main">
              <a:ext uri="{FF2B5EF4-FFF2-40B4-BE49-F238E27FC236}">
                <a16:creationId xmlns:a16="http://schemas.microsoft.com/office/drawing/2014/main" id="{D56E4CB2-3121-4A15-A381-D6557404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8196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7843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rPr>
              <a:t>↓</a:t>
            </a:r>
          </a:p>
        </p:txBody>
      </p:sp>
      <p:sp>
        <p:nvSpPr>
          <p:cNvPr id="2095" name="Teacher KL arrow 2">
            <a:extLst xmlns:a="http://schemas.openxmlformats.org/drawingml/2006/main">
              <a:ext uri="{FF2B5EF4-FFF2-40B4-BE49-F238E27FC236}">
                <a16:creationId xmlns:a16="http://schemas.microsoft.com/office/drawing/2014/main" id="{0A8FB9F4-3B70-4C59-966B-7CB75691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386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7843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rPr>
              <a:t>↓</a:t>
            </a:r>
          </a:p>
        </p:txBody>
      </p:sp>
      <p:sp>
        <p:nvSpPr>
          <p:cNvPr id="2096" name="Student KL arrow 2">
            <a:extLst xmlns:a="http://schemas.openxmlformats.org/drawingml/2006/main">
              <a:ext uri="{FF2B5EF4-FFF2-40B4-BE49-F238E27FC236}">
                <a16:creationId xmlns:a16="http://schemas.microsoft.com/office/drawing/2014/main" id="{60AD98D0-0DBF-4F0A-9755-9EF74B03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196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7843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rPr>
              <a:t>↓</a:t>
            </a:r>
          </a:p>
        </p:txBody>
      </p:sp>
      <p:sp>
        <p:nvSpPr>
          <p:cNvPr id="2097" name="Teacher KL arrow 3">
            <a:extLst xmlns:a="http://schemas.openxmlformats.org/drawingml/2006/main">
              <a:ext uri="{FF2B5EF4-FFF2-40B4-BE49-F238E27FC236}">
                <a16:creationId xmlns:a16="http://schemas.microsoft.com/office/drawing/2014/main" id="{EF1D90A8-855F-4DE8-B9FC-7D3E7383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4386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7843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rPr>
              <a:t>↓</a:t>
            </a:r>
          </a:p>
        </p:txBody>
      </p:sp>
      <p:sp>
        <p:nvSpPr>
          <p:cNvPr id="2098" name="Student KL arrow 3">
            <a:extLst xmlns:a="http://schemas.openxmlformats.org/drawingml/2006/main">
              <a:ext uri="{FF2B5EF4-FFF2-40B4-BE49-F238E27FC236}">
                <a16:creationId xmlns:a16="http://schemas.microsoft.com/office/drawing/2014/main" id="{9C7A2ACA-421C-4963-A0A6-6D9ADFBF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8196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7843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8C2A85"/>
                </a:solidFill>
                <a:latin typeface="Cambria Math"/>
                <a:ea typeface="Cambria Math"/>
                <a:cs typeface="Cambria Math"/>
              </a:rPr>
              <a:t>↓</a:t>
            </a:r>
          </a:p>
        </p:txBody>
      </p:sp>
      <p:sp>
        <p:nvSpPr>
          <p:cNvPr id="2099" name="Final teacher arrow">
            <a:extLst xmlns:a="http://schemas.openxmlformats.org/drawingml/2006/main">
              <a:ext uri="{FF2B5EF4-FFF2-40B4-BE49-F238E27FC236}">
                <a16:creationId xmlns:a16="http://schemas.microsoft.com/office/drawing/2014/main" id="{8C9E3343-E3E7-4695-927B-CFB449C7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457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2A85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8C2A85"/>
                </a:solidFill>
                <a:latin typeface="Cambria Math"/>
                <a:ea typeface="Cambria Math"/>
                <a:cs typeface="Cambria Math"/>
              </a:rPr>
              <a:t>↘</a:t>
            </a:r>
          </a:p>
        </p:txBody>
      </p:sp>
      <p:sp>
        <p:nvSpPr>
          <p:cNvPr id="2100" name="Final student arrow">
            <a:extLst xmlns:a="http://schemas.openxmlformats.org/drawingml/2006/main">
              <a:ext uri="{FF2B5EF4-FFF2-40B4-BE49-F238E27FC236}">
                <a16:creationId xmlns:a16="http://schemas.microsoft.com/office/drawing/2014/main" id="{797E3055-4265-434F-AE42-EEB8562F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457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2A85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8C2A85"/>
                </a:solidFill>
                <a:latin typeface="Cambria Math"/>
                <a:ea typeface="Cambria Math"/>
                <a:cs typeface="Cambria Math"/>
              </a:rPr>
              <a:t>↙</a:t>
            </a:r>
          </a:p>
        </p:txBody>
      </p:sp>
      <p:sp>
        <p:nvSpPr>
          <p:cNvPr id="2101" name="Final loss arrow">
            <a:extLst xmlns:a="http://schemas.openxmlformats.org/drawingml/2006/main">
              <a:ext uri="{FF2B5EF4-FFF2-40B4-BE49-F238E27FC236}">
                <a16:creationId xmlns:a16="http://schemas.microsoft.com/office/drawing/2014/main" id="{659E131B-6C2C-43AB-8386-D3D420E9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0196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2A85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8C2A85"/>
                </a:solidFill>
                <a:latin typeface="Cambria Math"/>
                <a:ea typeface="Cambria Math"/>
                <a:cs typeface="Cambria Math"/>
              </a:rPr>
              <a:t>↓</a:t>
            </a:r>
          </a:p>
        </p:txBody>
      </p:sp>
      <p:sp>
        <p:nvSpPr>
          <p:cNvPr id="2102" name="Teacher source tensor layer 1">
            <a:extLst xmlns:a="http://schemas.openxmlformats.org/drawingml/2006/main">
              <a:ext uri="{FF2B5EF4-FFF2-40B4-BE49-F238E27FC236}">
                <a16:creationId xmlns:a16="http://schemas.microsoft.com/office/drawing/2014/main" id="{A01F6E74-3FED-4135-A62F-35BC71A0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862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03" name="Teacher source tensor layer 2">
            <a:extLst xmlns:a="http://schemas.openxmlformats.org/drawingml/2006/main">
              <a:ext uri="{FF2B5EF4-FFF2-40B4-BE49-F238E27FC236}">
                <a16:creationId xmlns:a16="http://schemas.microsoft.com/office/drawing/2014/main" id="{EC76A287-EE7C-4929-B63E-F6BCF210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243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04" name="Teacher source tensor layer 3">
            <a:extLst xmlns:a="http://schemas.openxmlformats.org/drawingml/2006/main">
              <a:ext uri="{FF2B5EF4-FFF2-40B4-BE49-F238E27FC236}">
                <a16:creationId xmlns:a16="http://schemas.microsoft.com/office/drawing/2014/main" id="{F83293C1-9C87-4940-9AAB-F2AAEE8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624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</a:t>
            </a:r>
          </a:p>
        </p:txBody>
      </p:sp>
      <p:sp>
        <p:nvSpPr>
          <p:cNvPr id="2105" name="Teacher temporal tensor 1 layer 1">
            <a:extLst xmlns:a="http://schemas.openxmlformats.org/drawingml/2006/main">
              <a:ext uri="{FF2B5EF4-FFF2-40B4-BE49-F238E27FC236}">
                <a16:creationId xmlns:a16="http://schemas.microsoft.com/office/drawing/2014/main" id="{DFAEF2E9-C541-4063-A13D-CD47EA79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957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06" name="Teacher temporal tensor 1 layer 2">
            <a:extLst xmlns:a="http://schemas.openxmlformats.org/drawingml/2006/main">
              <a:ext uri="{FF2B5EF4-FFF2-40B4-BE49-F238E27FC236}">
                <a16:creationId xmlns:a16="http://schemas.microsoft.com/office/drawing/2014/main" id="{6D5B9E3C-C559-45AA-BB0D-EFCC1713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338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07" name="Teacher temporal tensor 1 layer 3">
            <a:extLst xmlns:a="http://schemas.openxmlformats.org/drawingml/2006/main">
              <a:ext uri="{FF2B5EF4-FFF2-40B4-BE49-F238E27FC236}">
                <a16:creationId xmlns:a16="http://schemas.microsoft.com/office/drawing/2014/main" id="{451A20A6-52BE-4B29-A004-F0961F54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Zᵀ₁</a:t>
            </a:r>
          </a:p>
        </p:txBody>
      </p:sp>
      <p:sp>
        <p:nvSpPr>
          <p:cNvPr id="2108" name="Temporal KL 1">
            <a:extLst xmlns:a="http://schemas.openxmlformats.org/drawingml/2006/main">
              <a:ext uri="{FF2B5EF4-FFF2-40B4-BE49-F238E27FC236}">
                <a16:creationId xmlns:a16="http://schemas.microsoft.com/office/drawing/2014/main" id="{8E50AC9E-A528-4BD5-8D64-7772AFF3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600575"/>
            <a:ext cx="3619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2A85"/>
            </a:solidFill>
            <a:prstDash val="solid"/>
          </a:ln>
        </p:spPr>
        <p:txBody>
          <a:bodyPr xmlns:a="http://schemas.openxmlformats.org/drawingml/2006/main" wrap="none" lIns="28575" tIns="19050" rIns="28575" bIns="19050" anchor="ctr">
            <a:normAutofit fontScale="8281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Dₖₗ</a:t>
            </a:r>
          </a:p>
        </p:txBody>
      </p:sp>
      <p:sp>
        <p:nvSpPr>
          <p:cNvPr id="2109" name="Student temporal tensor 1 layer 1">
            <a:extLst xmlns:a="http://schemas.openxmlformats.org/drawingml/2006/main">
              <a:ext uri="{FF2B5EF4-FFF2-40B4-BE49-F238E27FC236}">
                <a16:creationId xmlns:a16="http://schemas.microsoft.com/office/drawing/2014/main" id="{2FD05490-A24C-44C5-9A75-F0DBD986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9815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C"/>
          </a:solidFill>
          <a:ln xmlns:a="http://schemas.openxmlformats.org/drawingml/2006/main" w="9525">
            <a:solidFill>
              <a:srgbClr val="35A446"/>
            </a:solidFill>
            <a:prstDash val="solid"/>
          </a:ln>
        </p:spPr>
      </p:sp>
      <p:sp>
        <p:nvSpPr>
          <p:cNvPr id="2110" name="Student temporal tensor 1 layer 2">
            <a:extLst xmlns:a="http://schemas.openxmlformats.org/drawingml/2006/main">
              <a:ext uri="{FF2B5EF4-FFF2-40B4-BE49-F238E27FC236}">
                <a16:creationId xmlns:a16="http://schemas.microsoft.com/office/drawing/2014/main" id="{B2B4B2D4-0A55-483B-8FD9-74239A3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0196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C"/>
          </a:solidFill>
          <a:ln xmlns:a="http://schemas.openxmlformats.org/drawingml/2006/main" w="9525">
            <a:solidFill>
              <a:srgbClr val="35A446"/>
            </a:solidFill>
            <a:prstDash val="solid"/>
          </a:ln>
        </p:spPr>
      </p:sp>
      <p:sp>
        <p:nvSpPr>
          <p:cNvPr id="2111" name="Student temporal tensor 1 layer 3">
            <a:extLst xmlns:a="http://schemas.openxmlformats.org/drawingml/2006/main">
              <a:ext uri="{FF2B5EF4-FFF2-40B4-BE49-F238E27FC236}">
                <a16:creationId xmlns:a16="http://schemas.microsoft.com/office/drawing/2014/main" id="{68F702A3-9C74-4760-B544-627639EC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577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DA"/>
          </a:solidFill>
          <a:ln xmlns:a="http://schemas.openxmlformats.org/drawingml/2006/main" w="12383">
            <a:solidFill>
              <a:srgbClr val="35A446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Zˢ₁</a:t>
            </a:r>
          </a:p>
        </p:txBody>
      </p:sp>
      <p:sp>
        <p:nvSpPr>
          <p:cNvPr id="2112" name="Teacher temporal tensor 2 layer 1">
            <a:extLst xmlns:a="http://schemas.openxmlformats.org/drawingml/2006/main">
              <a:ext uri="{FF2B5EF4-FFF2-40B4-BE49-F238E27FC236}">
                <a16:creationId xmlns:a16="http://schemas.microsoft.com/office/drawing/2014/main" id="{6A1C0F31-B9B0-4E8C-A88E-E2CCD27E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13" name="Teacher temporal tensor 2 layer 2">
            <a:extLst xmlns:a="http://schemas.openxmlformats.org/drawingml/2006/main">
              <a:ext uri="{FF2B5EF4-FFF2-40B4-BE49-F238E27FC236}">
                <a16:creationId xmlns:a16="http://schemas.microsoft.com/office/drawing/2014/main" id="{D617CC40-ABB0-49E3-BFD3-B1EB0B49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1338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14" name="Teacher temporal tensor 2 layer 3">
            <a:extLst xmlns:a="http://schemas.openxmlformats.org/drawingml/2006/main">
              <a:ext uri="{FF2B5EF4-FFF2-40B4-BE49-F238E27FC236}">
                <a16:creationId xmlns:a16="http://schemas.microsoft.com/office/drawing/2014/main" id="{8065EB69-E6B7-4FC5-9CE0-C1367CF5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71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Zᵀ₂</a:t>
            </a:r>
          </a:p>
        </p:txBody>
      </p:sp>
      <p:sp>
        <p:nvSpPr>
          <p:cNvPr id="2115" name="Temporal KL 2">
            <a:extLst xmlns:a="http://schemas.openxmlformats.org/drawingml/2006/main">
              <a:ext uri="{FF2B5EF4-FFF2-40B4-BE49-F238E27FC236}">
                <a16:creationId xmlns:a16="http://schemas.microsoft.com/office/drawing/2014/main" id="{C357A7C6-8A83-44E9-826D-F7458881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600575"/>
            <a:ext cx="3619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2A85"/>
            </a:solidFill>
            <a:prstDash val="solid"/>
          </a:ln>
        </p:spPr>
        <p:txBody>
          <a:bodyPr xmlns:a="http://schemas.openxmlformats.org/drawingml/2006/main" wrap="none" lIns="28575" tIns="19050" rIns="28575" bIns="19050" anchor="ctr">
            <a:normAutofit fontScale="8281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Dₖₗ</a:t>
            </a:r>
          </a:p>
        </p:txBody>
      </p:sp>
      <p:sp>
        <p:nvSpPr>
          <p:cNvPr id="2116" name="Student temporal tensor 2 layer 1">
            <a:extLst xmlns:a="http://schemas.openxmlformats.org/drawingml/2006/main">
              <a:ext uri="{FF2B5EF4-FFF2-40B4-BE49-F238E27FC236}">
                <a16:creationId xmlns:a16="http://schemas.microsoft.com/office/drawing/2014/main" id="{A5397871-1F2E-4DC2-AD6C-82DDECFC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815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C"/>
          </a:solidFill>
          <a:ln xmlns:a="http://schemas.openxmlformats.org/drawingml/2006/main" w="9525">
            <a:solidFill>
              <a:srgbClr val="35A446"/>
            </a:solidFill>
            <a:prstDash val="solid"/>
          </a:ln>
        </p:spPr>
      </p:sp>
      <p:sp>
        <p:nvSpPr>
          <p:cNvPr id="2117" name="Student temporal tensor 2 layer 2">
            <a:extLst xmlns:a="http://schemas.openxmlformats.org/drawingml/2006/main">
              <a:ext uri="{FF2B5EF4-FFF2-40B4-BE49-F238E27FC236}">
                <a16:creationId xmlns:a16="http://schemas.microsoft.com/office/drawing/2014/main" id="{3728E6BD-AC00-4F3F-B904-ECAD1434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0196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C"/>
          </a:solidFill>
          <a:ln xmlns:a="http://schemas.openxmlformats.org/drawingml/2006/main" w="9525">
            <a:solidFill>
              <a:srgbClr val="35A446"/>
            </a:solidFill>
            <a:prstDash val="solid"/>
          </a:ln>
        </p:spPr>
      </p:sp>
      <p:sp>
        <p:nvSpPr>
          <p:cNvPr id="2118" name="Student temporal tensor 2 layer 3">
            <a:extLst xmlns:a="http://schemas.openxmlformats.org/drawingml/2006/main">
              <a:ext uri="{FF2B5EF4-FFF2-40B4-BE49-F238E27FC236}">
                <a16:creationId xmlns:a16="http://schemas.microsoft.com/office/drawing/2014/main" id="{1CC2323B-3DB5-4950-A367-62F0A668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0577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DA"/>
          </a:solidFill>
          <a:ln xmlns:a="http://schemas.openxmlformats.org/drawingml/2006/main" w="12383">
            <a:solidFill>
              <a:srgbClr val="35A446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Zˢ₂</a:t>
            </a:r>
          </a:p>
        </p:txBody>
      </p:sp>
      <p:sp>
        <p:nvSpPr>
          <p:cNvPr id="2119" name="Teacher temporal tensor 3 layer 1">
            <a:extLst xmlns:a="http://schemas.openxmlformats.org/drawingml/2006/main">
              <a:ext uri="{FF2B5EF4-FFF2-40B4-BE49-F238E27FC236}">
                <a16:creationId xmlns:a16="http://schemas.microsoft.com/office/drawing/2014/main" id="{E1FD9EA4-54CE-4092-AE8A-93D28446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0957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20" name="Teacher temporal tensor 3 layer 2">
            <a:extLst xmlns:a="http://schemas.openxmlformats.org/drawingml/2006/main">
              <a:ext uri="{FF2B5EF4-FFF2-40B4-BE49-F238E27FC236}">
                <a16:creationId xmlns:a16="http://schemas.microsoft.com/office/drawing/2014/main" id="{A6FD1081-9390-4B6F-B682-EA296BB5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338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21" name="Teacher temporal tensor 3 layer 3">
            <a:extLst xmlns:a="http://schemas.openxmlformats.org/drawingml/2006/main">
              <a:ext uri="{FF2B5EF4-FFF2-40B4-BE49-F238E27FC236}">
                <a16:creationId xmlns:a16="http://schemas.microsoft.com/office/drawing/2014/main" id="{2C087F36-F999-49FF-A839-F7145333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71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Zᵀₜ</a:t>
            </a:r>
          </a:p>
        </p:txBody>
      </p:sp>
      <p:sp>
        <p:nvSpPr>
          <p:cNvPr id="2122" name="Temporal KL 3">
            <a:extLst xmlns:a="http://schemas.openxmlformats.org/drawingml/2006/main">
              <a:ext uri="{FF2B5EF4-FFF2-40B4-BE49-F238E27FC236}">
                <a16:creationId xmlns:a16="http://schemas.microsoft.com/office/drawing/2014/main" id="{73742FB3-650D-406C-ADC0-E31E2488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4600575"/>
            <a:ext cx="3619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2A85"/>
            </a:solidFill>
            <a:prstDash val="solid"/>
          </a:ln>
        </p:spPr>
        <p:txBody>
          <a:bodyPr xmlns:a="http://schemas.openxmlformats.org/drawingml/2006/main" wrap="none" lIns="28575" tIns="19050" rIns="28575" bIns="19050" anchor="ctr">
            <a:normAutofit fontScale="8281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Dₖₗ</a:t>
            </a:r>
          </a:p>
        </p:txBody>
      </p:sp>
      <p:sp>
        <p:nvSpPr>
          <p:cNvPr id="2123" name="Student temporal tensor 3 layer 1">
            <a:extLst xmlns:a="http://schemas.openxmlformats.org/drawingml/2006/main">
              <a:ext uri="{FF2B5EF4-FFF2-40B4-BE49-F238E27FC236}">
                <a16:creationId xmlns:a16="http://schemas.microsoft.com/office/drawing/2014/main" id="{55D85352-3F02-492E-8A7D-B16104B1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9815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C"/>
          </a:solidFill>
          <a:ln xmlns:a="http://schemas.openxmlformats.org/drawingml/2006/main" w="9525">
            <a:solidFill>
              <a:srgbClr val="35A446"/>
            </a:solidFill>
            <a:prstDash val="solid"/>
          </a:ln>
        </p:spPr>
      </p:sp>
      <p:sp>
        <p:nvSpPr>
          <p:cNvPr id="2124" name="Student temporal tensor 3 layer 2">
            <a:extLst xmlns:a="http://schemas.openxmlformats.org/drawingml/2006/main">
              <a:ext uri="{FF2B5EF4-FFF2-40B4-BE49-F238E27FC236}">
                <a16:creationId xmlns:a16="http://schemas.microsoft.com/office/drawing/2014/main" id="{DE9DE905-555B-4C2C-8074-D35A111C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196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C"/>
          </a:solidFill>
          <a:ln xmlns:a="http://schemas.openxmlformats.org/drawingml/2006/main" w="9525">
            <a:solidFill>
              <a:srgbClr val="35A446"/>
            </a:solidFill>
            <a:prstDash val="solid"/>
          </a:ln>
        </p:spPr>
      </p:sp>
      <p:sp>
        <p:nvSpPr>
          <p:cNvPr id="2125" name="Student temporal tensor 3 layer 3">
            <a:extLst xmlns:a="http://schemas.openxmlformats.org/drawingml/2006/main">
              <a:ext uri="{FF2B5EF4-FFF2-40B4-BE49-F238E27FC236}">
                <a16:creationId xmlns:a16="http://schemas.microsoft.com/office/drawing/2014/main" id="{C43BCC2C-DE91-488D-8D92-20576DEC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0577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DA"/>
          </a:solidFill>
          <a:ln xmlns:a="http://schemas.openxmlformats.org/drawingml/2006/main" w="12383">
            <a:solidFill>
              <a:srgbClr val="35A446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Zˢₜ</a:t>
            </a:r>
          </a:p>
        </p:txBody>
      </p:sp>
      <p:sp>
        <p:nvSpPr>
          <p:cNvPr id="2126" name="Temporal loss formula">
            <a:extLst xmlns:a="http://schemas.openxmlformats.org/drawingml/2006/main">
              <a:ext uri="{FF2B5EF4-FFF2-40B4-BE49-F238E27FC236}">
                <a16:creationId xmlns:a16="http://schemas.microsoft.com/office/drawing/2014/main" id="{45DDFA74-651C-4CFF-A960-4B62051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448300"/>
            <a:ext cx="22860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5DFF5"/>
          </a:solidFill>
          <a:ln xmlns:a="http://schemas.openxmlformats.org/drawingml/2006/main" w="10478">
            <a:solidFill>
              <a:srgbClr val="8C2A85"/>
            </a:solidFill>
            <a:prstDash val="solid"/>
          </a:ln>
        </p:spPr>
        <p:txBody>
          <a:bodyPr xmlns:a="http://schemas.openxmlformats.org/drawingml/2006/main" wrap="non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ℒₛₑq = (1/Tₛ) ∑ₜ Dₖₗ(Zᵀ, Zˢₜ)</a:t>
            </a:r>
          </a:p>
        </p:txBody>
      </p:sp>
      <p:sp>
        <p:nvSpPr>
          <p:cNvPr id="2127" name="TS-T branch divider">
            <a:extLst xmlns:a="http://schemas.openxmlformats.org/drawingml/2006/main">
              <a:ext uri="{FF2B5EF4-FFF2-40B4-BE49-F238E27FC236}">
                <a16:creationId xmlns:a16="http://schemas.microsoft.com/office/drawing/2014/main" id="{2122A11A-5254-4861-9DD0-3BF9E10C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4038600"/>
            <a:ext cx="1143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F5"/>
          </a:solidFill>
          <a:ln xmlns:a="http://schemas.openxmlformats.org/drawingml/2006/main" w="0">
            <a:solidFill>
              <a:srgbClr val="F5DFF5"/>
            </a:solidFill>
            <a:prstDash val="solid"/>
          </a:ln>
        </p:spPr>
      </p:sp>
      <p:sp>
        <p:nvSpPr>
          <p:cNvPr id="2128" name="Final teacher tensor layer 1">
            <a:extLst xmlns:a="http://schemas.openxmlformats.org/drawingml/2006/main">
              <a:ext uri="{FF2B5EF4-FFF2-40B4-BE49-F238E27FC236}">
                <a16:creationId xmlns:a16="http://schemas.microsoft.com/office/drawing/2014/main" id="{114CF126-88D6-4B07-AAB9-7F0B917B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1243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29" name="Final teacher tensor layer 2">
            <a:extLst xmlns:a="http://schemas.openxmlformats.org/drawingml/2006/main">
              <a:ext uri="{FF2B5EF4-FFF2-40B4-BE49-F238E27FC236}">
                <a16:creationId xmlns:a16="http://schemas.microsoft.com/office/drawing/2014/main" id="{6E4CA291-386D-469B-8B5E-6EE509FA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1624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4A83EA"/>
            </a:solidFill>
            <a:prstDash val="solid"/>
          </a:ln>
        </p:spPr>
      </p:sp>
      <p:sp>
        <p:nvSpPr>
          <p:cNvPr id="2130" name="Final teacher tensor layer 3">
            <a:extLst xmlns:a="http://schemas.openxmlformats.org/drawingml/2006/main">
              <a:ext uri="{FF2B5EF4-FFF2-40B4-BE49-F238E27FC236}">
                <a16:creationId xmlns:a16="http://schemas.microsoft.com/office/drawing/2014/main" id="{8E1BB15D-B537-4152-919E-B6843E20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2005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</a:t>
            </a:r>
          </a:p>
        </p:txBody>
      </p:sp>
      <p:sp>
        <p:nvSpPr>
          <p:cNvPr id="2131" name="Final student tensor layer 1">
            <a:extLst xmlns:a="http://schemas.openxmlformats.org/drawingml/2006/main">
              <a:ext uri="{FF2B5EF4-FFF2-40B4-BE49-F238E27FC236}">
                <a16:creationId xmlns:a16="http://schemas.microsoft.com/office/drawing/2014/main" id="{BBDBE918-080F-477C-958D-99507DF4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1243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C"/>
          </a:solidFill>
          <a:ln xmlns:a="http://schemas.openxmlformats.org/drawingml/2006/main" w="9525">
            <a:solidFill>
              <a:srgbClr val="35A446"/>
            </a:solidFill>
            <a:prstDash val="solid"/>
          </a:ln>
        </p:spPr>
      </p:sp>
      <p:sp>
        <p:nvSpPr>
          <p:cNvPr id="2132" name="Final student tensor layer 2">
            <a:extLst xmlns:a="http://schemas.openxmlformats.org/drawingml/2006/main">
              <a:ext uri="{FF2B5EF4-FFF2-40B4-BE49-F238E27FC236}">
                <a16:creationId xmlns:a16="http://schemas.microsoft.com/office/drawing/2014/main" id="{06F9511E-AB0B-44F8-9391-5F133C98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1624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C"/>
          </a:solidFill>
          <a:ln xmlns:a="http://schemas.openxmlformats.org/drawingml/2006/main" w="9525">
            <a:solidFill>
              <a:srgbClr val="35A446"/>
            </a:solidFill>
            <a:prstDash val="solid"/>
          </a:ln>
        </p:spPr>
      </p:sp>
      <p:sp>
        <p:nvSpPr>
          <p:cNvPr id="2133" name="Final student tensor layer 3">
            <a:extLst xmlns:a="http://schemas.openxmlformats.org/drawingml/2006/main">
              <a:ext uri="{FF2B5EF4-FFF2-40B4-BE49-F238E27FC236}">
                <a16:creationId xmlns:a16="http://schemas.microsoft.com/office/drawing/2014/main" id="{29889F87-116A-49CB-BC2C-ABF1F03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2005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DA"/>
          </a:solidFill>
          <a:ln xmlns:a="http://schemas.openxmlformats.org/drawingml/2006/main" w="12383">
            <a:solidFill>
              <a:srgbClr val="35A446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</a:t>
            </a:r>
          </a:p>
        </p:txBody>
      </p:sp>
      <p:sp>
        <p:nvSpPr>
          <p:cNvPr id="2134" name="Final KL">
            <a:extLst xmlns:a="http://schemas.openxmlformats.org/drawingml/2006/main">
              <a:ext uri="{FF2B5EF4-FFF2-40B4-BE49-F238E27FC236}">
                <a16:creationId xmlns:a16="http://schemas.microsoft.com/office/drawing/2014/main" id="{D5189980-0268-4FEB-9752-579D3AFA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724400"/>
            <a:ext cx="5334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C2A85"/>
            </a:solidFill>
            <a:prstDash val="solid"/>
          </a:ln>
        </p:spPr>
        <p:txBody>
          <a:bodyPr xmlns:a="http://schemas.openxmlformats.org/drawingml/2006/main" wrap="non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Dₖₗ</a:t>
            </a:r>
          </a:p>
        </p:txBody>
      </p:sp>
      <p:sp>
        <p:nvSpPr>
          <p:cNvPr id="2135" name="Final loss formula">
            <a:extLst xmlns:a="http://schemas.openxmlformats.org/drawingml/2006/main">
              <a:ext uri="{FF2B5EF4-FFF2-40B4-BE49-F238E27FC236}">
                <a16:creationId xmlns:a16="http://schemas.microsoft.com/office/drawing/2014/main" id="{47CFF81B-7D19-444F-AE38-D037EFE7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76850"/>
            <a:ext cx="95250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5DFF5"/>
          </a:solidFill>
          <a:ln xmlns:a="http://schemas.openxmlformats.org/drawingml/2006/main" w="10478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ℒ𝒻 = Dₖₗ</a:t>
            </a:r>
          </a:p>
          <a:p xmlns:a="http://schemas.openxmlformats.org/drawingml/2006/main">
            <a:pPr algn="ctr">
              <a:def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(Zᵀ, Zˢ)</a:t>
            </a:r>
          </a:p>
        </p:txBody>
      </p:sp>
      <p:sp>
        <p:nvSpPr>
          <p:cNvPr id="2136" name="TS-T title">
            <a:extLst xmlns:a="http://schemas.openxmlformats.org/drawingml/2006/main">
              <a:ext uri="{FF2B5EF4-FFF2-40B4-BE49-F238E27FC236}">
                <a16:creationId xmlns:a16="http://schemas.microsoft.com/office/drawing/2014/main" id="{7A87597E-11C5-460A-854A-F0FD532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960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TS-T</a:t>
            </a:r>
          </a:p>
        </p:txBody>
      </p:sp>
    </p:spTree>
    <p:extLst>
      <p:ext uri="{BB962C8B-B14F-4D97-AF65-F5344CB8AC3E}">
        <p14:creationId xmlns:p14="http://schemas.microsoft.com/office/powerpoint/2010/main" val="1629893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2026-07-18T08:30:06.7590000Z</dcterms:created>
  <dcterms:modified xsi:type="dcterms:W3CDTF">2026-07-18T08:30:06.7590000Z</dcterms:modified>
</coreProperties>
</file>