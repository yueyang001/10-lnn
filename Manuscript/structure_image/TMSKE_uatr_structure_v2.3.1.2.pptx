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d2ae533ea4be4" /><Relationship Type="http://schemas.openxmlformats.org/officeDocument/2006/relationships/extended-properties" Target="/docProps/app.xml" Id="R93047970c91d48e1" /><Relationship Type="http://schemas.openxmlformats.org/officeDocument/2006/relationships/officeDocument" Target="/ppt/presentation.xml" Id="R0cd9ff352fdb4f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8c9b82087841bc"/>
  </p:sldMasterIdLst>
  <p:notesMasterIdLst>
    <p:notesMasterId xmlns:r="http://schemas.openxmlformats.org/officeDocument/2006/relationships" r:id="R2419d068dd7b40fc"/>
  </p:notesMasterIdLst>
  <p:sldIdLst>
    <p:sldId xmlns:r="http://schemas.openxmlformats.org/officeDocument/2006/relationships" id="256" r:id="R8b409c079321488c"/>
  </p:sldIdLst>
  <p:sldSz cx="14201775" cy="100488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3587dd5fce4b64" /><Relationship Type="http://schemas.openxmlformats.org/officeDocument/2006/relationships/slideMaster" Target="/ppt/slideMasters/slideMaster1.xml" Id="R208c9b82087841bc" /><Relationship Type="http://schemas.openxmlformats.org/officeDocument/2006/relationships/notesMaster" Target="/ppt/notesMasters/notesMaster1.xml" Id="R2419d068dd7b40fc" /><Relationship Type="http://schemas.openxmlformats.org/officeDocument/2006/relationships/presProps" Target="/ppt/presProps.xml" Id="R7a7ef6efc2a5439f" /><Relationship Type="http://schemas.openxmlformats.org/officeDocument/2006/relationships/viewProps" Target="/ppt/viewProps.xml" Id="Rd1245c9310554ab1" /><Relationship Type="http://schemas.openxmlformats.org/officeDocument/2006/relationships/tableStyles" Target="/ppt/tableStyles.xml" Id="Ra8b48fcd9a784cb7" /><Relationship Type="http://schemas.openxmlformats.org/officeDocument/2006/relationships/slide" Target="/ppt/slides/slide1.xml" Id="R8b409c079321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653fc76ff241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5e9be751b542de" /><Relationship Type="http://schemas.openxmlformats.org/officeDocument/2006/relationships/notesMaster" Target="/ppt/notesMasters/notesMaster1.xml" Id="Rdbca9c04846d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原则是在</a:t>
            </a:r>
            <a:r>
              <a:t>MemKD</a:t>
            </a:r>
            <a:r>
              <a:t>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84a9a3112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bca4e03994be7" /><Relationship Type="http://schemas.openxmlformats.org/officeDocument/2006/relationships/slideLayout" Target="/ppt/slideLayouts/slideLayout1.xml" Id="Rc0cc0352443a448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cc0352443a44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88ac5b6f74306" /><Relationship Type="http://schemas.openxmlformats.org/officeDocument/2006/relationships/image" Target="/ppt/media/image.png" Id="Rc0ab744acc104baf" /><Relationship Type="http://schemas.openxmlformats.org/officeDocument/2006/relationships/image" Target="/ppt/media/image2.png" Id="Rd7e6db94577b48cf" /><Relationship Type="http://schemas.openxmlformats.org/officeDocument/2006/relationships/image" Target="/ppt/media/image3.png" Id="R7edfea26250d4f5e" /><Relationship Type="http://schemas.openxmlformats.org/officeDocument/2006/relationships/image" Target="/ppt/media/image4.png" Id="R6c5250d3f5124659" /><Relationship Type="http://schemas.openxmlformats.org/officeDocument/2006/relationships/image" Target="/ppt/media/image5.png" Id="Rea188aa351bf4f2e" /><Relationship Type="http://schemas.openxmlformats.org/officeDocument/2006/relationships/image" Target="/ppt/media/image6.png" Id="R7fcaabfc0d264bee" /><Relationship Type="http://schemas.openxmlformats.org/officeDocument/2006/relationships/image" Target="/ppt/media/image7.png" Id="Raebd7c11042b4a50" /><Relationship Type="http://schemas.openxmlformats.org/officeDocument/2006/relationships/image" Target="/ppt/media/image8.png" Id="R6e3f32ff216b423d" /><Relationship Type="http://schemas.openxmlformats.org/officeDocument/2006/relationships/image" Target="/ppt/media/image9.png" Id="Rb1732d866ba04cac" /><Relationship Type="http://schemas.openxmlformats.org/officeDocument/2006/relationships/notesSlide" Target="/ppt/notesSlides/notesSlide1.xml" Id="R00311431fa8048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37DFCCD1-CA83-446E-810A-0C425738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81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8" name="anchor">
            <a:extLst xmlns:a="http://schemas.openxmlformats.org/drawingml/2006/main">
              <a:ext uri="{FF2B5EF4-FFF2-40B4-BE49-F238E27FC236}">
                <a16:creationId xmlns:a16="http://schemas.microsoft.com/office/drawing/2014/main" id="{87A1A9FE-98B7-49B9-B058-E45FB8B3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54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0" name="anchor">
            <a:extLst xmlns:a="http://schemas.openxmlformats.org/drawingml/2006/main">
              <a:ext uri="{FF2B5EF4-FFF2-40B4-BE49-F238E27FC236}">
                <a16:creationId xmlns:a16="http://schemas.microsoft.com/office/drawing/2014/main" id="{78ADD0DF-B9F8-4EF4-B658-441F5E34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4732491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1" name="anchor">
            <a:extLst xmlns:a="http://schemas.openxmlformats.org/drawingml/2006/main">
              <a:ext uri="{FF2B5EF4-FFF2-40B4-BE49-F238E27FC236}">
                <a16:creationId xmlns:a16="http://schemas.microsoft.com/office/drawing/2014/main" id="{191B1330-0532-4228-9275-A08DC7B1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4" y="5154459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2" name="Teacher panel">
            <a:extLst xmlns:a="http://schemas.openxmlformats.org/drawingml/2006/main">
              <a:ext uri="{FF2B5EF4-FFF2-40B4-BE49-F238E27FC236}">
                <a16:creationId xmlns:a16="http://schemas.microsoft.com/office/drawing/2014/main" id="{392DEE35-E3BA-4437-9951-E1B99BCE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4300"/>
            <a:ext cx="5215255" cy="1651000"/>
          </a:xfrm>
          <a:custGeom xmlns:a="http://schemas.openxmlformats.org/drawingml/2006/main">
            <a:gdLst>
              <a:gd name="csX0" fmla="*/ 0 w 5215255"/>
              <a:gd name="csY0" fmla="*/ 87222 h 1651000"/>
              <a:gd name="csX1" fmla="*/ 87222 w 5215255"/>
              <a:gd name="csY1" fmla="*/ 0 h 1651000"/>
              <a:gd name="csX2" fmla="*/ 666915 w 5215255"/>
              <a:gd name="csY2" fmla="*/ 0 h 1651000"/>
              <a:gd name="csX3" fmla="*/ 1145792 w 5215255"/>
              <a:gd name="csY3" fmla="*/ 0 h 1651000"/>
              <a:gd name="csX4" fmla="*/ 1826302 w 5215255"/>
              <a:gd name="csY4" fmla="*/ 0 h 1651000"/>
              <a:gd name="csX5" fmla="*/ 2355587 w 5215255"/>
              <a:gd name="csY5" fmla="*/ 0 h 1651000"/>
              <a:gd name="csX6" fmla="*/ 2834464 w 5215255"/>
              <a:gd name="csY6" fmla="*/ 0 h 1651000"/>
              <a:gd name="csX7" fmla="*/ 3363749 w 5215255"/>
              <a:gd name="csY7" fmla="*/ 0 h 1651000"/>
              <a:gd name="csX8" fmla="*/ 4044259 w 5215255"/>
              <a:gd name="csY8" fmla="*/ 0 h 1651000"/>
              <a:gd name="csX9" fmla="*/ 4573544 w 5215255"/>
              <a:gd name="csY9" fmla="*/ 0 h 1651000"/>
              <a:gd name="csX10" fmla="*/ 5128033 w 5215255"/>
              <a:gd name="csY10" fmla="*/ 0 h 1651000"/>
              <a:gd name="csX11" fmla="*/ 5215255 w 5215255"/>
              <a:gd name="csY11" fmla="*/ 87222 h 1651000"/>
              <a:gd name="csX12" fmla="*/ 5215255 w 5215255"/>
              <a:gd name="csY12" fmla="*/ 594173 h 1651000"/>
              <a:gd name="csX13" fmla="*/ 5215255 w 5215255"/>
              <a:gd name="csY13" fmla="*/ 1056827 h 1651000"/>
              <a:gd name="csX14" fmla="*/ 5215255 w 5215255"/>
              <a:gd name="csY14" fmla="*/ 1563778 h 1651000"/>
              <a:gd name="csX15" fmla="*/ 5128033 w 5215255"/>
              <a:gd name="csY15" fmla="*/ 1651000 h 1651000"/>
              <a:gd name="csX16" fmla="*/ 4649156 w 5215255"/>
              <a:gd name="csY16" fmla="*/ 1651000 h 1651000"/>
              <a:gd name="csX17" fmla="*/ 4069463 w 5215255"/>
              <a:gd name="csY17" fmla="*/ 1651000 h 1651000"/>
              <a:gd name="csX18" fmla="*/ 3388953 w 5215255"/>
              <a:gd name="csY18" fmla="*/ 1651000 h 1651000"/>
              <a:gd name="csX19" fmla="*/ 2859668 w 5215255"/>
              <a:gd name="csY19" fmla="*/ 1651000 h 1651000"/>
              <a:gd name="csX20" fmla="*/ 2229567 w 5215255"/>
              <a:gd name="csY20" fmla="*/ 1651000 h 1651000"/>
              <a:gd name="csX21" fmla="*/ 1750690 w 5215255"/>
              <a:gd name="csY21" fmla="*/ 1651000 h 1651000"/>
              <a:gd name="csX22" fmla="*/ 1019772 w 5215255"/>
              <a:gd name="csY22" fmla="*/ 1651000 h 1651000"/>
              <a:gd name="csX23" fmla="*/ 87222 w 5215255"/>
              <a:gd name="csY23" fmla="*/ 1651000 h 1651000"/>
              <a:gd name="csX24" fmla="*/ 0 w 5215255"/>
              <a:gd name="csY24" fmla="*/ 1563778 h 1651000"/>
              <a:gd name="csX25" fmla="*/ 0 w 5215255"/>
              <a:gd name="csY25" fmla="*/ 1071593 h 1651000"/>
              <a:gd name="csX26" fmla="*/ 0 w 5215255"/>
              <a:gd name="csY26" fmla="*/ 579407 h 1651000"/>
              <a:gd name="csX27" fmla="*/ 0 w 5215255"/>
              <a:gd name="csY27" fmla="*/ 87222 h 1651000"/>
            </a:gdLst>
            <a:rect l="l" t="t" r="r" b="b"/>
            <a:pathLst>
              <a:path w="5215255" h="1651000">
                <a:moveTo>
                  <a:pt x="0" y="87222"/>
                </a:moveTo>
                <a:cubicBezTo>
                  <a:pt x="-348" y="31835"/>
                  <a:pt x="48766" y="6120"/>
                  <a:pt x="87222" y="0"/>
                </a:cubicBezTo>
                <a:cubicBezTo>
                  <a:pt x="219344" y="-19475"/>
                  <a:pt x="516872" y="3078"/>
                  <a:pt x="666915" y="0"/>
                </a:cubicBezTo>
                <a:cubicBezTo>
                  <a:pt x="816958" y="-3078"/>
                  <a:pt x="949497" y="11849"/>
                  <a:pt x="1145792" y="0"/>
                </a:cubicBezTo>
                <a:cubicBezTo>
                  <a:pt x="1342087" y="-11849"/>
                  <a:pt x="1533473" y="17626"/>
                  <a:pt x="1826302" y="0"/>
                </a:cubicBezTo>
                <a:cubicBezTo>
                  <a:pt x="2119131" y="-17626"/>
                  <a:pt x="2226742" y="-4384"/>
                  <a:pt x="2355587" y="0"/>
                </a:cubicBezTo>
                <a:cubicBezTo>
                  <a:pt x="2484432" y="4384"/>
                  <a:pt x="2620557" y="-6446"/>
                  <a:pt x="2834464" y="0"/>
                </a:cubicBezTo>
                <a:cubicBezTo>
                  <a:pt x="3048371" y="6446"/>
                  <a:pt x="3163223" y="5595"/>
                  <a:pt x="3363749" y="0"/>
                </a:cubicBezTo>
                <a:cubicBezTo>
                  <a:pt x="3564275" y="-5595"/>
                  <a:pt x="3748597" y="29995"/>
                  <a:pt x="4044259" y="0"/>
                </a:cubicBezTo>
                <a:cubicBezTo>
                  <a:pt x="4339921" y="-29995"/>
                  <a:pt x="4348515" y="-3114"/>
                  <a:pt x="4573544" y="0"/>
                </a:cubicBezTo>
                <a:cubicBezTo>
                  <a:pt x="4798573" y="3114"/>
                  <a:pt x="4997988" y="19105"/>
                  <a:pt x="5128033" y="0"/>
                </a:cubicBezTo>
                <a:cubicBezTo>
                  <a:pt x="5186862" y="2113"/>
                  <a:pt x="5211734" y="41325"/>
                  <a:pt x="5215255" y="87222"/>
                </a:cubicBezTo>
                <a:cubicBezTo>
                  <a:pt x="5215952" y="197890"/>
                  <a:pt x="5196838" y="481441"/>
                  <a:pt x="5215255" y="594173"/>
                </a:cubicBezTo>
                <a:cubicBezTo>
                  <a:pt x="5233672" y="706905"/>
                  <a:pt x="5221423" y="882662"/>
                  <a:pt x="5215255" y="1056827"/>
                </a:cubicBezTo>
                <a:cubicBezTo>
                  <a:pt x="5209087" y="1230992"/>
                  <a:pt x="5200999" y="1330290"/>
                  <a:pt x="5215255" y="1563778"/>
                </a:cubicBezTo>
                <a:cubicBezTo>
                  <a:pt x="5211387" y="1605039"/>
                  <a:pt x="5173194" y="1652399"/>
                  <a:pt x="5128033" y="1651000"/>
                </a:cubicBezTo>
                <a:cubicBezTo>
                  <a:pt x="4993040" y="1673204"/>
                  <a:pt x="4854154" y="1640656"/>
                  <a:pt x="4649156" y="1651000"/>
                </a:cubicBezTo>
                <a:cubicBezTo>
                  <a:pt x="4444158" y="1661344"/>
                  <a:pt x="4299961" y="1675904"/>
                  <a:pt x="4069463" y="1651000"/>
                </a:cubicBezTo>
                <a:cubicBezTo>
                  <a:pt x="3838965" y="1626096"/>
                  <a:pt x="3570126" y="1647770"/>
                  <a:pt x="3388953" y="1651000"/>
                </a:cubicBezTo>
                <a:cubicBezTo>
                  <a:pt x="3207780" y="1654231"/>
                  <a:pt x="2994305" y="1649606"/>
                  <a:pt x="2859668" y="1651000"/>
                </a:cubicBezTo>
                <a:cubicBezTo>
                  <a:pt x="2725032" y="1652394"/>
                  <a:pt x="2520404" y="1678532"/>
                  <a:pt x="2229567" y="1651000"/>
                </a:cubicBezTo>
                <a:cubicBezTo>
                  <a:pt x="1938730" y="1623468"/>
                  <a:pt x="1910377" y="1635317"/>
                  <a:pt x="1750690" y="1651000"/>
                </a:cubicBezTo>
                <a:cubicBezTo>
                  <a:pt x="1591003" y="1666683"/>
                  <a:pt x="1226053" y="1646688"/>
                  <a:pt x="1019772" y="1651000"/>
                </a:cubicBezTo>
                <a:cubicBezTo>
                  <a:pt x="813491" y="1655312"/>
                  <a:pt x="468755" y="1636778"/>
                  <a:pt x="87222" y="1651000"/>
                </a:cubicBezTo>
                <a:cubicBezTo>
                  <a:pt x="40689" y="1644660"/>
                  <a:pt x="2975" y="1600776"/>
                  <a:pt x="0" y="1563778"/>
                </a:cubicBezTo>
                <a:cubicBezTo>
                  <a:pt x="21172" y="1376235"/>
                  <a:pt x="-4497" y="1301134"/>
                  <a:pt x="0" y="1071593"/>
                </a:cubicBezTo>
                <a:cubicBezTo>
                  <a:pt x="4497" y="842053"/>
                  <a:pt x="-13182" y="785780"/>
                  <a:pt x="0" y="579407"/>
                </a:cubicBezTo>
                <a:cubicBezTo>
                  <a:pt x="13182" y="373034"/>
                  <a:pt x="-5582" y="270388"/>
                  <a:pt x="0" y="87222"/>
                </a:cubicBezTo>
                <a:close/>
              </a:path>
              <a:path w="5215255" h="1651000">
                <a:moveTo>
                  <a:pt x="0" y="87222"/>
                </a:moveTo>
                <a:cubicBezTo>
                  <a:pt x="-5292" y="35787"/>
                  <a:pt x="31588" y="2801"/>
                  <a:pt x="87222" y="0"/>
                </a:cubicBezTo>
                <a:cubicBezTo>
                  <a:pt x="297401" y="-9109"/>
                  <a:pt x="666877" y="3859"/>
                  <a:pt x="818140" y="0"/>
                </a:cubicBezTo>
                <a:cubicBezTo>
                  <a:pt x="969403" y="-3859"/>
                  <a:pt x="1192771" y="15059"/>
                  <a:pt x="1397833" y="0"/>
                </a:cubicBezTo>
                <a:cubicBezTo>
                  <a:pt x="1602895" y="-15059"/>
                  <a:pt x="1713593" y="8112"/>
                  <a:pt x="1927118" y="0"/>
                </a:cubicBezTo>
                <a:cubicBezTo>
                  <a:pt x="2140643" y="-8112"/>
                  <a:pt x="2361292" y="12628"/>
                  <a:pt x="2607628" y="0"/>
                </a:cubicBezTo>
                <a:cubicBezTo>
                  <a:pt x="2853964" y="-12628"/>
                  <a:pt x="3044152" y="2543"/>
                  <a:pt x="3187321" y="0"/>
                </a:cubicBezTo>
                <a:cubicBezTo>
                  <a:pt x="3330490" y="-2543"/>
                  <a:pt x="3722040" y="4353"/>
                  <a:pt x="3918238" y="0"/>
                </a:cubicBezTo>
                <a:cubicBezTo>
                  <a:pt x="4114436" y="-4353"/>
                  <a:pt x="4305001" y="-7587"/>
                  <a:pt x="4447524" y="0"/>
                </a:cubicBezTo>
                <a:cubicBezTo>
                  <a:pt x="4590047" y="7587"/>
                  <a:pt x="4958273" y="-5095"/>
                  <a:pt x="5128033" y="0"/>
                </a:cubicBezTo>
                <a:cubicBezTo>
                  <a:pt x="5182843" y="1596"/>
                  <a:pt x="5206660" y="37661"/>
                  <a:pt x="5215255" y="87222"/>
                </a:cubicBezTo>
                <a:cubicBezTo>
                  <a:pt x="5239566" y="267237"/>
                  <a:pt x="5207796" y="409408"/>
                  <a:pt x="5215255" y="579407"/>
                </a:cubicBezTo>
                <a:cubicBezTo>
                  <a:pt x="5222714" y="749406"/>
                  <a:pt x="5224116" y="907381"/>
                  <a:pt x="5215255" y="1056827"/>
                </a:cubicBezTo>
                <a:cubicBezTo>
                  <a:pt x="5206394" y="1206273"/>
                  <a:pt x="5198872" y="1381030"/>
                  <a:pt x="5215255" y="1563778"/>
                </a:cubicBezTo>
                <a:cubicBezTo>
                  <a:pt x="5222730" y="1602669"/>
                  <a:pt x="5165829" y="1646989"/>
                  <a:pt x="5128033" y="1651000"/>
                </a:cubicBezTo>
                <a:cubicBezTo>
                  <a:pt x="4979641" y="1628568"/>
                  <a:pt x="4637271" y="1660044"/>
                  <a:pt x="4497932" y="1651000"/>
                </a:cubicBezTo>
                <a:cubicBezTo>
                  <a:pt x="4358593" y="1641956"/>
                  <a:pt x="4099037" y="1619522"/>
                  <a:pt x="3767014" y="1651000"/>
                </a:cubicBezTo>
                <a:cubicBezTo>
                  <a:pt x="3434991" y="1682478"/>
                  <a:pt x="3323615" y="1679928"/>
                  <a:pt x="3136913" y="1651000"/>
                </a:cubicBezTo>
                <a:cubicBezTo>
                  <a:pt x="2950211" y="1622072"/>
                  <a:pt x="2770734" y="1650149"/>
                  <a:pt x="2658036" y="1651000"/>
                </a:cubicBezTo>
                <a:cubicBezTo>
                  <a:pt x="2545338" y="1651851"/>
                  <a:pt x="2382607" y="1625923"/>
                  <a:pt x="2128750" y="1651000"/>
                </a:cubicBezTo>
                <a:cubicBezTo>
                  <a:pt x="1874893" y="1676077"/>
                  <a:pt x="1653138" y="1683895"/>
                  <a:pt x="1397833" y="1651000"/>
                </a:cubicBezTo>
                <a:cubicBezTo>
                  <a:pt x="1142528" y="1618105"/>
                  <a:pt x="1037284" y="1648344"/>
                  <a:pt x="767731" y="1651000"/>
                </a:cubicBezTo>
                <a:cubicBezTo>
                  <a:pt x="498178" y="1653656"/>
                  <a:pt x="286330" y="1677069"/>
                  <a:pt x="87222" y="1651000"/>
                </a:cubicBezTo>
                <a:cubicBezTo>
                  <a:pt x="38782" y="1643751"/>
                  <a:pt x="11706" y="1614390"/>
                  <a:pt x="0" y="1563778"/>
                </a:cubicBezTo>
                <a:cubicBezTo>
                  <a:pt x="18886" y="1458745"/>
                  <a:pt x="10895" y="1230740"/>
                  <a:pt x="0" y="1071593"/>
                </a:cubicBezTo>
                <a:cubicBezTo>
                  <a:pt x="-10895" y="912446"/>
                  <a:pt x="13298" y="738236"/>
                  <a:pt x="0" y="579407"/>
                </a:cubicBezTo>
                <a:cubicBezTo>
                  <a:pt x="-13298" y="420578"/>
                  <a:pt x="-1561" y="187395"/>
                  <a:pt x="0" y="87222"/>
                </a:cubicBezTo>
                <a:close/>
              </a:path>
            </a:pathLst>
          </a:cu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3" name="Teacher title">
            <a:extLst xmlns:a="http://schemas.openxmlformats.org/drawingml/2006/main">
              <a:ext uri="{FF2B5EF4-FFF2-40B4-BE49-F238E27FC236}">
                <a16:creationId xmlns:a16="http://schemas.microsoft.com/office/drawing/2014/main" id="{3CDD4E8A-49A8-46FC-BA4A-00A33075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394" y="209550"/>
            <a:ext cx="4669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0646AD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0646AD"/>
                </a:solidFill>
                <a:latin typeface="Comic Sans MS"/>
                <a:ea typeface="Comic Sans MS"/>
                <a:cs typeface="Comic Sans MS"/>
              </a:rPr>
              <a:t>Teacher: pretrained wav2vec 2.0</a:t>
            </a:r>
          </a:p>
        </p:txBody>
      </p:sp>
      <p:sp>
        <p:nvSpPr>
          <p:cNvPr id="154" name="module-CNN&#10;encoder">
            <a:extLst xmlns:a="http://schemas.openxmlformats.org/drawingml/2006/main">
              <a:ext uri="{FF2B5EF4-FFF2-40B4-BE49-F238E27FC236}">
                <a16:creationId xmlns:a16="http://schemas.microsoft.com/office/drawing/2014/main" id="{4083EF02-9397-4B2B-8E23-4806C9D8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3875"/>
            <a:ext cx="1133475" cy="1152525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55" name="module-title-CNN&#10;encoder">
            <a:extLst xmlns:a="http://schemas.openxmlformats.org/drawingml/2006/main">
              <a:ext uri="{FF2B5EF4-FFF2-40B4-BE49-F238E27FC236}">
                <a16:creationId xmlns:a16="http://schemas.microsoft.com/office/drawing/2014/main" id="{3E11F691-4FCF-4019-83CD-16AADE3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619124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159" name="anchor">
            <a:extLst xmlns:a="http://schemas.openxmlformats.org/drawingml/2006/main">
              <a:ext uri="{FF2B5EF4-FFF2-40B4-BE49-F238E27FC236}">
                <a16:creationId xmlns:a16="http://schemas.microsoft.com/office/drawing/2014/main" id="{BBBDA912-ABD1-42FA-AE2C-8C177D20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3525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0" name="anchor">
            <a:extLst xmlns:a="http://schemas.openxmlformats.org/drawingml/2006/main">
              <a:ext uri="{FF2B5EF4-FFF2-40B4-BE49-F238E27FC236}">
                <a16:creationId xmlns:a16="http://schemas.microsoft.com/office/drawing/2014/main" id="{2ED4ECDD-15DB-4AF7-B54E-BD30891C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238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2" name="anchor">
            <a:extLst xmlns:a="http://schemas.openxmlformats.org/drawingml/2006/main">
              <a:ext uri="{FF2B5EF4-FFF2-40B4-BE49-F238E27FC236}">
                <a16:creationId xmlns:a16="http://schemas.microsoft.com/office/drawing/2014/main" id="{16082119-C4AB-41DF-A74A-E536B1EC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381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3" name="anchor">
            <a:extLst xmlns:a="http://schemas.openxmlformats.org/drawingml/2006/main">
              <a:ext uri="{FF2B5EF4-FFF2-40B4-BE49-F238E27FC236}">
                <a16:creationId xmlns:a16="http://schemas.microsoft.com/office/drawing/2014/main" id="{94C7D69A-4ED6-4F73-A605-EA08ADA5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2668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5" name="module-Transformer">
            <a:extLst xmlns:a="http://schemas.openxmlformats.org/drawingml/2006/main">
              <a:ext uri="{FF2B5EF4-FFF2-40B4-BE49-F238E27FC236}">
                <a16:creationId xmlns:a16="http://schemas.microsoft.com/office/drawing/2014/main" id="{3EF581B8-C1F1-4215-B38F-123F1023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3875"/>
            <a:ext cx="17716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6" name="module-title-Transformer">
            <a:extLst xmlns:a="http://schemas.openxmlformats.org/drawingml/2006/main">
              <a:ext uri="{FF2B5EF4-FFF2-40B4-BE49-F238E27FC236}">
                <a16:creationId xmlns:a16="http://schemas.microsoft.com/office/drawing/2014/main" id="{5517194B-CAAE-4B19-B77B-E45D694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55918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Transformer</a:t>
            </a: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layer</a:t>
            </a:r>
          </a:p>
        </p:txBody>
      </p:sp>
      <p:sp>
        <p:nvSpPr>
          <p:cNvPr id="167" name="tr-top">
            <a:extLst xmlns:a="http://schemas.openxmlformats.org/drawingml/2006/main">
              <a:ext uri="{FF2B5EF4-FFF2-40B4-BE49-F238E27FC236}">
                <a16:creationId xmlns:a16="http://schemas.microsoft.com/office/drawing/2014/main" id="{2D034A68-EEB4-44D9-BA0B-9819ABA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6" name="anchor">
            <a:extLst xmlns:a="http://schemas.openxmlformats.org/drawingml/2006/main">
              <a:ext uri="{FF2B5EF4-FFF2-40B4-BE49-F238E27FC236}">
                <a16:creationId xmlns:a16="http://schemas.microsoft.com/office/drawing/2014/main" id="{5C818BF8-5501-4FF6-83E7-E8ABA0D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8" name="anchor">
            <a:extLst xmlns:a="http://schemas.openxmlformats.org/drawingml/2006/main">
              <a:ext uri="{FF2B5EF4-FFF2-40B4-BE49-F238E27FC236}">
                <a16:creationId xmlns:a16="http://schemas.microsoft.com/office/drawing/2014/main" id="{3EACD5B1-7F8B-4DEE-BBC6-B6ED4D25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79" name="anchor">
            <a:extLst xmlns:a="http://schemas.openxmlformats.org/drawingml/2006/main">
              <a:ext uri="{FF2B5EF4-FFF2-40B4-BE49-F238E27FC236}">
                <a16:creationId xmlns:a16="http://schemas.microsoft.com/office/drawing/2014/main" id="{5378ACF0-8642-4536-BBB4-2628E8F5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1" name="anchor">
            <a:extLst xmlns:a="http://schemas.openxmlformats.org/drawingml/2006/main">
              <a:ext uri="{FF2B5EF4-FFF2-40B4-BE49-F238E27FC236}">
                <a16:creationId xmlns:a16="http://schemas.microsoft.com/office/drawing/2014/main" id="{448A81B6-529F-4280-AA07-68C94737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2" name="anchor">
            <a:extLst xmlns:a="http://schemas.openxmlformats.org/drawingml/2006/main">
              <a:ext uri="{FF2B5EF4-FFF2-40B4-BE49-F238E27FC236}">
                <a16:creationId xmlns:a16="http://schemas.microsoft.com/office/drawing/2014/main" id="{89D80B60-55F1-46BF-BB63-23663D7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4" name="anchor">
            <a:extLst xmlns:a="http://schemas.openxmlformats.org/drawingml/2006/main">
              <a:ext uri="{FF2B5EF4-FFF2-40B4-BE49-F238E27FC236}">
                <a16:creationId xmlns:a16="http://schemas.microsoft.com/office/drawing/2014/main" id="{36238E5E-AC9A-4D99-927D-5A9BC2AC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7" name="anchor">
            <a:extLst xmlns:a="http://schemas.openxmlformats.org/drawingml/2006/main">
              <a:ext uri="{FF2B5EF4-FFF2-40B4-BE49-F238E27FC236}">
                <a16:creationId xmlns:a16="http://schemas.microsoft.com/office/drawing/2014/main" id="{A7BD6B4D-69E6-48CB-BD4F-D1941B03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88" name="anchor">
            <a:extLst xmlns:a="http://schemas.openxmlformats.org/drawingml/2006/main">
              <a:ext uri="{FF2B5EF4-FFF2-40B4-BE49-F238E27FC236}">
                <a16:creationId xmlns:a16="http://schemas.microsoft.com/office/drawing/2014/main" id="{FF32A7CC-F71F-4D80-A315-E95B8243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0" name="anchor">
            <a:extLst xmlns:a="http://schemas.openxmlformats.org/drawingml/2006/main">
              <a:ext uri="{FF2B5EF4-FFF2-40B4-BE49-F238E27FC236}">
                <a16:creationId xmlns:a16="http://schemas.microsoft.com/office/drawing/2014/main" id="{1E880CCD-3667-4F10-83A4-C8F180E5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17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1" name="anchor">
            <a:extLst xmlns:a="http://schemas.openxmlformats.org/drawingml/2006/main">
              <a:ext uri="{FF2B5EF4-FFF2-40B4-BE49-F238E27FC236}">
                <a16:creationId xmlns:a16="http://schemas.microsoft.com/office/drawing/2014/main" id="{418D16C9-83AD-44EA-B9A0-9B02690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6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3" name="ellipsis">
            <a:extLst xmlns:a="http://schemas.openxmlformats.org/drawingml/2006/main">
              <a:ext uri="{FF2B5EF4-FFF2-40B4-BE49-F238E27FC236}">
                <a16:creationId xmlns:a16="http://schemas.microsoft.com/office/drawing/2014/main" id="{77B9B16E-07CA-4B7F-851D-5BD334D0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7038" y="1134490"/>
            <a:ext cx="348362" cy="295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0">
                <a:solidFill>
                  <a:srgbClr val="111111"/>
                </a:solidFill>
              </a:defRPr>
            </a:pP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  <a:r>
              <a:rPr sz="127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4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3C862E70-9482-478A-B105-7C7231EF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3875"/>
            <a:ext cx="12382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5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EEA08265-BF88-4D3F-B4B5-E11E4533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19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Classifier</a:t>
            </a:r>
          </a:p>
        </p:txBody>
      </p:sp>
      <p:sp>
        <p:nvSpPr>
          <p:cNvPr id="196" name="bar-0">
            <a:extLst xmlns:a="http://schemas.openxmlformats.org/drawingml/2006/main">
              <a:ext uri="{FF2B5EF4-FFF2-40B4-BE49-F238E27FC236}">
                <a16:creationId xmlns:a16="http://schemas.microsoft.com/office/drawing/2014/main" id="{2038CC46-7675-40B9-B01B-50039DD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930" y="1351598"/>
            <a:ext cx="85725" cy="193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7" name="bar-1">
            <a:extLst xmlns:a="http://schemas.openxmlformats.org/drawingml/2006/main">
              <a:ext uri="{FF2B5EF4-FFF2-40B4-BE49-F238E27FC236}">
                <a16:creationId xmlns:a16="http://schemas.microsoft.com/office/drawing/2014/main" id="{BD20279F-9F7F-4A48-BAC4-2623C1B8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5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8" name="bar-2">
            <a:extLst xmlns:a="http://schemas.openxmlformats.org/drawingml/2006/main">
              <a:ext uri="{FF2B5EF4-FFF2-40B4-BE49-F238E27FC236}">
                <a16:creationId xmlns:a16="http://schemas.microsoft.com/office/drawing/2014/main" id="{006ADB73-5D61-48F5-AC6F-236B38C0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980" y="1020128"/>
            <a:ext cx="85725" cy="5248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99" name="bar-3">
            <a:extLst xmlns:a="http://schemas.openxmlformats.org/drawingml/2006/main">
              <a:ext uri="{FF2B5EF4-FFF2-40B4-BE49-F238E27FC236}">
                <a16:creationId xmlns:a16="http://schemas.microsoft.com/office/drawing/2014/main" id="{9B8F36C5-B0B7-47AE-8D88-C3106463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7005" y="1202436"/>
            <a:ext cx="85725" cy="342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0" name="anchor">
            <a:extLst xmlns:a="http://schemas.openxmlformats.org/drawingml/2006/main">
              <a:ext uri="{FF2B5EF4-FFF2-40B4-BE49-F238E27FC236}">
                <a16:creationId xmlns:a16="http://schemas.microsoft.com/office/drawing/2014/main" id="{EE696813-5C47-49D4-8298-BA69FB07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1" name="anchor">
            <a:extLst xmlns:a="http://schemas.openxmlformats.org/drawingml/2006/main">
              <a:ext uri="{FF2B5EF4-FFF2-40B4-BE49-F238E27FC236}">
                <a16:creationId xmlns:a16="http://schemas.microsoft.com/office/drawing/2014/main" id="{FD471234-64AE-412B-852E-A570574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91" name="直接箭头连接符 852"/>
          <p:cNvCxnSpPr>
            <a:stCxn xmlns:a="http://schemas.openxmlformats.org/drawingml/2006/main" id="200" idx="6"/>
            <a:endCxn xmlns:a="http://schemas.openxmlformats.org/drawingml/2006/main" id="201" idx="2"/>
          </p:cNvCxnSpPr>
          <p:nvPr/>
        </p:nvCxnSpPr>
        <p:spPr>
          <a:xfrm xmlns:a="http://schemas.openxmlformats.org/drawingml/2006/main">
            <a:off x="34004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3" name="anchor">
            <a:extLst xmlns:a="http://schemas.openxmlformats.org/drawingml/2006/main">
              <a:ext uri="{FF2B5EF4-FFF2-40B4-BE49-F238E27FC236}">
                <a16:creationId xmlns:a16="http://schemas.microsoft.com/office/drawing/2014/main" id="{B08DEFE8-68DD-4980-B464-793FEA98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4" name="anchor">
            <a:extLst xmlns:a="http://schemas.openxmlformats.org/drawingml/2006/main">
              <a:ext uri="{FF2B5EF4-FFF2-40B4-BE49-F238E27FC236}">
                <a16:creationId xmlns:a16="http://schemas.microsoft.com/office/drawing/2014/main" id="{3009B81F-B59C-41FD-93FC-EBBA57D2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095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94" name="直接箭头连接符 855"/>
          <p:cNvCxnSpPr>
            <a:stCxn xmlns:a="http://schemas.openxmlformats.org/drawingml/2006/main" id="203" idx="6"/>
            <a:endCxn xmlns:a="http://schemas.openxmlformats.org/drawingml/2006/main" id="204" idx="2"/>
          </p:cNvCxnSpPr>
          <p:nvPr/>
        </p:nvCxnSpPr>
        <p:spPr>
          <a:xfrm xmlns:a="http://schemas.openxmlformats.org/drawingml/2006/main">
            <a:off x="5419725" y="11049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6" name="anchor">
            <a:extLst xmlns:a="http://schemas.openxmlformats.org/drawingml/2006/main">
              <a:ext uri="{FF2B5EF4-FFF2-40B4-BE49-F238E27FC236}">
                <a16:creationId xmlns:a16="http://schemas.microsoft.com/office/drawing/2014/main" id="{7B380BCC-8E4C-453C-A73A-9591401C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07" name="anchor">
            <a:extLst xmlns:a="http://schemas.openxmlformats.org/drawingml/2006/main">
              <a:ext uri="{FF2B5EF4-FFF2-40B4-BE49-F238E27FC236}">
                <a16:creationId xmlns:a16="http://schemas.microsoft.com/office/drawing/2014/main" id="{11BD8C93-7F0D-4ABD-9067-802D3B4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2096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397" name="直接箭头连接符 858"/>
          <p:cNvCxnSpPr>
            <a:stCxn xmlns:a="http://schemas.openxmlformats.org/drawingml/2006/main" id="206" idx="6"/>
            <a:endCxn xmlns:a="http://schemas.openxmlformats.org/drawingml/2006/main" id="207" idx="2"/>
          </p:cNvCxnSpPr>
          <p:nvPr/>
        </p:nvCxnSpPr>
        <p:spPr>
          <a:xfrm xmlns:a="http://schemas.openxmlformats.org/drawingml/2006/main">
            <a:off x="6915150" y="12192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09" name="bar-0">
            <a:extLst xmlns:a="http://schemas.openxmlformats.org/drawingml/2006/main">
              <a:ext uri="{FF2B5EF4-FFF2-40B4-BE49-F238E27FC236}">
                <a16:creationId xmlns:a16="http://schemas.microsoft.com/office/drawing/2014/main" id="{C960E3EA-8F57-42C6-80AC-306A9470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471" y="1128712"/>
            <a:ext cx="857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5" name="zt">
            <a:extLst xmlns:a="http://schemas.openxmlformats.org/drawingml/2006/main">
              <a:ext uri="{FF2B5EF4-FFF2-40B4-BE49-F238E27FC236}">
                <a16:creationId xmlns:a16="http://schemas.microsoft.com/office/drawing/2014/main" id="{40E3B82C-AB1C-4118-8046-E4D67CE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1461135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𝒁</m:t>
                      </m:r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7" name="HT">
            <a:extLst xmlns:a="http://schemas.openxmlformats.org/drawingml/2006/main">
              <a:ext uri="{FF2B5EF4-FFF2-40B4-BE49-F238E27FC236}">
                <a16:creationId xmlns:a16="http://schemas.microsoft.com/office/drawing/2014/main" id="{47CD41B6-CEA4-461E-873C-1D4FEEF0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0193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218" name="teacher hidden">
            <a:extLst xmlns:a="http://schemas.openxmlformats.org/drawingml/2006/main">
              <a:ext uri="{FF2B5EF4-FFF2-40B4-BE49-F238E27FC236}">
                <a16:creationId xmlns:a16="http://schemas.microsoft.com/office/drawing/2014/main" id="{DB3097E2-3698-49E7-BCE2-9401A078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1933575"/>
            <a:ext cx="39433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2F73E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19" name="token-0">
            <a:extLst xmlns:a="http://schemas.openxmlformats.org/drawingml/2006/main">
              <a:ext uri="{FF2B5EF4-FFF2-40B4-BE49-F238E27FC236}">
                <a16:creationId xmlns:a16="http://schemas.microsoft.com/office/drawing/2014/main" id="{6A9F951C-65DC-4DFD-8E25-A732353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0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125BABD7-2BDC-46A8-8CD6-A062085F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21" name="token-1">
            <a:extLst xmlns:a="http://schemas.openxmlformats.org/drawingml/2006/main">
              <a:ext uri="{FF2B5EF4-FFF2-40B4-BE49-F238E27FC236}">
                <a16:creationId xmlns:a16="http://schemas.microsoft.com/office/drawing/2014/main" id="{A8A03608-0F34-468A-9408-09582ED7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2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3A4C08E1-0623-4FE0-B01C-7924D7BC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3" name="token-2">
            <a:extLst xmlns:a="http://schemas.openxmlformats.org/drawingml/2006/main">
              <a:ext uri="{FF2B5EF4-FFF2-40B4-BE49-F238E27FC236}">
                <a16:creationId xmlns:a16="http://schemas.microsoft.com/office/drawing/2014/main" id="{ED2AFC73-7C9C-4FC8-94BD-0B8ACAD1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4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F8D66CAA-8E41-413F-BF66-8C7964D1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25" name="token-3">
            <a:extLst xmlns:a="http://schemas.openxmlformats.org/drawingml/2006/main">
              <a:ext uri="{FF2B5EF4-FFF2-40B4-BE49-F238E27FC236}">
                <a16:creationId xmlns:a16="http://schemas.microsoft.com/office/drawing/2014/main" id="{88B34B83-97A4-45B2-A2C1-FADB20A3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6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69AA3AA7-CAED-4EEF-BA8F-84427A6A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227" name="teacher dots">
            <a:extLst xmlns:a="http://schemas.openxmlformats.org/drawingml/2006/main">
              <a:ext uri="{FF2B5EF4-FFF2-40B4-BE49-F238E27FC236}">
                <a16:creationId xmlns:a16="http://schemas.microsoft.com/office/drawing/2014/main" id="{10A92635-7372-44A1-BE4D-1385D2BF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097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228" name="token-0">
            <a:extLst xmlns:a="http://schemas.openxmlformats.org/drawingml/2006/main">
              <a:ext uri="{FF2B5EF4-FFF2-40B4-BE49-F238E27FC236}">
                <a16:creationId xmlns:a16="http://schemas.microsoft.com/office/drawing/2014/main" id="{04FE0895-1577-4CB6-8B3A-4A45AB1B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28825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A7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29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B6DDCA1B-0122-4D1F-81DF-1845976A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383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395" name="Student panel">
            <a:extLst xmlns:a="http://schemas.openxmlformats.org/drawingml/2006/main">
              <a:ext uri="{FF2B5EF4-FFF2-40B4-BE49-F238E27FC236}">
                <a16:creationId xmlns:a16="http://schemas.microsoft.com/office/drawing/2014/main" id="{DACEF766-5FDC-4C98-B2B7-61989CF9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486650"/>
            <a:ext cx="6650355" cy="1516380"/>
          </a:xfrm>
          <a:custGeom xmlns:a="http://schemas.openxmlformats.org/drawingml/2006/main">
            <a:gdLst>
              <a:gd name="csX0" fmla="*/ 0 w 6650355"/>
              <a:gd name="csY0" fmla="*/ 64177 h 1583055"/>
              <a:gd name="csX1" fmla="*/ 64177 w 6650355"/>
              <a:gd name="csY1" fmla="*/ 0 h 1583055"/>
              <a:gd name="csX2" fmla="*/ 716377 w 6650355"/>
              <a:gd name="csY2" fmla="*/ 0 h 1583055"/>
              <a:gd name="csX3" fmla="*/ 1433797 w 6650355"/>
              <a:gd name="csY3" fmla="*/ 0 h 1583055"/>
              <a:gd name="csX4" fmla="*/ 1955557 w 6650355"/>
              <a:gd name="csY4" fmla="*/ 0 h 1583055"/>
              <a:gd name="csX5" fmla="*/ 2412097 w 6650355"/>
              <a:gd name="csY5" fmla="*/ 0 h 1583055"/>
              <a:gd name="csX6" fmla="*/ 2933857 w 6650355"/>
              <a:gd name="csY6" fmla="*/ 0 h 1583055"/>
              <a:gd name="csX7" fmla="*/ 3520838 w 6650355"/>
              <a:gd name="csY7" fmla="*/ 0 h 1583055"/>
              <a:gd name="csX8" fmla="*/ 4173038 w 6650355"/>
              <a:gd name="csY8" fmla="*/ 0 h 1583055"/>
              <a:gd name="csX9" fmla="*/ 4694798 w 6650355"/>
              <a:gd name="csY9" fmla="*/ 0 h 1583055"/>
              <a:gd name="csX10" fmla="*/ 5477438 w 6650355"/>
              <a:gd name="csY10" fmla="*/ 0 h 1583055"/>
              <a:gd name="csX11" fmla="*/ 6586178 w 6650355"/>
              <a:gd name="csY11" fmla="*/ 0 h 1583055"/>
              <a:gd name="csX12" fmla="*/ 6650355 w 6650355"/>
              <a:gd name="csY12" fmla="*/ 64177 h 1583055"/>
              <a:gd name="csX13" fmla="*/ 6650355 w 6650355"/>
              <a:gd name="csY13" fmla="*/ 549077 h 1583055"/>
              <a:gd name="csX14" fmla="*/ 6650355 w 6650355"/>
              <a:gd name="csY14" fmla="*/ 1048525 h 1583055"/>
              <a:gd name="csX15" fmla="*/ 6650355 w 6650355"/>
              <a:gd name="csY15" fmla="*/ 1518878 h 1583055"/>
              <a:gd name="csX16" fmla="*/ 6586178 w 6650355"/>
              <a:gd name="csY16" fmla="*/ 1583055 h 1583055"/>
              <a:gd name="csX17" fmla="*/ 5868758 w 6650355"/>
              <a:gd name="csY17" fmla="*/ 1583055 h 1583055"/>
              <a:gd name="csX18" fmla="*/ 5216558 w 6650355"/>
              <a:gd name="csY18" fmla="*/ 1583055 h 1583055"/>
              <a:gd name="csX19" fmla="*/ 4433918 w 6650355"/>
              <a:gd name="csY19" fmla="*/ 1583055 h 1583055"/>
              <a:gd name="csX20" fmla="*/ 3846938 w 6650355"/>
              <a:gd name="csY20" fmla="*/ 1583055 h 1583055"/>
              <a:gd name="csX21" fmla="*/ 3325178 w 6650355"/>
              <a:gd name="csY21" fmla="*/ 1583055 h 1583055"/>
              <a:gd name="csX22" fmla="*/ 2672977 w 6650355"/>
              <a:gd name="csY22" fmla="*/ 1583055 h 1583055"/>
              <a:gd name="csX23" fmla="*/ 1955557 w 6650355"/>
              <a:gd name="csY23" fmla="*/ 1583055 h 1583055"/>
              <a:gd name="csX24" fmla="*/ 1172917 w 6650355"/>
              <a:gd name="csY24" fmla="*/ 1583055 h 1583055"/>
              <a:gd name="csX25" fmla="*/ 64177 w 6650355"/>
              <a:gd name="csY25" fmla="*/ 1583055 h 1583055"/>
              <a:gd name="csX26" fmla="*/ 0 w 6650355"/>
              <a:gd name="csY26" fmla="*/ 1518878 h 1583055"/>
              <a:gd name="csX27" fmla="*/ 0 w 6650355"/>
              <a:gd name="csY27" fmla="*/ 1077619 h 1583055"/>
              <a:gd name="csX28" fmla="*/ 0 w 6650355"/>
              <a:gd name="csY28" fmla="*/ 578171 h 1583055"/>
              <a:gd name="csX29" fmla="*/ 0 w 6650355"/>
              <a:gd name="csY29" fmla="*/ 64177 h 1583055"/>
            </a:gdLst>
            <a:rect l="l" t="t" r="r" b="b"/>
            <a:pathLst>
              <a:path w="6650355" h="1583055">
                <a:moveTo>
                  <a:pt x="0" y="64177"/>
                </a:moveTo>
                <a:cubicBezTo>
                  <a:pt x="1297" y="29936"/>
                  <a:pt x="32970" y="-2533"/>
                  <a:pt x="64177" y="0"/>
                </a:cubicBezTo>
                <a:cubicBezTo>
                  <a:pt x="222300" y="15709"/>
                  <a:pt x="437416" y="-2734"/>
                  <a:pt x="716377" y="0"/>
                </a:cubicBezTo>
                <a:cubicBezTo>
                  <a:pt x="995338" y="2734"/>
                  <a:pt x="1092410" y="6518"/>
                  <a:pt x="1433797" y="0"/>
                </a:cubicBezTo>
                <a:cubicBezTo>
                  <a:pt x="1775184" y="-6518"/>
                  <a:pt x="1807060" y="-24701"/>
                  <a:pt x="1955557" y="0"/>
                </a:cubicBezTo>
                <a:cubicBezTo>
                  <a:pt x="2104054" y="24701"/>
                  <a:pt x="2251650" y="-13803"/>
                  <a:pt x="2412097" y="0"/>
                </a:cubicBezTo>
                <a:cubicBezTo>
                  <a:pt x="2572544" y="13803"/>
                  <a:pt x="2789451" y="17994"/>
                  <a:pt x="2933857" y="0"/>
                </a:cubicBezTo>
                <a:cubicBezTo>
                  <a:pt x="3078263" y="-17994"/>
                  <a:pt x="3239421" y="7293"/>
                  <a:pt x="3520838" y="0"/>
                </a:cubicBezTo>
                <a:cubicBezTo>
                  <a:pt x="3802255" y="-7293"/>
                  <a:pt x="3999259" y="20166"/>
                  <a:pt x="4173038" y="0"/>
                </a:cubicBezTo>
                <a:cubicBezTo>
                  <a:pt x="4346817" y="-20166"/>
                  <a:pt x="4497820" y="-13197"/>
                  <a:pt x="4694798" y="0"/>
                </a:cubicBezTo>
                <a:cubicBezTo>
                  <a:pt x="4891776" y="13197"/>
                  <a:pt x="5253937" y="6499"/>
                  <a:pt x="5477438" y="0"/>
                </a:cubicBezTo>
                <a:cubicBezTo>
                  <a:pt x="5700939" y="-6499"/>
                  <a:pt x="6228934" y="11610"/>
                  <a:pt x="6586178" y="0"/>
                </a:cubicBezTo>
                <a:cubicBezTo>
                  <a:pt x="6623159" y="5397"/>
                  <a:pt x="6652882" y="29797"/>
                  <a:pt x="6650355" y="64177"/>
                </a:cubicBezTo>
                <a:cubicBezTo>
                  <a:pt x="6664442" y="164555"/>
                  <a:pt x="6637307" y="398075"/>
                  <a:pt x="6650355" y="549077"/>
                </a:cubicBezTo>
                <a:cubicBezTo>
                  <a:pt x="6663403" y="700079"/>
                  <a:pt x="6663619" y="862129"/>
                  <a:pt x="6650355" y="1048525"/>
                </a:cubicBezTo>
                <a:cubicBezTo>
                  <a:pt x="6637091" y="1234921"/>
                  <a:pt x="6627279" y="1298755"/>
                  <a:pt x="6650355" y="1518878"/>
                </a:cubicBezTo>
                <a:cubicBezTo>
                  <a:pt x="6650481" y="1553048"/>
                  <a:pt x="6622142" y="1581517"/>
                  <a:pt x="6586178" y="1583055"/>
                </a:cubicBezTo>
                <a:cubicBezTo>
                  <a:pt x="6261415" y="1603609"/>
                  <a:pt x="6131337" y="1599235"/>
                  <a:pt x="5868758" y="1583055"/>
                </a:cubicBezTo>
                <a:cubicBezTo>
                  <a:pt x="5606179" y="1566875"/>
                  <a:pt x="5440783" y="1603715"/>
                  <a:pt x="5216558" y="1583055"/>
                </a:cubicBezTo>
                <a:cubicBezTo>
                  <a:pt x="4992333" y="1562395"/>
                  <a:pt x="4654989" y="1589075"/>
                  <a:pt x="4433918" y="1583055"/>
                </a:cubicBezTo>
                <a:cubicBezTo>
                  <a:pt x="4212847" y="1577035"/>
                  <a:pt x="4104176" y="1598462"/>
                  <a:pt x="3846938" y="1583055"/>
                </a:cubicBezTo>
                <a:cubicBezTo>
                  <a:pt x="3589700" y="1567648"/>
                  <a:pt x="3503749" y="1568366"/>
                  <a:pt x="3325178" y="1583055"/>
                </a:cubicBezTo>
                <a:cubicBezTo>
                  <a:pt x="3146607" y="1597744"/>
                  <a:pt x="2826049" y="1561412"/>
                  <a:pt x="2672977" y="1583055"/>
                </a:cubicBezTo>
                <a:cubicBezTo>
                  <a:pt x="2519905" y="1604698"/>
                  <a:pt x="2177059" y="1576449"/>
                  <a:pt x="1955557" y="1583055"/>
                </a:cubicBezTo>
                <a:cubicBezTo>
                  <a:pt x="1734055" y="1589661"/>
                  <a:pt x="1413403" y="1576197"/>
                  <a:pt x="1172917" y="1583055"/>
                </a:cubicBezTo>
                <a:cubicBezTo>
                  <a:pt x="932431" y="1589913"/>
                  <a:pt x="529146" y="1634007"/>
                  <a:pt x="64177" y="1583055"/>
                </a:cubicBezTo>
                <a:cubicBezTo>
                  <a:pt x="31718" y="1588859"/>
                  <a:pt x="6963" y="1552362"/>
                  <a:pt x="0" y="1518878"/>
                </a:cubicBezTo>
                <a:cubicBezTo>
                  <a:pt x="-17466" y="1304430"/>
                  <a:pt x="6900" y="1259338"/>
                  <a:pt x="0" y="1077619"/>
                </a:cubicBezTo>
                <a:cubicBezTo>
                  <a:pt x="-6900" y="895900"/>
                  <a:pt x="9881" y="788217"/>
                  <a:pt x="0" y="578171"/>
                </a:cubicBezTo>
                <a:cubicBezTo>
                  <a:pt x="-9881" y="368125"/>
                  <a:pt x="6862" y="230313"/>
                  <a:pt x="0" y="64177"/>
                </a:cubicBezTo>
                <a:close/>
              </a:path>
              <a:path w="6650355" h="1583055">
                <a:moveTo>
                  <a:pt x="0" y="64177"/>
                </a:moveTo>
                <a:cubicBezTo>
                  <a:pt x="-4037" y="26243"/>
                  <a:pt x="20700" y="3015"/>
                  <a:pt x="64177" y="0"/>
                </a:cubicBezTo>
                <a:cubicBezTo>
                  <a:pt x="230173" y="-16661"/>
                  <a:pt x="487585" y="22001"/>
                  <a:pt x="846817" y="0"/>
                </a:cubicBezTo>
                <a:cubicBezTo>
                  <a:pt x="1206049" y="-22001"/>
                  <a:pt x="1165223" y="815"/>
                  <a:pt x="1433797" y="0"/>
                </a:cubicBezTo>
                <a:cubicBezTo>
                  <a:pt x="1702371" y="-815"/>
                  <a:pt x="1740518" y="-17128"/>
                  <a:pt x="1955557" y="0"/>
                </a:cubicBezTo>
                <a:cubicBezTo>
                  <a:pt x="2170596" y="17128"/>
                  <a:pt x="2441209" y="8126"/>
                  <a:pt x="2672977" y="0"/>
                </a:cubicBezTo>
                <a:cubicBezTo>
                  <a:pt x="2904745" y="-8126"/>
                  <a:pt x="3118378" y="28942"/>
                  <a:pt x="3259957" y="0"/>
                </a:cubicBezTo>
                <a:cubicBezTo>
                  <a:pt x="3401536" y="-28942"/>
                  <a:pt x="3711247" y="18149"/>
                  <a:pt x="4042598" y="0"/>
                </a:cubicBezTo>
                <a:cubicBezTo>
                  <a:pt x="4373949" y="-18149"/>
                  <a:pt x="4327807" y="25823"/>
                  <a:pt x="4564358" y="0"/>
                </a:cubicBezTo>
                <a:cubicBezTo>
                  <a:pt x="4800909" y="-25823"/>
                  <a:pt x="5089633" y="32895"/>
                  <a:pt x="5346998" y="0"/>
                </a:cubicBezTo>
                <a:cubicBezTo>
                  <a:pt x="5604363" y="-32895"/>
                  <a:pt x="5664950" y="-736"/>
                  <a:pt x="5803538" y="0"/>
                </a:cubicBezTo>
                <a:cubicBezTo>
                  <a:pt x="5942126" y="736"/>
                  <a:pt x="6417945" y="-4870"/>
                  <a:pt x="6586178" y="0"/>
                </a:cubicBezTo>
                <a:cubicBezTo>
                  <a:pt x="6623334" y="2548"/>
                  <a:pt x="6650699" y="32300"/>
                  <a:pt x="6650355" y="64177"/>
                </a:cubicBezTo>
                <a:cubicBezTo>
                  <a:pt x="6635697" y="247848"/>
                  <a:pt x="6629005" y="350341"/>
                  <a:pt x="6650355" y="505436"/>
                </a:cubicBezTo>
                <a:cubicBezTo>
                  <a:pt x="6671705" y="660531"/>
                  <a:pt x="6626894" y="888546"/>
                  <a:pt x="6650355" y="1019431"/>
                </a:cubicBezTo>
                <a:cubicBezTo>
                  <a:pt x="6673816" y="1150316"/>
                  <a:pt x="6659080" y="1303906"/>
                  <a:pt x="6650355" y="1518878"/>
                </a:cubicBezTo>
                <a:cubicBezTo>
                  <a:pt x="6648224" y="1552314"/>
                  <a:pt x="6618700" y="1578686"/>
                  <a:pt x="6586178" y="1583055"/>
                </a:cubicBezTo>
                <a:cubicBezTo>
                  <a:pt x="6233046" y="1581411"/>
                  <a:pt x="6090673" y="1601370"/>
                  <a:pt x="5868758" y="1583055"/>
                </a:cubicBezTo>
                <a:cubicBezTo>
                  <a:pt x="5646843" y="1564740"/>
                  <a:pt x="5622067" y="1597379"/>
                  <a:pt x="5412218" y="1583055"/>
                </a:cubicBezTo>
                <a:cubicBezTo>
                  <a:pt x="5202369" y="1568731"/>
                  <a:pt x="5066641" y="1604888"/>
                  <a:pt x="4890458" y="1583055"/>
                </a:cubicBezTo>
                <a:cubicBezTo>
                  <a:pt x="4714275" y="1561222"/>
                  <a:pt x="4418301" y="1616731"/>
                  <a:pt x="4107818" y="1583055"/>
                </a:cubicBezTo>
                <a:cubicBezTo>
                  <a:pt x="3797335" y="1549379"/>
                  <a:pt x="3778690" y="1575718"/>
                  <a:pt x="3455618" y="1583055"/>
                </a:cubicBezTo>
                <a:cubicBezTo>
                  <a:pt x="3132546" y="1590392"/>
                  <a:pt x="3093428" y="1581161"/>
                  <a:pt x="2933857" y="1583055"/>
                </a:cubicBezTo>
                <a:cubicBezTo>
                  <a:pt x="2774286" y="1584949"/>
                  <a:pt x="2565551" y="1607491"/>
                  <a:pt x="2281657" y="1583055"/>
                </a:cubicBezTo>
                <a:cubicBezTo>
                  <a:pt x="1997763" y="1558619"/>
                  <a:pt x="1924261" y="1602378"/>
                  <a:pt x="1825117" y="1583055"/>
                </a:cubicBezTo>
                <a:cubicBezTo>
                  <a:pt x="1725973" y="1563732"/>
                  <a:pt x="1532926" y="1605048"/>
                  <a:pt x="1368577" y="1583055"/>
                </a:cubicBezTo>
                <a:cubicBezTo>
                  <a:pt x="1204228" y="1561062"/>
                  <a:pt x="895567" y="1577477"/>
                  <a:pt x="716377" y="1583055"/>
                </a:cubicBezTo>
                <a:cubicBezTo>
                  <a:pt x="537187" y="1588633"/>
                  <a:pt x="287724" y="1608416"/>
                  <a:pt x="64177" y="1583055"/>
                </a:cubicBezTo>
                <a:cubicBezTo>
                  <a:pt x="28616" y="1580631"/>
                  <a:pt x="3343" y="1556428"/>
                  <a:pt x="0" y="1518878"/>
                </a:cubicBezTo>
                <a:cubicBezTo>
                  <a:pt x="16789" y="1328319"/>
                  <a:pt x="11578" y="1271644"/>
                  <a:pt x="0" y="1048525"/>
                </a:cubicBezTo>
                <a:cubicBezTo>
                  <a:pt x="-11578" y="825406"/>
                  <a:pt x="-11491" y="780847"/>
                  <a:pt x="0" y="607265"/>
                </a:cubicBezTo>
                <a:cubicBezTo>
                  <a:pt x="11491" y="433683"/>
                  <a:pt x="-9426" y="189570"/>
                  <a:pt x="0" y="64177"/>
                </a:cubicBezTo>
                <a:close/>
              </a:path>
            </a:pathLst>
          </a:custGeom>
          <a:solidFill xmlns:a="http://schemas.openxmlformats.org/drawingml/2006/main">
            <a:srgbClr val="FBFFF8"/>
          </a:solidFill>
          <a:ln xmlns:a="http://schemas.openxmlformats.org/drawingml/2006/main" w="12383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6" name="Student title">
            <a:extLst xmlns:a="http://schemas.openxmlformats.org/drawingml/2006/main">
              <a:ext uri="{FF2B5EF4-FFF2-40B4-BE49-F238E27FC236}">
                <a16:creationId xmlns:a16="http://schemas.microsoft.com/office/drawing/2014/main" id="{C1A92588-7FFF-4CC8-9C3F-C30FDE03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370" y="859218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>
                <a:solidFill>
                  <a:srgbClr val="188326"/>
                </a:solidFill>
              </a:defRPr>
            </a:pPr>
            <a:r>
              <a:rPr sz="1725" b="1" i="0" u="none" cap="none">
                <a:ln>
                  <a:noFill/>
                </a:ln>
                <a:solidFill>
                  <a:srgbClr val="188326"/>
                </a:solidFill>
                <a:latin typeface="Comic Sans MS"/>
                <a:ea typeface="Comic Sans MS"/>
                <a:cs typeface="Comic Sans MS"/>
              </a:rPr>
              <a:t>Student: lightweight LNN</a:t>
            </a:r>
          </a:p>
        </p:txBody>
      </p:sp>
      <p:sp>
        <p:nvSpPr>
          <p:cNvPr id="460" name="HS">
            <a:extLst xmlns:a="http://schemas.openxmlformats.org/drawingml/2006/main">
              <a:ext uri="{FF2B5EF4-FFF2-40B4-BE49-F238E27FC236}">
                <a16:creationId xmlns:a16="http://schemas.microsoft.com/office/drawing/2014/main" id="{2098A351-D51E-4A80-AF38-FD75D35F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93483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𝑯</m:t>
                      </m:r>
                    </m:e>
                    <m:sub>
                      <m:r>
                        <a:rPr xmlns:a="http://schemas.openxmlformats.org/drawingml/2006/main" lang="en-US" sz="15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461" name="student hidden">
            <a:extLst xmlns:a="http://schemas.openxmlformats.org/drawingml/2006/main">
              <a:ext uri="{FF2B5EF4-FFF2-40B4-BE49-F238E27FC236}">
                <a16:creationId xmlns:a16="http://schemas.microsoft.com/office/drawing/2014/main" id="{2BA11501-F569-45F8-A006-6B9799BD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0800" y="6830060"/>
            <a:ext cx="4133850" cy="409575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FF9EB"/>
          </a:solidFill>
          <a:ln xmlns:a="http://schemas.openxmlformats.org/drawingml/2006/main" w="9525">
            <a:solidFill>
              <a:srgbClr val="55A83C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2" name="token-0">
            <a:extLst xmlns:a="http://schemas.openxmlformats.org/drawingml/2006/main">
              <a:ext uri="{FF2B5EF4-FFF2-40B4-BE49-F238E27FC236}">
                <a16:creationId xmlns:a16="http://schemas.microsoft.com/office/drawing/2014/main" id="{F459A818-8568-478D-95AB-FF886B9B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3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EBDA45C8-4E32-4AF8-A17C-86A54EF5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08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64" name="token-1">
            <a:extLst xmlns:a="http://schemas.openxmlformats.org/drawingml/2006/main">
              <a:ext uri="{FF2B5EF4-FFF2-40B4-BE49-F238E27FC236}">
                <a16:creationId xmlns:a16="http://schemas.microsoft.com/office/drawing/2014/main" id="{813901B6-8A36-4377-B39D-5B2B2C6E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5" name="token-label-1">
            <a:extLst xmlns:a="http://schemas.openxmlformats.org/drawingml/2006/main">
              <a:ext uri="{FF2B5EF4-FFF2-40B4-BE49-F238E27FC236}">
                <a16:creationId xmlns:a16="http://schemas.microsoft.com/office/drawing/2014/main" id="{8823B63E-965F-4591-81A7-CA22F77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575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66" name="token-2">
            <a:extLst xmlns:a="http://schemas.openxmlformats.org/drawingml/2006/main">
              <a:ext uri="{FF2B5EF4-FFF2-40B4-BE49-F238E27FC236}">
                <a16:creationId xmlns:a16="http://schemas.microsoft.com/office/drawing/2014/main" id="{E37871D0-5C92-4E42-9749-9FB502D7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7" name="token-label-2">
            <a:extLst xmlns:a="http://schemas.openxmlformats.org/drawingml/2006/main">
              <a:ext uri="{FF2B5EF4-FFF2-40B4-BE49-F238E27FC236}">
                <a16:creationId xmlns:a16="http://schemas.microsoft.com/office/drawing/2014/main" id="{F864E8D3-735D-475C-B5AC-0F001DD6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2432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68" name="token-3">
            <a:extLst xmlns:a="http://schemas.openxmlformats.org/drawingml/2006/main">
              <a:ext uri="{FF2B5EF4-FFF2-40B4-BE49-F238E27FC236}">
                <a16:creationId xmlns:a16="http://schemas.microsoft.com/office/drawing/2014/main" id="{B67C0964-09EB-4E9E-BB44-6E24B584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69" name="token-label-3">
            <a:extLst xmlns:a="http://schemas.openxmlformats.org/drawingml/2006/main">
              <a:ext uri="{FF2B5EF4-FFF2-40B4-BE49-F238E27FC236}">
                <a16:creationId xmlns:a16="http://schemas.microsoft.com/office/drawing/2014/main" id="{5EED5612-0030-4175-9132-FE248991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910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·</a:t>
            </a:r>
          </a:p>
        </p:txBody>
      </p:sp>
      <p:sp>
        <p:nvSpPr>
          <p:cNvPr id="470" name="student dots">
            <a:extLst xmlns:a="http://schemas.openxmlformats.org/drawingml/2006/main">
              <a:ext uri="{FF2B5EF4-FFF2-40B4-BE49-F238E27FC236}">
                <a16:creationId xmlns:a16="http://schemas.microsoft.com/office/drawing/2014/main" id="{2C6C400C-5D4A-44FD-B054-341FEADA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19750" y="6906260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sz="1650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471" name="token-0">
            <a:extLst xmlns:a="http://schemas.openxmlformats.org/drawingml/2006/main">
              <a:ext uri="{FF2B5EF4-FFF2-40B4-BE49-F238E27FC236}">
                <a16:creationId xmlns:a16="http://schemas.microsoft.com/office/drawing/2014/main" id="{D9922BDB-7022-483A-B347-1E208FE3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25310"/>
            <a:ext cx="304800" cy="219075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3B94C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72" name="token-label-0">
            <a:extLst xmlns:a="http://schemas.openxmlformats.org/drawingml/2006/main">
              <a:ext uri="{FF2B5EF4-FFF2-40B4-BE49-F238E27FC236}">
                <a16:creationId xmlns:a16="http://schemas.microsoft.com/office/drawing/2014/main" id="{63937098-F73F-45BA-B605-0A1FB248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693483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e>
                    <m:sub>
                      <m:r>
                        <a:rPr xmlns:a="http://schemas.openxmlformats.org/drawingml/2006/main" lang="en-US" sz="975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</m:sSub>
                </m:oMath>
              </m:oMathPara>
            </a14:m>
          </a:p>
        </p:txBody>
      </p:sp>
      <p:sp>
        <p:nvSpPr>
          <p:cNvPr id="511" name="student-zst">
            <a:extLst xmlns:a="http://schemas.openxmlformats.org/drawingml/2006/main">
              <a:ext uri="{FF2B5EF4-FFF2-40B4-BE49-F238E27FC236}">
                <a16:creationId xmlns:a16="http://schemas.microsoft.com/office/drawing/2014/main" id="{2F43332A-AEA4-4F24-AACC-C9F00337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710" y="732663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Sup>
                    <m:e>
                      <m:d>
                        <m:dPr>
                          <m:begChr m:val="{"/>
                          <m:endChr m:val="}"/>
                          <m:grow m:val="off"/>
                        </m:dPr>
                        <m:e>
                          <m:sSubSup>
                            <m:e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𝑆</m:t>
                              </m:r>
                            </m:sub>
                            <m:sup>
                              <m:r>
                                <a:rPr xmlns:a="http://schemas.openxmlformats.org/drawingml/2006/main" lang="en-US" b="0" i="1">
                                  <a:solidFill>
                                    <a:srgbClr val="11111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𝑡</m:t>
                              </m:r>
                            </m:sup>
                          </m:sSubSup>
                        </m:e>
                      </m:d>
                    </m:e>
                    <m:sub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  <m:sup>
                      <m:r>
                        <a:rPr xmlns:a="http://schemas.openxmlformats.org/drawingml/2006/main" lang="en-US" sz="150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12" name="bar-0">
            <a:extLst xmlns:a="http://schemas.openxmlformats.org/drawingml/2006/main">
              <a:ext uri="{FF2B5EF4-FFF2-40B4-BE49-F238E27FC236}">
                <a16:creationId xmlns:a16="http://schemas.microsoft.com/office/drawing/2014/main" id="{87FE720A-57F7-4061-ABD3-D0890B9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326630"/>
            <a:ext cx="9525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3" name="bar-1">
            <a:extLst xmlns:a="http://schemas.openxmlformats.org/drawingml/2006/main">
              <a:ext uri="{FF2B5EF4-FFF2-40B4-BE49-F238E27FC236}">
                <a16:creationId xmlns:a16="http://schemas.microsoft.com/office/drawing/2014/main" id="{B9C36C80-943B-4208-9896-08A0575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4" name="bar-2">
            <a:extLst xmlns:a="http://schemas.openxmlformats.org/drawingml/2006/main">
              <a:ext uri="{FF2B5EF4-FFF2-40B4-BE49-F238E27FC236}">
                <a16:creationId xmlns:a16="http://schemas.microsoft.com/office/drawing/2014/main" id="{77CDD5EB-B1B8-4586-B046-9C978F8B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7338441"/>
            <a:ext cx="95250" cy="2244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5" name="per-step">
            <a:extLst xmlns:a="http://schemas.openxmlformats.org/drawingml/2006/main">
              <a:ext uri="{FF2B5EF4-FFF2-40B4-BE49-F238E27FC236}">
                <a16:creationId xmlns:a16="http://schemas.microsoft.com/office/drawing/2014/main" id="{908EFA44-0015-4521-BFC3-8217B83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2961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⋯</a:t>
            </a:r>
          </a:p>
        </p:txBody>
      </p:sp>
      <p:sp>
        <p:nvSpPr>
          <p:cNvPr id="516" name="bar-0">
            <a:extLst xmlns:a="http://schemas.openxmlformats.org/drawingml/2006/main">
              <a:ext uri="{FF2B5EF4-FFF2-40B4-BE49-F238E27FC236}">
                <a16:creationId xmlns:a16="http://schemas.microsoft.com/office/drawing/2014/main" id="{7B6F7A27-04F9-4D98-95DE-167C0913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341394"/>
            <a:ext cx="95250" cy="2214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7" name="bar-1">
            <a:extLst xmlns:a="http://schemas.openxmlformats.org/drawingml/2006/main">
              <a:ext uri="{FF2B5EF4-FFF2-40B4-BE49-F238E27FC236}">
                <a16:creationId xmlns:a16="http://schemas.microsoft.com/office/drawing/2014/main" id="{19EA7B0A-F621-41CA-B444-8E9BE337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350252"/>
            <a:ext cx="95250" cy="2125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19" name="student-zs">
            <a:extLst xmlns:a="http://schemas.openxmlformats.org/drawingml/2006/main">
              <a:ext uri="{FF2B5EF4-FFF2-40B4-BE49-F238E27FC236}">
                <a16:creationId xmlns:a16="http://schemas.microsoft.com/office/drawing/2014/main" id="{138DFB42-878D-41E6-8975-D4054FD6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0612" y="812292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𝑍</m:t>
                      </m:r>
                    </m:e>
                    <m:sub>
                      <m:r>
                        <a:rPr xmlns:a="http://schemas.openxmlformats.org/drawingml/2006/main" lang="en-US" sz="1500" b="0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𝑆</m:t>
                      </m:r>
                    </m:sub>
                  </m:sSub>
                </m:oMath>
              </m:oMathPara>
            </a14:m>
          </a:p>
        </p:txBody>
      </p:sp>
      <p:sp>
        <p:nvSpPr>
          <p:cNvPr id="520" name="bar-0">
            <a:extLst xmlns:a="http://schemas.openxmlformats.org/drawingml/2006/main">
              <a:ext uri="{FF2B5EF4-FFF2-40B4-BE49-F238E27FC236}">
                <a16:creationId xmlns:a16="http://schemas.microsoft.com/office/drawing/2014/main" id="{2DBD33F9-B98D-4EC1-B021-AE02BD7B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449151"/>
            <a:ext cx="95250" cy="370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21" name="final-label">
            <a:extLst xmlns:a="http://schemas.openxmlformats.org/drawingml/2006/main">
              <a:ext uri="{FF2B5EF4-FFF2-40B4-BE49-F238E27FC236}">
                <a16:creationId xmlns:a16="http://schemas.microsoft.com/office/drawing/2014/main" id="{942DFE58-B12A-4427-9498-EAC5D779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8839200"/>
            <a:ext cx="91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111111"/>
                </a:solidFill>
              </a:defRPr>
            </a:pPr>
            <a:r>
              <a:rPr sz="1125" b="1" i="1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 </a:t>
            </a:r>
            <a:r>
              <a:rPr sz="1125" b="0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classes</a:t>
            </a:r>
          </a:p>
        </p:txBody>
      </p:sp>
      <p:sp>
        <p:nvSpPr>
          <p:cNvPr id="522" name="loss">
            <a:extLst xmlns:a="http://schemas.openxmlformats.org/drawingml/2006/main">
              <a:ext uri="{FF2B5EF4-FFF2-40B4-BE49-F238E27FC236}">
                <a16:creationId xmlns:a16="http://schemas.microsoft.com/office/drawing/2014/main" id="{09A2D025-81A2-498B-9DDF-17E4E4E7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15350" y="1020445"/>
            <a:ext cx="1657350" cy="1155700"/>
          </a:xfrm>
          <a:custGeom xmlns:a="http://schemas.openxmlformats.org/drawingml/2006/main">
            <a:gdLst>
              <a:gd name="csX0" fmla="*/ 0 w 1657350"/>
              <a:gd name="csY0" fmla="*/ 102279 h 1155700"/>
              <a:gd name="csX1" fmla="*/ 102279 w 1657350"/>
              <a:gd name="csY1" fmla="*/ 0 h 1155700"/>
              <a:gd name="csX2" fmla="*/ 601071 w 1657350"/>
              <a:gd name="csY2" fmla="*/ 0 h 1155700"/>
              <a:gd name="csX3" fmla="*/ 1056279 w 1657350"/>
              <a:gd name="csY3" fmla="*/ 0 h 1155700"/>
              <a:gd name="csX4" fmla="*/ 1555071 w 1657350"/>
              <a:gd name="csY4" fmla="*/ 0 h 1155700"/>
              <a:gd name="csX5" fmla="*/ 1657350 w 1657350"/>
              <a:gd name="csY5" fmla="*/ 102279 h 1155700"/>
              <a:gd name="csX6" fmla="*/ 1657350 w 1657350"/>
              <a:gd name="csY6" fmla="*/ 558827 h 1155700"/>
              <a:gd name="csX7" fmla="*/ 1657350 w 1657350"/>
              <a:gd name="csY7" fmla="*/ 1053421 h 1155700"/>
              <a:gd name="csX8" fmla="*/ 1555071 w 1657350"/>
              <a:gd name="csY8" fmla="*/ 1155700 h 1155700"/>
              <a:gd name="csX9" fmla="*/ 1041751 w 1657350"/>
              <a:gd name="csY9" fmla="*/ 1155700 h 1155700"/>
              <a:gd name="csX10" fmla="*/ 542959 w 1657350"/>
              <a:gd name="csY10" fmla="*/ 1155700 h 1155700"/>
              <a:gd name="csX11" fmla="*/ 102279 w 1657350"/>
              <a:gd name="csY11" fmla="*/ 1155700 h 1155700"/>
              <a:gd name="csX12" fmla="*/ 0 w 1657350"/>
              <a:gd name="csY12" fmla="*/ 1053421 h 1155700"/>
              <a:gd name="csX13" fmla="*/ 0 w 1657350"/>
              <a:gd name="csY13" fmla="*/ 577850 h 1155700"/>
              <a:gd name="csX14" fmla="*/ 0 w 1657350"/>
              <a:gd name="csY14" fmla="*/ 102279 h 1155700"/>
            </a:gdLst>
            <a:rect l="l" t="t" r="r" b="b"/>
            <a:pathLst>
              <a:path w="1657350" h="1155700">
                <a:moveTo>
                  <a:pt x="0" y="102279"/>
                </a:moveTo>
                <a:cubicBezTo>
                  <a:pt x="-5204" y="35185"/>
                  <a:pt x="45959" y="-2257"/>
                  <a:pt x="102279" y="0"/>
                </a:cubicBezTo>
                <a:cubicBezTo>
                  <a:pt x="304020" y="13055"/>
                  <a:pt x="386704" y="-12001"/>
                  <a:pt x="601071" y="0"/>
                </a:cubicBezTo>
                <a:cubicBezTo>
                  <a:pt x="815438" y="12001"/>
                  <a:pt x="844931" y="-6527"/>
                  <a:pt x="1056279" y="0"/>
                </a:cubicBezTo>
                <a:cubicBezTo>
                  <a:pt x="1267627" y="6527"/>
                  <a:pt x="1425664" y="16735"/>
                  <a:pt x="1555071" y="0"/>
                </a:cubicBezTo>
                <a:cubicBezTo>
                  <a:pt x="1615094" y="-748"/>
                  <a:pt x="1658326" y="55060"/>
                  <a:pt x="1657350" y="102279"/>
                </a:cubicBezTo>
                <a:cubicBezTo>
                  <a:pt x="1667711" y="276571"/>
                  <a:pt x="1651553" y="416038"/>
                  <a:pt x="1657350" y="558827"/>
                </a:cubicBezTo>
                <a:cubicBezTo>
                  <a:pt x="1663147" y="701616"/>
                  <a:pt x="1654890" y="831885"/>
                  <a:pt x="1657350" y="1053421"/>
                </a:cubicBezTo>
                <a:cubicBezTo>
                  <a:pt x="1659994" y="1101776"/>
                  <a:pt x="1613122" y="1157391"/>
                  <a:pt x="1555071" y="1155700"/>
                </a:cubicBezTo>
                <a:cubicBezTo>
                  <a:pt x="1303222" y="1151101"/>
                  <a:pt x="1209543" y="1160429"/>
                  <a:pt x="1041751" y="1155700"/>
                </a:cubicBezTo>
                <a:cubicBezTo>
                  <a:pt x="873959" y="1150971"/>
                  <a:pt x="665865" y="1154475"/>
                  <a:pt x="542959" y="1155700"/>
                </a:cubicBezTo>
                <a:cubicBezTo>
                  <a:pt x="420053" y="1156925"/>
                  <a:pt x="278583" y="1143518"/>
                  <a:pt x="102279" y="1155700"/>
                </a:cubicBezTo>
                <a:cubicBezTo>
                  <a:pt x="41612" y="1168731"/>
                  <a:pt x="-3504" y="1098874"/>
                  <a:pt x="0" y="1053421"/>
                </a:cubicBezTo>
                <a:cubicBezTo>
                  <a:pt x="18729" y="867212"/>
                  <a:pt x="-4507" y="686474"/>
                  <a:pt x="0" y="577850"/>
                </a:cubicBezTo>
                <a:cubicBezTo>
                  <a:pt x="4507" y="469226"/>
                  <a:pt x="16964" y="241845"/>
                  <a:pt x="0" y="102279"/>
                </a:cubicBezTo>
                <a:close/>
              </a:path>
              <a:path w="1657350" h="1155700">
                <a:moveTo>
                  <a:pt x="0" y="102279"/>
                </a:moveTo>
                <a:cubicBezTo>
                  <a:pt x="-10777" y="39145"/>
                  <a:pt x="34370" y="4287"/>
                  <a:pt x="102279" y="0"/>
                </a:cubicBezTo>
                <a:cubicBezTo>
                  <a:pt x="246129" y="-20315"/>
                  <a:pt x="500598" y="-16605"/>
                  <a:pt x="615599" y="0"/>
                </a:cubicBezTo>
                <a:cubicBezTo>
                  <a:pt x="730600" y="16605"/>
                  <a:pt x="863804" y="14696"/>
                  <a:pt x="1085335" y="0"/>
                </a:cubicBezTo>
                <a:cubicBezTo>
                  <a:pt x="1306866" y="-14696"/>
                  <a:pt x="1440881" y="-4024"/>
                  <a:pt x="1555071" y="0"/>
                </a:cubicBezTo>
                <a:cubicBezTo>
                  <a:pt x="1610791" y="-2470"/>
                  <a:pt x="1660394" y="34529"/>
                  <a:pt x="1657350" y="102279"/>
                </a:cubicBezTo>
                <a:cubicBezTo>
                  <a:pt x="1635750" y="226616"/>
                  <a:pt x="1677404" y="445846"/>
                  <a:pt x="1657350" y="558827"/>
                </a:cubicBezTo>
                <a:cubicBezTo>
                  <a:pt x="1637296" y="671808"/>
                  <a:pt x="1645855" y="841176"/>
                  <a:pt x="1657350" y="1053421"/>
                </a:cubicBezTo>
                <a:cubicBezTo>
                  <a:pt x="1653215" y="1116748"/>
                  <a:pt x="1603325" y="1146151"/>
                  <a:pt x="1555071" y="1155700"/>
                </a:cubicBezTo>
                <a:cubicBezTo>
                  <a:pt x="1452605" y="1139714"/>
                  <a:pt x="1260909" y="1140226"/>
                  <a:pt x="1099863" y="1155700"/>
                </a:cubicBezTo>
                <a:cubicBezTo>
                  <a:pt x="938817" y="1171174"/>
                  <a:pt x="718673" y="1170466"/>
                  <a:pt x="615599" y="1155700"/>
                </a:cubicBezTo>
                <a:cubicBezTo>
                  <a:pt x="512525" y="1140934"/>
                  <a:pt x="207863" y="1170176"/>
                  <a:pt x="102279" y="1155700"/>
                </a:cubicBezTo>
                <a:cubicBezTo>
                  <a:pt x="54191" y="1165989"/>
                  <a:pt x="3630" y="1106730"/>
                  <a:pt x="0" y="1053421"/>
                </a:cubicBezTo>
                <a:cubicBezTo>
                  <a:pt x="1347" y="851741"/>
                  <a:pt x="-12747" y="706086"/>
                  <a:pt x="0" y="577850"/>
                </a:cubicBezTo>
                <a:cubicBezTo>
                  <a:pt x="12747" y="449614"/>
                  <a:pt x="9420" y="254191"/>
                  <a:pt x="0" y="102279"/>
                </a:cubicBezTo>
                <a:close/>
              </a:path>
            </a:pathLst>
          </a:custGeom>
          <a:solidFill xmlns:a="http://schemas.openxmlformats.org/drawingml/2006/main">
            <a:srgbClr val="FFF6F6"/>
          </a:solidFill>
          <a:ln xmlns:a="http://schemas.openxmlformats.org/drawingml/2006/main" w="14288">
            <a:solidFill>
              <a:srgbClr val="E6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>
                <a:ln>
                  <a:noFill/>
                </a:ln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Total loss</a:t>
            </a:r>
          </a:p>
        </p:txBody>
      </p:sp>
      <p:sp>
        <p:nvSpPr>
          <p:cNvPr id="523" name="loss equation">
            <a:extLst xmlns:a="http://schemas.openxmlformats.org/drawingml/2006/main">
              <a:ext uri="{FF2B5EF4-FFF2-40B4-BE49-F238E27FC236}">
                <a16:creationId xmlns:a16="http://schemas.microsoft.com/office/drawing/2014/main" id="{92411D47-655D-4EE3-9AE8-379F550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8540" y="1360170"/>
            <a:ext cx="1485900" cy="739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0">
                <a:solidFill>
                  <a:srgbClr val="111111"/>
                </a:solidFill>
              </a:defRPr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𝒕𝒐𝒕𝒂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𝒍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𝑪𝑬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zh-CN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𝝀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𝒎</m:t>
                      </m:r>
                    </m:sub>
                  </m:sSub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𝑴</m:t>
                      </m:r>
                    </m:sub>
                  </m:sSub>
                  <m:r>
                    <a:rPr xmlns:a="http://schemas.openxmlformats.org/drawingml/2006/main" lang="en-US" sz="1350" b="1" i="1">
                      <a:solidFill>
                        <a:srgbClr val="111111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d>
                    <m:dPr>
                      <m:grow m:val="off"/>
                    </m:dPr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xmlns:a="http://schemas.openxmlformats.org/drawingml/2006/main" lang="zh-CN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𝝀</m:t>
                          </m:r>
                        </m:e>
                        <m:sub>
                          <m:r>
                            <a:rPr xmlns:a="http://schemas.openxmlformats.org/drawingml/2006/main" lang="en-US" sz="1350" b="1" i="1">
                              <a:solidFill>
                                <a:srgbClr val="11111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𝒎</m:t>
                          </m:r>
                        </m:sub>
                      </m:sSub>
                    </m:e>
                  </m:d>
                  <m:sSub>
                    <m:e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𝑻𝑺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xmlns:a="http://schemas.openxmlformats.org/drawingml/2006/main" lang="en-US" sz="1350" b="1" i="1">
                          <a:solidFill>
                            <a:srgbClr val="11111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</m:sSub>
                </m:oMath>
              </m:oMathPara>
            </a14:m>
          </a:p>
        </p:txBody>
      </p:sp>
      <p:sp>
        <p:nvSpPr>
          <p:cNvPr id="527" name="anchor">
            <a:extLst xmlns:a="http://schemas.openxmlformats.org/drawingml/2006/main">
              <a:ext uri="{FF2B5EF4-FFF2-40B4-BE49-F238E27FC236}">
                <a16:creationId xmlns:a16="http://schemas.microsoft.com/office/drawing/2014/main" id="{2CEE5816-7FA6-44B2-8DF9-96DA88CB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82772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30" name="anchor">
            <a:extLst xmlns:a="http://schemas.openxmlformats.org/drawingml/2006/main">
              <a:ext uri="{FF2B5EF4-FFF2-40B4-BE49-F238E27FC236}">
                <a16:creationId xmlns:a16="http://schemas.microsoft.com/office/drawing/2014/main" id="{55F444F3-20D6-45B6-BEC8-399BAE7C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87915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89" name="Legend">
            <a:extLst xmlns:a="http://schemas.openxmlformats.org/drawingml/2006/main">
              <a:ext uri="{FF2B5EF4-FFF2-40B4-BE49-F238E27FC236}">
                <a16:creationId xmlns:a16="http://schemas.microsoft.com/office/drawing/2014/main" id="{80D6F5C1-7D1E-4161-8909-DA3B1DA7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185275"/>
            <a:ext cx="11719560" cy="62928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7777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0" name="anchor">
            <a:extLst xmlns:a="http://schemas.openxmlformats.org/drawingml/2006/main">
              <a:ext uri="{FF2B5EF4-FFF2-40B4-BE49-F238E27FC236}">
                <a16:creationId xmlns:a16="http://schemas.microsoft.com/office/drawing/2014/main" id="{6953BEDD-7D94-416F-9A9B-1DBA2DD4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1" name="anchor">
            <a:extLst xmlns:a="http://schemas.openxmlformats.org/drawingml/2006/main">
              <a:ext uri="{FF2B5EF4-FFF2-40B4-BE49-F238E27FC236}">
                <a16:creationId xmlns:a16="http://schemas.microsoft.com/office/drawing/2014/main" id="{EEEBEB75-90F7-4525-A32E-FCC4A5B7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85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9" name="anchor">
            <a:extLst xmlns:a="http://schemas.openxmlformats.org/drawingml/2006/main">
              <a:ext uri="{FF2B5EF4-FFF2-40B4-BE49-F238E27FC236}">
                <a16:creationId xmlns:a16="http://schemas.microsoft.com/office/drawing/2014/main" id="{FF513EB9-2777-4E5C-AE6C-2A5C66BA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6193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46" name="直接箭头连接符 1271"/>
          <p:cNvCxnSpPr>
            <a:endCxn xmlns:a="http://schemas.openxmlformats.org/drawingml/2006/main" id="620" idx="0"/>
          </p:cNvCxnSpPr>
          <p:nvPr/>
        </p:nvCxnSpPr>
        <p:spPr>
          <a:xfrm xmlns:a="http://schemas.openxmlformats.org/drawingml/2006/main">
            <a:off x="3800475" y="23431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3" name="anchor">
            <a:extLst xmlns:a="http://schemas.openxmlformats.org/drawingml/2006/main">
              <a:ext uri="{FF2B5EF4-FFF2-40B4-BE49-F238E27FC236}">
                <a16:creationId xmlns:a16="http://schemas.microsoft.com/office/drawing/2014/main" id="{044ABE04-FF6D-4708-B49C-2C9D97D2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73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48" name="直接箭头连接符 1274"/>
          <p:cNvCxnSpPr/>
          <p:nvPr/>
        </p:nvCxnSpPr>
        <p:spPr>
          <a:xfrm xmlns:a="http://schemas.openxmlformats.org/drawingml/2006/main" flipV="1">
            <a:off x="4357370" y="6530975"/>
            <a:ext cx="0" cy="28003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A00"/>
            </a:solidFill>
            <a:prstDash val="solid"/>
            <a:tailEnd type="triangle" w="med" len="med"/>
          </a:ln>
        </p:spPr>
      </p:cxnSp>
      <p:sp>
        <p:nvSpPr>
          <p:cNvPr id="628" name="anchor">
            <a:extLst xmlns:a="http://schemas.openxmlformats.org/drawingml/2006/main">
              <a:ext uri="{FF2B5EF4-FFF2-40B4-BE49-F238E27FC236}">
                <a16:creationId xmlns:a16="http://schemas.microsoft.com/office/drawing/2014/main" id="{D5F94BDF-5F8A-4269-8E9E-93B1A1FC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1" name="anchor">
            <a:extLst xmlns:a="http://schemas.openxmlformats.org/drawingml/2006/main">
              <a:ext uri="{FF2B5EF4-FFF2-40B4-BE49-F238E27FC236}">
                <a16:creationId xmlns:a16="http://schemas.microsoft.com/office/drawing/2014/main" id="{90845FCE-57B2-4D2B-B60D-F343932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431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34" name="anchor">
            <a:extLst xmlns:a="http://schemas.openxmlformats.org/drawingml/2006/main">
              <a:ext uri="{FF2B5EF4-FFF2-40B4-BE49-F238E27FC236}">
                <a16:creationId xmlns:a16="http://schemas.microsoft.com/office/drawing/2014/main" id="{8822D7F5-CA27-478E-B482-AE2F66B6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2001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52" name="连接符: 肘形 1286"/>
          <p:cNvCxnSpPr/>
          <p:nvPr/>
        </p:nvCxnSpPr>
        <p:spPr>
          <a:xfrm xmlns:a="http://schemas.openxmlformats.org/drawingml/2006/main" rot="5400000" flipV="1">
            <a:off x="7565560" y="2473790"/>
            <a:ext cx="180000" cy="0"/>
          </a:xfrm>
          <a:prstGeom xmlns:a="http://schemas.openxmlformats.org/drawingml/2006/main" prst="bentConnector3">
            <a:avLst>
              <a:gd name="adj1" fmla="val 50140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40" name="anchor">
            <a:extLst xmlns:a="http://schemas.openxmlformats.org/drawingml/2006/main">
              <a:ext uri="{FF2B5EF4-FFF2-40B4-BE49-F238E27FC236}">
                <a16:creationId xmlns:a16="http://schemas.microsoft.com/office/drawing/2014/main" id="{4F3840F4-EB38-49F2-B371-3AE14244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74199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3" name="anchor">
            <a:extLst xmlns:a="http://schemas.openxmlformats.org/drawingml/2006/main">
              <a:ext uri="{FF2B5EF4-FFF2-40B4-BE49-F238E27FC236}">
                <a16:creationId xmlns:a16="http://schemas.microsoft.com/office/drawing/2014/main" id="{14CA64BD-5F14-4DAD-BBE8-835A034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69632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50" name="anchor">
            <a:extLst xmlns:a="http://schemas.openxmlformats.org/drawingml/2006/main">
              <a:ext uri="{FF2B5EF4-FFF2-40B4-BE49-F238E27FC236}">
                <a16:creationId xmlns:a16="http://schemas.microsoft.com/office/drawing/2014/main" id="{3BD6CCFC-190C-4461-9314-E6629619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8258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" name="立方体 11">
            <a:extLst xmlns:a="http://schemas.openxmlformats.org/drawingml/2006/main">
              <a:ext uri="{FF2B5EF4-FFF2-40B4-BE49-F238E27FC236}">
                <a16:creationId xmlns:a16="http://schemas.microsoft.com/office/drawing/2014/main" id="{6637157F-5387-45BB-B60E-9989EBD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112520"/>
            <a:ext cx="381000" cy="47244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" name="立方体 32">
            <a:extLst xmlns:a="http://schemas.openxmlformats.org/drawingml/2006/main">
              <a:ext uri="{FF2B5EF4-FFF2-40B4-BE49-F238E27FC236}">
                <a16:creationId xmlns:a16="http://schemas.microsoft.com/office/drawing/2014/main" id="{43620234-5879-40F2-B1B0-2737B779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196340"/>
            <a:ext cx="38100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90B4F3"/>
          </a:solidFill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58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b744acc104b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8150" y="171594"/>
            <a:ext cx="425132" cy="425132"/>
          </a:xfrm>
          <a:prstGeom xmlns:a="http://schemas.openxmlformats.org/drawingml/2006/main" prst="rect">
            <a:avLst/>
          </a:prstGeom>
        </p:spPr>
      </p:pic>
      <p:sp>
        <p:nvSpPr>
          <p:cNvPr id="590" name="anchor">
            <a:extLst xmlns:a="http://schemas.openxmlformats.org/drawingml/2006/main">
              <a:ext uri="{FF2B5EF4-FFF2-40B4-BE49-F238E27FC236}">
                <a16:creationId xmlns:a16="http://schemas.microsoft.com/office/drawing/2014/main" id="{A70CA8DB-823A-491B-8710-299C8E6C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1" name="anchor">
            <a:extLst xmlns:a="http://schemas.openxmlformats.org/drawingml/2006/main">
              <a:ext uri="{FF2B5EF4-FFF2-40B4-BE49-F238E27FC236}">
                <a16:creationId xmlns:a16="http://schemas.microsoft.com/office/drawing/2014/main" id="{C95891C3-05BF-4DAA-A6EB-2410E72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4491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61" name="直接箭头连接符 1242"/>
          <p:cNvCxnSpPr>
            <a:stCxn xmlns:a="http://schemas.openxmlformats.org/drawingml/2006/main" id="590" idx="6"/>
            <a:endCxn xmlns:a="http://schemas.openxmlformats.org/drawingml/2006/main" id="591" idx="2"/>
          </p:cNvCxnSpPr>
          <p:nvPr/>
        </p:nvCxnSpPr>
        <p:spPr>
          <a:xfrm xmlns:a="http://schemas.openxmlformats.org/drawingml/2006/main" rot="0" flipH="0" flipV="0">
            <a:off x="3064510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93" name="leg1">
            <a:extLst xmlns:a="http://schemas.openxmlformats.org/drawingml/2006/main">
              <a:ext uri="{FF2B5EF4-FFF2-40B4-BE49-F238E27FC236}">
                <a16:creationId xmlns:a16="http://schemas.microsoft.com/office/drawing/2014/main" id="{5C02FB52-7C68-4174-9BE8-32FA703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30295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Data flow</a:t>
            </a:r>
          </a:p>
        </p:txBody>
      </p:sp>
      <p:sp>
        <p:nvSpPr>
          <p:cNvPr id="594" name="anchor">
            <a:extLst xmlns:a="http://schemas.openxmlformats.org/drawingml/2006/main">
              <a:ext uri="{FF2B5EF4-FFF2-40B4-BE49-F238E27FC236}">
                <a16:creationId xmlns:a16="http://schemas.microsoft.com/office/drawing/2014/main" id="{06A9794C-604F-4EC4-8C81-E2B462F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5" name="anchor">
            <a:extLst xmlns:a="http://schemas.openxmlformats.org/drawingml/2006/main">
              <a:ext uri="{FF2B5EF4-FFF2-40B4-BE49-F238E27FC236}">
                <a16:creationId xmlns:a16="http://schemas.microsoft.com/office/drawing/2014/main" id="{E1E57E1F-62F5-4B14-A998-8B54DCEE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706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8" name="anchor">
            <a:extLst xmlns:a="http://schemas.openxmlformats.org/drawingml/2006/main">
              <a:ext uri="{FF2B5EF4-FFF2-40B4-BE49-F238E27FC236}">
                <a16:creationId xmlns:a16="http://schemas.microsoft.com/office/drawing/2014/main" id="{3EC44A3F-574D-4D68-B53E-DA9408E3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99" name="anchor">
            <a:extLst xmlns:a="http://schemas.openxmlformats.org/drawingml/2006/main">
              <a:ext uri="{FF2B5EF4-FFF2-40B4-BE49-F238E27FC236}">
                <a16:creationId xmlns:a16="http://schemas.microsoft.com/office/drawing/2014/main" id="{4F81AAE6-2D54-49F3-A185-0DBC20A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79635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1" name="leg3">
            <a:extLst xmlns:a="http://schemas.openxmlformats.org/drawingml/2006/main">
              <a:ext uri="{FF2B5EF4-FFF2-40B4-BE49-F238E27FC236}">
                <a16:creationId xmlns:a16="http://schemas.microsoft.com/office/drawing/2014/main" id="{17C0784E-9D4A-4547-98A2-1AEF7312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42810" y="9439910"/>
            <a:ext cx="1425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TS-T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KL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divergence</a:t>
            </a:r>
          </a:p>
        </p:txBody>
      </p:sp>
      <p:cxnSp>
        <p:nvCxnSpPr>
          <p:cNvPr id="1468" name="直接箭头连接符 1250"/>
          <p:cNvCxnSpPr>
            <a:stCxn xmlns:a="http://schemas.openxmlformats.org/drawingml/2006/main" id="598" idx="6"/>
            <a:endCxn xmlns:a="http://schemas.openxmlformats.org/drawingml/2006/main" id="599" idx="2"/>
          </p:cNvCxnSpPr>
          <p:nvPr/>
        </p:nvCxnSpPr>
        <p:spPr>
          <a:xfrm xmlns:a="http://schemas.openxmlformats.org/drawingml/2006/main" rot="0" flipH="0" flipV="0">
            <a:off x="66617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7A35CC"/>
            </a:solidFill>
            <a:prstDash val="dash"/>
            <a:headEnd type="triangle"/>
            <a:tailEnd type="triangle" w="med" len="med"/>
          </a:ln>
        </p:spPr>
      </p:cxnSp>
      <p:sp>
        <p:nvSpPr>
          <p:cNvPr id="602" name="anchor">
            <a:extLst xmlns:a="http://schemas.openxmlformats.org/drawingml/2006/main">
              <a:ext uri="{FF2B5EF4-FFF2-40B4-BE49-F238E27FC236}">
                <a16:creationId xmlns:a16="http://schemas.microsoft.com/office/drawing/2014/main" id="{F443CB35-5D08-4FB6-B7E6-680160E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3" name="anchor">
            <a:extLst xmlns:a="http://schemas.openxmlformats.org/drawingml/2006/main">
              <a:ext uri="{FF2B5EF4-FFF2-40B4-BE49-F238E27FC236}">
                <a16:creationId xmlns:a16="http://schemas.microsoft.com/office/drawing/2014/main" id="{E170FBEA-ADA9-4A9F-866D-8805DB61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2207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71" name="直接箭头连接符 1254"/>
          <p:cNvCxnSpPr>
            <a:stCxn xmlns:a="http://schemas.openxmlformats.org/drawingml/2006/main" id="602" idx="6"/>
            <a:endCxn xmlns:a="http://schemas.openxmlformats.org/drawingml/2006/main" id="603" idx="2"/>
          </p:cNvCxnSpPr>
          <p:nvPr/>
        </p:nvCxnSpPr>
        <p:spPr>
          <a:xfrm xmlns:a="http://schemas.openxmlformats.org/drawingml/2006/main" rot="0" flipH="0" flipV="0">
            <a:off x="866838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C00000"/>
            </a:solidFill>
            <a:prstDash val="solid"/>
            <a:tailEnd type="triangle" w="med" len="med"/>
          </a:ln>
        </p:spPr>
      </p:cxnSp>
      <p:sp>
        <p:nvSpPr>
          <p:cNvPr id="605" name="leg4">
            <a:extLst xmlns:a="http://schemas.openxmlformats.org/drawingml/2006/main">
              <a:ext uri="{FF2B5EF4-FFF2-40B4-BE49-F238E27FC236}">
                <a16:creationId xmlns:a16="http://schemas.microsoft.com/office/drawing/2014/main" id="{892BA77C-7B86-4710-804E-91DE9F5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9410" y="943991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Loss supervision</a:t>
            </a:r>
          </a:p>
        </p:txBody>
      </p:sp>
      <p:sp>
        <p:nvSpPr>
          <p:cNvPr id="606" name="anchor">
            <a:extLst xmlns:a="http://schemas.openxmlformats.org/drawingml/2006/main">
              <a:ext uri="{FF2B5EF4-FFF2-40B4-BE49-F238E27FC236}">
                <a16:creationId xmlns:a16="http://schemas.microsoft.com/office/drawing/2014/main" id="{22753512-0F61-49C8-8045-099241C8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07" name="anchor">
            <a:extLst xmlns:a="http://schemas.openxmlformats.org/drawingml/2006/main">
              <a:ext uri="{FF2B5EF4-FFF2-40B4-BE49-F238E27FC236}">
                <a16:creationId xmlns:a16="http://schemas.microsoft.com/office/drawing/2014/main" id="{6627A0A3-B2E3-4C0A-9A4D-8E9754AE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8477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75" name="直接箭头连接符 1258"/>
          <p:cNvCxnSpPr/>
          <p:nvPr/>
        </p:nvCxnSpPr>
        <p:spPr>
          <a:xfrm xmlns:a="http://schemas.openxmlformats.org/drawingml/2006/main" rot="0" flipH="0" flipV="0">
            <a:off x="10373360" y="9570720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09" name="leg5">
            <a:extLst xmlns:a="http://schemas.openxmlformats.org/drawingml/2006/main">
              <a:ext uri="{FF2B5EF4-FFF2-40B4-BE49-F238E27FC236}">
                <a16:creationId xmlns:a16="http://schemas.microsoft.com/office/drawing/2014/main" id="{76EB533F-F568-4A20-9785-1E55F8BA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46740" y="945642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Final prediction</a:t>
            </a:r>
          </a:p>
        </p:txBody>
      </p:sp>
      <p:pic>
        <p:nvPicPr>
          <p:cNvPr id="1477" name="图片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6db94577b48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913255" y="9368155"/>
            <a:ext cx="297815" cy="297815"/>
          </a:xfrm>
          <a:prstGeom xmlns:a="http://schemas.openxmlformats.org/drawingml/2006/main" prst="rect">
            <a:avLst/>
          </a:prstGeom>
        </p:spPr>
      </p:pic>
      <p:sp>
        <p:nvSpPr>
          <p:cNvPr id="114" name="leg1">
            <a:extLst xmlns:a="http://schemas.openxmlformats.org/drawingml/2006/main">
              <a:ext uri="{FF2B5EF4-FFF2-40B4-BE49-F238E27FC236}">
                <a16:creationId xmlns:a16="http://schemas.microsoft.com/office/drawing/2014/main" id="{A2240256-A623-4C28-AE8D-35E27A92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3155" y="9411970"/>
            <a:ext cx="62103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F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rozen</a:t>
            </a:r>
          </a:p>
        </p:txBody>
      </p:sp>
      <p:sp>
        <p:nvSpPr>
          <p:cNvPr id="2" name="Input title">
            <a:extLst xmlns:a="http://schemas.openxmlformats.org/drawingml/2006/main">
              <a:ext uri="{FF2B5EF4-FFF2-40B4-BE49-F238E27FC236}">
                <a16:creationId xmlns:a16="http://schemas.microsoft.com/office/drawing/2014/main" id="{269B7571-4996-45BD-B1FE-287216CD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6700" y="64135"/>
            <a:ext cx="1200150" cy="783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1">
                <a:solidFill>
                  <a:srgbClr val="111111"/>
                </a:solidFill>
              </a:defRPr>
            </a:pPr>
            <a:r>
              <a:rPr sz="15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Raw Waveform Input</a:t>
            </a:r>
          </a:p>
        </p:txBody>
      </p:sp>
      <p:sp>
        <p:nvSpPr>
          <p:cNvPr id="6" name="waveform image frame">
            <a:extLst xmlns:a="http://schemas.openxmlformats.org/drawingml/2006/main">
              <a:ext uri="{FF2B5EF4-FFF2-40B4-BE49-F238E27FC236}">
                <a16:creationId xmlns:a16="http://schemas.microsoft.com/office/drawing/2014/main" id="{2F1AA938-2EF4-45BE-BDD9-9860F809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" y="989330"/>
            <a:ext cx="1314450" cy="1476375"/>
          </a:xfrm>
          <a:custGeom xmlns:a="http://schemas.openxmlformats.org/drawingml/2006/main">
            <a:gdLst>
              <a:gd name="csX0" fmla="*/ 0 w 1314450"/>
              <a:gd name="csY0" fmla="*/ 95245 h 1476375"/>
              <a:gd name="csX1" fmla="*/ 95245 w 1314450"/>
              <a:gd name="csY1" fmla="*/ 0 h 1476375"/>
              <a:gd name="csX2" fmla="*/ 668465 w 1314450"/>
              <a:gd name="csY2" fmla="*/ 0 h 1476375"/>
              <a:gd name="csX3" fmla="*/ 1219205 w 1314450"/>
              <a:gd name="csY3" fmla="*/ 0 h 1476375"/>
              <a:gd name="csX4" fmla="*/ 1314450 w 1314450"/>
              <a:gd name="csY4" fmla="*/ 95245 h 1476375"/>
              <a:gd name="csX5" fmla="*/ 1314450 w 1314450"/>
              <a:gd name="csY5" fmla="*/ 712470 h 1476375"/>
              <a:gd name="csX6" fmla="*/ 1314450 w 1314450"/>
              <a:gd name="csY6" fmla="*/ 1381130 h 1476375"/>
              <a:gd name="csX7" fmla="*/ 1219205 w 1314450"/>
              <a:gd name="csY7" fmla="*/ 1476375 h 1476375"/>
              <a:gd name="csX8" fmla="*/ 645985 w 1314450"/>
              <a:gd name="csY8" fmla="*/ 1476375 h 1476375"/>
              <a:gd name="csX9" fmla="*/ 95245 w 1314450"/>
              <a:gd name="csY9" fmla="*/ 1476375 h 1476375"/>
              <a:gd name="csX10" fmla="*/ 0 w 1314450"/>
              <a:gd name="csY10" fmla="*/ 1381130 h 1476375"/>
              <a:gd name="csX11" fmla="*/ 0 w 1314450"/>
              <a:gd name="csY11" fmla="*/ 725329 h 1476375"/>
              <a:gd name="csX12" fmla="*/ 0 w 1314450"/>
              <a:gd name="csY12" fmla="*/ 95245 h 1476375"/>
            </a:gdLst>
            <a:rect l="l" t="t" r="r" b="b"/>
            <a:pathLst>
              <a:path w="1314450" h="1476375">
                <a:moveTo>
                  <a:pt x="0" y="95245"/>
                </a:moveTo>
                <a:cubicBezTo>
                  <a:pt x="-3058" y="43145"/>
                  <a:pt x="40733" y="-1318"/>
                  <a:pt x="95245" y="0"/>
                </a:cubicBezTo>
                <a:cubicBezTo>
                  <a:pt x="212142" y="19900"/>
                  <a:pt x="518819" y="-3087"/>
                  <a:pt x="668465" y="0"/>
                </a:cubicBezTo>
                <a:cubicBezTo>
                  <a:pt x="818111" y="3087"/>
                  <a:pt x="1024008" y="11205"/>
                  <a:pt x="1219205" y="0"/>
                </a:cubicBezTo>
                <a:cubicBezTo>
                  <a:pt x="1267762" y="7233"/>
                  <a:pt x="1323596" y="49439"/>
                  <a:pt x="1314450" y="95245"/>
                </a:cubicBezTo>
                <a:cubicBezTo>
                  <a:pt x="1342476" y="403270"/>
                  <a:pt x="1284231" y="462336"/>
                  <a:pt x="1314450" y="712470"/>
                </a:cubicBezTo>
                <a:cubicBezTo>
                  <a:pt x="1344669" y="962605"/>
                  <a:pt x="1338816" y="1122446"/>
                  <a:pt x="1314450" y="1381130"/>
                </a:cubicBezTo>
                <a:cubicBezTo>
                  <a:pt x="1316199" y="1437194"/>
                  <a:pt x="1262667" y="1481195"/>
                  <a:pt x="1219205" y="1476375"/>
                </a:cubicBezTo>
                <a:cubicBezTo>
                  <a:pt x="968480" y="1453494"/>
                  <a:pt x="881870" y="1493178"/>
                  <a:pt x="645985" y="1476375"/>
                </a:cubicBezTo>
                <a:cubicBezTo>
                  <a:pt x="410100" y="1459572"/>
                  <a:pt x="239555" y="1452114"/>
                  <a:pt x="95245" y="1476375"/>
                </a:cubicBezTo>
                <a:cubicBezTo>
                  <a:pt x="38083" y="1485528"/>
                  <a:pt x="-5724" y="1426138"/>
                  <a:pt x="0" y="1381130"/>
                </a:cubicBezTo>
                <a:cubicBezTo>
                  <a:pt x="26020" y="1227904"/>
                  <a:pt x="-26361" y="862478"/>
                  <a:pt x="0" y="725329"/>
                </a:cubicBezTo>
                <a:cubicBezTo>
                  <a:pt x="26361" y="588180"/>
                  <a:pt x="5410" y="376424"/>
                  <a:pt x="0" y="95245"/>
                </a:cubicBezTo>
                <a:close/>
              </a:path>
              <a:path w="1314450" h="1476375">
                <a:moveTo>
                  <a:pt x="0" y="95245"/>
                </a:moveTo>
                <a:cubicBezTo>
                  <a:pt x="-1099" y="41965"/>
                  <a:pt x="41433" y="454"/>
                  <a:pt x="95245" y="0"/>
                </a:cubicBezTo>
                <a:cubicBezTo>
                  <a:pt x="261984" y="-13839"/>
                  <a:pt x="388910" y="-14742"/>
                  <a:pt x="679704" y="0"/>
                </a:cubicBezTo>
                <a:cubicBezTo>
                  <a:pt x="970498" y="14742"/>
                  <a:pt x="1078858" y="-3116"/>
                  <a:pt x="1219205" y="0"/>
                </a:cubicBezTo>
                <a:cubicBezTo>
                  <a:pt x="1265551" y="-3423"/>
                  <a:pt x="1319691" y="45147"/>
                  <a:pt x="1314450" y="95245"/>
                </a:cubicBezTo>
                <a:cubicBezTo>
                  <a:pt x="1300123" y="271300"/>
                  <a:pt x="1322561" y="445064"/>
                  <a:pt x="1314450" y="712470"/>
                </a:cubicBezTo>
                <a:cubicBezTo>
                  <a:pt x="1306339" y="979877"/>
                  <a:pt x="1330754" y="1218156"/>
                  <a:pt x="1314450" y="1381130"/>
                </a:cubicBezTo>
                <a:cubicBezTo>
                  <a:pt x="1314101" y="1430401"/>
                  <a:pt x="1269195" y="1480005"/>
                  <a:pt x="1219205" y="1476375"/>
                </a:cubicBezTo>
                <a:cubicBezTo>
                  <a:pt x="1025268" y="1464596"/>
                  <a:pt x="938239" y="1467613"/>
                  <a:pt x="679704" y="1476375"/>
                </a:cubicBezTo>
                <a:cubicBezTo>
                  <a:pt x="421169" y="1485137"/>
                  <a:pt x="316164" y="1503677"/>
                  <a:pt x="95245" y="1476375"/>
                </a:cubicBezTo>
                <a:cubicBezTo>
                  <a:pt x="46875" y="1482674"/>
                  <a:pt x="765" y="1441654"/>
                  <a:pt x="0" y="1381130"/>
                </a:cubicBezTo>
                <a:cubicBezTo>
                  <a:pt x="11638" y="1126982"/>
                  <a:pt x="15690" y="943851"/>
                  <a:pt x="0" y="776764"/>
                </a:cubicBezTo>
                <a:cubicBezTo>
                  <a:pt x="-15690" y="609677"/>
                  <a:pt x="-18168" y="306193"/>
                  <a:pt x="0" y="9524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9999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481" name="图片 3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fea26250d4f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3065" y="1263015"/>
            <a:ext cx="929005" cy="929005"/>
          </a:xfrm>
          <a:prstGeom xmlns:a="http://schemas.openxmlformats.org/drawingml/2006/main" prst="rect">
            <a:avLst/>
          </a:prstGeom>
        </p:spPr>
      </p:pic>
      <p:sp>
        <p:nvSpPr>
          <p:cNvPr id="397" name="modu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3CEBCB67-101E-41C1-9F21-EC2ECB86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7855" y="7553960"/>
            <a:ext cx="1057275" cy="1200150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98" name="module-title-1D CNN&#10;encoder">
            <a:extLst xmlns:a="http://schemas.openxmlformats.org/drawingml/2006/main">
              <a:ext uri="{FF2B5EF4-FFF2-40B4-BE49-F238E27FC236}">
                <a16:creationId xmlns:a16="http://schemas.microsoft.com/office/drawing/2014/main" id="{A8AAAF83-F90E-43D1-A760-6C0723B4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45005" y="7553960"/>
            <a:ext cx="942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1D CNN</a:t>
            </a:r>
          </a:p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encoder</a:t>
            </a:r>
          </a:p>
        </p:txBody>
      </p:sp>
      <p:sp>
        <p:nvSpPr>
          <p:cNvPr id="402" name="anchor">
            <a:extLst xmlns:a="http://schemas.openxmlformats.org/drawingml/2006/main">
              <a:ext uri="{FF2B5EF4-FFF2-40B4-BE49-F238E27FC236}">
                <a16:creationId xmlns:a16="http://schemas.microsoft.com/office/drawing/2014/main" id="{6F27FC11-EF96-4F4C-9228-A65000C6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4580" y="82873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3" name="anchor">
            <a:extLst xmlns:a="http://schemas.openxmlformats.org/drawingml/2006/main">
              <a:ext uri="{FF2B5EF4-FFF2-40B4-BE49-F238E27FC236}">
                <a16:creationId xmlns:a16="http://schemas.microsoft.com/office/drawing/2014/main" id="{4E898AF0-36C1-4494-910C-3840A5C6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7455" y="81730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5" name="anchor">
            <a:extLst xmlns:a="http://schemas.openxmlformats.org/drawingml/2006/main">
              <a:ext uri="{FF2B5EF4-FFF2-40B4-BE49-F238E27FC236}">
                <a16:creationId xmlns:a16="http://schemas.microsoft.com/office/drawing/2014/main" id="{8ABCC6E9-B388-4B85-9609-77130D9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54605" y="83159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6" name="anchor">
            <a:extLst xmlns:a="http://schemas.openxmlformats.org/drawingml/2006/main">
              <a:ext uri="{FF2B5EF4-FFF2-40B4-BE49-F238E27FC236}">
                <a16:creationId xmlns:a16="http://schemas.microsoft.com/office/drawing/2014/main" id="{5FF3CDB3-FA1B-4CFA-A22F-765275EB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6530" y="82016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5" name="module-Classifier">
            <a:extLst xmlns:a="http://schemas.openxmlformats.org/drawingml/2006/main">
              <a:ext uri="{FF2B5EF4-FFF2-40B4-BE49-F238E27FC236}">
                <a16:creationId xmlns:a16="http://schemas.microsoft.com/office/drawing/2014/main" id="{2B5884B6-3BE2-47BC-982F-6900747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45605" y="7553960"/>
            <a:ext cx="1019175" cy="12001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6" name="module-title-Classifier">
            <a:extLst xmlns:a="http://schemas.openxmlformats.org/drawingml/2006/main">
              <a:ext uri="{FF2B5EF4-FFF2-40B4-BE49-F238E27FC236}">
                <a16:creationId xmlns:a16="http://schemas.microsoft.com/office/drawing/2014/main" id="{A0D52556-027A-48AF-88DC-ADBF895B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2755" y="7553960"/>
            <a:ext cx="90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Classifier</a:t>
            </a:r>
          </a:p>
        </p:txBody>
      </p:sp>
      <p:sp>
        <p:nvSpPr>
          <p:cNvPr id="447" name="bar-0">
            <a:extLst xmlns:a="http://schemas.openxmlformats.org/drawingml/2006/main">
              <a:ext uri="{FF2B5EF4-FFF2-40B4-BE49-F238E27FC236}">
                <a16:creationId xmlns:a16="http://schemas.microsoft.com/office/drawing/2014/main" id="{CA542274-4813-4CC5-B385-8101FC89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73875" y="8317230"/>
            <a:ext cx="85725" cy="19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8" name="bar-1">
            <a:extLst xmlns:a="http://schemas.openxmlformats.org/drawingml/2006/main">
              <a:ext uri="{FF2B5EF4-FFF2-40B4-BE49-F238E27FC236}">
                <a16:creationId xmlns:a16="http://schemas.microsoft.com/office/drawing/2014/main" id="{F8990287-B209-4D8B-9E90-0D8719E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90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49" name="bar-2">
            <a:extLst xmlns:a="http://schemas.openxmlformats.org/drawingml/2006/main">
              <a:ext uri="{FF2B5EF4-FFF2-40B4-BE49-F238E27FC236}">
                <a16:creationId xmlns:a16="http://schemas.microsoft.com/office/drawing/2014/main" id="{0EF90439-66B6-42B5-8A72-38FC6F94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73925" y="7985760"/>
            <a:ext cx="85725" cy="525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0" name="bar-3">
            <a:extLst xmlns:a="http://schemas.openxmlformats.org/drawingml/2006/main">
              <a:ext uri="{FF2B5EF4-FFF2-40B4-BE49-F238E27FC236}">
                <a16:creationId xmlns:a16="http://schemas.microsoft.com/office/drawing/2014/main" id="{4EB4D530-47B3-4186-BEF6-13786B0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3950" y="8168005"/>
            <a:ext cx="85725" cy="3422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83C"/>
          </a:solidFill>
          <a:ln xmlns:a="http://schemas.openxmlformats.org/drawingml/2006/main" w="9525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1" name="anchor">
            <a:extLst xmlns:a="http://schemas.openxmlformats.org/drawingml/2006/main">
              <a:ext uri="{FF2B5EF4-FFF2-40B4-BE49-F238E27FC236}">
                <a16:creationId xmlns:a16="http://schemas.microsoft.com/office/drawing/2014/main" id="{6E024F73-75C1-4139-98FF-EB8F87A4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451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95" name="直接箭头连接符 1103"/>
          <p:cNvCxnSpPr>
            <a:stCxn xmlns:a="http://schemas.openxmlformats.org/drawingml/2006/main" id="451" idx="6"/>
            <a:endCxn xmlns:a="http://schemas.openxmlformats.org/drawingml/2006/main" id="452" idx="2"/>
          </p:cNvCxnSpPr>
          <p:nvPr/>
        </p:nvCxnSpPr>
        <p:spPr>
          <a:xfrm xmlns:a="http://schemas.openxmlformats.org/drawingml/2006/main" rot="0" flipH="0" flipV="0">
            <a:off x="2964180" y="810641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496" name="直接箭头连接符 1106"/>
          <p:cNvCxnSpPr>
            <a:stCxn xmlns:a="http://schemas.openxmlformats.org/drawingml/2006/main" id="454" idx="6"/>
            <a:endCxn xmlns:a="http://schemas.openxmlformats.org/drawingml/2006/main" id="455" idx="2"/>
          </p:cNvCxnSpPr>
          <p:nvPr/>
        </p:nvCxnSpPr>
        <p:spPr>
          <a:xfrm xmlns:a="http://schemas.openxmlformats.org/drawingml/2006/main" rot="0" flipH="0" flipV="0">
            <a:off x="4926330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58" name="anchor">
            <a:extLst xmlns:a="http://schemas.openxmlformats.org/drawingml/2006/main">
              <a:ext uri="{FF2B5EF4-FFF2-40B4-BE49-F238E27FC236}">
                <a16:creationId xmlns:a16="http://schemas.microsoft.com/office/drawing/2014/main" id="{2B99493B-AE34-48D4-93AA-05A0487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360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498" name="直接箭头连接符 1109"/>
          <p:cNvCxnSpPr>
            <a:stCxn xmlns:a="http://schemas.openxmlformats.org/drawingml/2006/main" id="457" idx="6"/>
            <a:endCxn xmlns:a="http://schemas.openxmlformats.org/drawingml/2006/main" id="458" idx="2"/>
          </p:cNvCxnSpPr>
          <p:nvPr/>
        </p:nvCxnSpPr>
        <p:spPr>
          <a:xfrm xmlns:a="http://schemas.openxmlformats.org/drawingml/2006/main" rot="0" flipH="0" flipV="0">
            <a:off x="6536055" y="810641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617" name="anchor">
            <a:extLst xmlns:a="http://schemas.openxmlformats.org/drawingml/2006/main">
              <a:ext uri="{FF2B5EF4-FFF2-40B4-BE49-F238E27FC236}">
                <a16:creationId xmlns:a16="http://schemas.microsoft.com/office/drawing/2014/main" id="{9EA94A9B-EB70-47B7-9817-C303296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9255" y="80778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6" name="anchor">
            <a:extLst xmlns:a="http://schemas.openxmlformats.org/drawingml/2006/main">
              <a:ext uri="{FF2B5EF4-FFF2-40B4-BE49-F238E27FC236}">
                <a16:creationId xmlns:a16="http://schemas.microsoft.com/office/drawing/2014/main" id="{03B686D2-D51C-49AD-9709-A519DBE5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7" name="anchor">
            <a:extLst xmlns:a="http://schemas.openxmlformats.org/drawingml/2006/main">
              <a:ext uri="{FF2B5EF4-FFF2-40B4-BE49-F238E27FC236}">
                <a16:creationId xmlns:a16="http://schemas.microsoft.com/office/drawing/2014/main" id="{A3079702-E36D-43C0-90CA-06ECAECB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07680" y="808736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49" name="anchor">
            <a:extLst xmlns:a="http://schemas.openxmlformats.org/drawingml/2006/main">
              <a:ext uri="{FF2B5EF4-FFF2-40B4-BE49-F238E27FC236}">
                <a16:creationId xmlns:a16="http://schemas.microsoft.com/office/drawing/2014/main" id="{7B1A7621-71C8-4104-AD1D-4B1A6D9C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5255" y="857313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03" name="直接箭头连接符 1301"/>
          <p:cNvCxnSpPr>
            <a:stCxn xmlns:a="http://schemas.openxmlformats.org/drawingml/2006/main" id="649" idx="6"/>
            <a:endCxn xmlns:a="http://schemas.openxmlformats.org/drawingml/2006/main" id="650" idx="2"/>
          </p:cNvCxnSpPr>
          <p:nvPr/>
        </p:nvCxnSpPr>
        <p:spPr>
          <a:xfrm xmlns:a="http://schemas.openxmlformats.org/drawingml/2006/main" rot="0" flipH="0" flipV="0">
            <a:off x="7774305" y="858266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41" name="立方体 240">
            <a:extLst xmlns:a="http://schemas.openxmlformats.org/drawingml/2006/main">
              <a:ext uri="{FF2B5EF4-FFF2-40B4-BE49-F238E27FC236}">
                <a16:creationId xmlns:a16="http://schemas.microsoft.com/office/drawing/2014/main" id="{A58ABA95-3272-4D15-9E4A-63E42DE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30095" y="8178800"/>
            <a:ext cx="381000" cy="506730"/>
          </a:xfrm>
          <a:prstGeom xmlns:a="http://schemas.openxmlformats.org/drawingml/2006/main" prst="cube">
            <a:avLst>
              <a:gd name="adj" fmla="val 60185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4" name="立方体 243">
            <a:extLst xmlns:a="http://schemas.openxmlformats.org/drawingml/2006/main">
              <a:ext uri="{FF2B5EF4-FFF2-40B4-BE49-F238E27FC236}">
                <a16:creationId xmlns:a16="http://schemas.microsoft.com/office/drawing/2014/main" id="{26688804-95AD-46BE-8CE0-CC715082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87295" y="8296910"/>
            <a:ext cx="303530" cy="358140"/>
          </a:xfrm>
          <a:prstGeom xmlns:a="http://schemas.openxmlformats.org/drawingml/2006/main" prst="cube">
            <a:avLst>
              <a:gd name="adj" fmla="val 47419"/>
            </a:avLst>
          </a:prstGeom>
          <a:solidFill xmlns:a="http://schemas.openxmlformats.org/drawingml/2006/main">
            <a:srgbClr val="A4D197"/>
          </a:solidFill>
          <a:ln xmlns:a="http://schemas.openxmlformats.org/drawingml/2006/main">
            <a:solidFill>
              <a:srgbClr val="55A83C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8" name="module-BPCSCfC">
            <a:extLst xmlns:a="http://schemas.openxmlformats.org/drawingml/2006/main">
              <a:ext uri="{FF2B5EF4-FFF2-40B4-BE49-F238E27FC236}">
                <a16:creationId xmlns:a16="http://schemas.microsoft.com/office/drawing/2014/main" id="{8246B7DF-E726-4AA8-9C57-3FA65A5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3255" y="7877810"/>
            <a:ext cx="1724025" cy="440055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09" name="module-title-BPCSCfC">
            <a:extLst xmlns:a="http://schemas.openxmlformats.org/drawingml/2006/main">
              <a:ext uri="{FF2B5EF4-FFF2-40B4-BE49-F238E27FC236}">
                <a16:creationId xmlns:a16="http://schemas.microsoft.com/office/drawing/2014/main" id="{00CFEB11-BB9A-463D-A433-D4EF147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4890" y="7983855"/>
            <a:ext cx="96139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BPCSCfC</a:t>
            </a:r>
          </a:p>
        </p:txBody>
      </p:sp>
      <p:sp>
        <p:nvSpPr>
          <p:cNvPr id="419" name="anchor">
            <a:extLst xmlns:a="http://schemas.openxmlformats.org/drawingml/2006/main">
              <a:ext uri="{FF2B5EF4-FFF2-40B4-BE49-F238E27FC236}">
                <a16:creationId xmlns:a16="http://schemas.microsoft.com/office/drawing/2014/main" id="{27446EC6-CBD1-4C66-8BE7-2CC59757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0" name="anchor">
            <a:extLst xmlns:a="http://schemas.openxmlformats.org/drawingml/2006/main">
              <a:ext uri="{FF2B5EF4-FFF2-40B4-BE49-F238E27FC236}">
                <a16:creationId xmlns:a16="http://schemas.microsoft.com/office/drawing/2014/main" id="{DF00FEFD-BA4B-460C-BDF4-54703D16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2" name="anchor">
            <a:extLst xmlns:a="http://schemas.openxmlformats.org/drawingml/2006/main">
              <a:ext uri="{FF2B5EF4-FFF2-40B4-BE49-F238E27FC236}">
                <a16:creationId xmlns:a16="http://schemas.microsoft.com/office/drawing/2014/main" id="{A16BA741-3DFD-4429-8A1E-863CD2F9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3" name="anchor">
            <a:extLst xmlns:a="http://schemas.openxmlformats.org/drawingml/2006/main">
              <a:ext uri="{FF2B5EF4-FFF2-40B4-BE49-F238E27FC236}">
                <a16:creationId xmlns:a16="http://schemas.microsoft.com/office/drawing/2014/main" id="{5DC128CA-C224-4E94-89EA-DC2D6D88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710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5" name="anchor">
            <a:extLst xmlns:a="http://schemas.openxmlformats.org/drawingml/2006/main">
              <a:ext uri="{FF2B5EF4-FFF2-40B4-BE49-F238E27FC236}">
                <a16:creationId xmlns:a16="http://schemas.microsoft.com/office/drawing/2014/main" id="{F4F79058-0F15-421F-BE9C-667D48D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6" name="anchor">
            <a:extLst xmlns:a="http://schemas.openxmlformats.org/drawingml/2006/main">
              <a:ext uri="{FF2B5EF4-FFF2-40B4-BE49-F238E27FC236}">
                <a16:creationId xmlns:a16="http://schemas.microsoft.com/office/drawing/2014/main" id="{B033DE82-4FB6-4918-8E58-A0EE55A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8" name="anchor">
            <a:extLst xmlns:a="http://schemas.openxmlformats.org/drawingml/2006/main">
              <a:ext uri="{FF2B5EF4-FFF2-40B4-BE49-F238E27FC236}">
                <a16:creationId xmlns:a16="http://schemas.microsoft.com/office/drawing/2014/main" id="{784AB7AB-419E-45A4-AB24-53DBA124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29" name="anchor">
            <a:extLst xmlns:a="http://schemas.openxmlformats.org/drawingml/2006/main">
              <a:ext uri="{FF2B5EF4-FFF2-40B4-BE49-F238E27FC236}">
                <a16:creationId xmlns:a16="http://schemas.microsoft.com/office/drawing/2014/main" id="{9A204856-0C42-44B5-A071-654718BF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69055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1" name="anchor">
            <a:extLst xmlns:a="http://schemas.openxmlformats.org/drawingml/2006/main">
              <a:ext uri="{FF2B5EF4-FFF2-40B4-BE49-F238E27FC236}">
                <a16:creationId xmlns:a16="http://schemas.microsoft.com/office/drawing/2014/main" id="{4E29010D-CD28-45D4-8EAE-33A98E2B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2" name="anchor">
            <a:extLst xmlns:a="http://schemas.openxmlformats.org/drawingml/2006/main">
              <a:ext uri="{FF2B5EF4-FFF2-40B4-BE49-F238E27FC236}">
                <a16:creationId xmlns:a16="http://schemas.microsoft.com/office/drawing/2014/main" id="{EA581D64-8871-4CD4-A701-1B77E6D5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4" name="anchor">
            <a:extLst xmlns:a="http://schemas.openxmlformats.org/drawingml/2006/main">
              <a:ext uri="{FF2B5EF4-FFF2-40B4-BE49-F238E27FC236}">
                <a16:creationId xmlns:a16="http://schemas.microsoft.com/office/drawing/2014/main" id="{B95E4E2A-68B9-4121-92C5-E5434D1D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35830" y="810641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5" name="anchor">
            <a:extLst xmlns:a="http://schemas.openxmlformats.org/drawingml/2006/main">
              <a:ext uri="{FF2B5EF4-FFF2-40B4-BE49-F238E27FC236}">
                <a16:creationId xmlns:a16="http://schemas.microsoft.com/office/drawing/2014/main" id="{7AC9B881-9104-4B7C-8CDC-37D10EA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1480" y="84016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2" name="anchor">
            <a:extLst xmlns:a="http://schemas.openxmlformats.org/drawingml/2006/main">
              <a:ext uri="{FF2B5EF4-FFF2-40B4-BE49-F238E27FC236}">
                <a16:creationId xmlns:a16="http://schemas.microsoft.com/office/drawing/2014/main" id="{B11AC64A-B5A3-436F-AC34-3D8D49AC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7373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4" name="anchor">
            <a:extLst xmlns:a="http://schemas.openxmlformats.org/drawingml/2006/main">
              <a:ext uri="{FF2B5EF4-FFF2-40B4-BE49-F238E27FC236}">
                <a16:creationId xmlns:a16="http://schemas.microsoft.com/office/drawing/2014/main" id="{1C03D73C-94F1-486A-80D3-2B442FB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7280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8" name="module-DRASP">
            <a:extLst xmlns:a="http://schemas.openxmlformats.org/drawingml/2006/main">
              <a:ext uri="{FF2B5EF4-FFF2-40B4-BE49-F238E27FC236}">
                <a16:creationId xmlns:a16="http://schemas.microsoft.com/office/drawing/2014/main" id="{2779E868-D2CE-4A96-8AF6-35EF5B2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5405" y="7867650"/>
            <a:ext cx="1381125" cy="46736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5A8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39" name="module-title-DRASP">
            <a:extLst xmlns:a="http://schemas.openxmlformats.org/drawingml/2006/main">
              <a:ext uri="{FF2B5EF4-FFF2-40B4-BE49-F238E27FC236}">
                <a16:creationId xmlns:a16="http://schemas.microsoft.com/office/drawing/2014/main" id="{54C931A8-8660-48C2-9DB4-52244FB2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93030" y="7983855"/>
            <a:ext cx="1266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11111"/>
                </a:solidFill>
              </a:defRPr>
            </a:pPr>
            <a:r>
              <a:rPr sz="142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DRASP</a:t>
            </a:r>
          </a:p>
        </p:txBody>
      </p:sp>
      <p:sp>
        <p:nvSpPr>
          <p:cNvPr id="455" name="anchor">
            <a:extLst xmlns:a="http://schemas.openxmlformats.org/drawingml/2006/main">
              <a:ext uri="{FF2B5EF4-FFF2-40B4-BE49-F238E27FC236}">
                <a16:creationId xmlns:a16="http://schemas.microsoft.com/office/drawing/2014/main" id="{D53B6F83-F639-4AC6-8C6C-84C2FDF4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457" name="anchor">
            <a:extLst xmlns:a="http://schemas.openxmlformats.org/drawingml/2006/main">
              <a:ext uri="{FF2B5EF4-FFF2-40B4-BE49-F238E27FC236}">
                <a16:creationId xmlns:a16="http://schemas.microsoft.com/office/drawing/2014/main" id="{6DA829A1-AD8B-4950-AEB3-0C22373B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17005" y="809688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pic>
        <p:nvPicPr>
          <p:cNvPr id="1526" name="图片 7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250d3f512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3490" y="8422640"/>
            <a:ext cx="474345" cy="474345"/>
          </a:xfrm>
          <a:prstGeom xmlns:a="http://schemas.openxmlformats.org/drawingml/2006/main" prst="rect">
            <a:avLst/>
          </a:prstGeom>
        </p:spPr>
      </p:pic>
      <p:pic>
        <p:nvPicPr>
          <p:cNvPr id="1527" name="图片 8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88aa351bf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80" y="9350721"/>
            <a:ext cx="299085" cy="298800"/>
          </a:xfrm>
          <a:prstGeom xmlns:a="http://schemas.openxmlformats.org/drawingml/2006/main" prst="rect">
            <a:avLst/>
          </a:prstGeom>
        </p:spPr>
      </p:pic>
      <p:sp>
        <p:nvSpPr>
          <p:cNvPr id="85" name="leg1">
            <a:extLst xmlns:a="http://schemas.openxmlformats.org/drawingml/2006/main">
              <a:ext uri="{FF2B5EF4-FFF2-40B4-BE49-F238E27FC236}">
                <a16:creationId xmlns:a16="http://schemas.microsoft.com/office/drawing/2014/main" id="{B039D35F-B8EB-4708-AB8A-77B4BABE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6140" y="9367850"/>
            <a:ext cx="850265" cy="20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  <a:r>
              <a:rPr sz="975" b="0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rainable</a:t>
            </a:r>
          </a:p>
        </p:txBody>
      </p:sp>
      <p:sp>
        <p:nvSpPr>
          <p:cNvPr id="25" name="xlab">
            <a:extLst xmlns:a="http://schemas.openxmlformats.org/drawingml/2006/main">
              <a:ext uri="{FF2B5EF4-FFF2-40B4-BE49-F238E27FC236}">
                <a16:creationId xmlns:a16="http://schemas.microsoft.com/office/drawing/2014/main" id="{D34EF89B-8FC1-4FBD-A3E6-3FAB1D7D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cxnSp>
        <p:nvCxnSpPr>
          <p:cNvPr id="1530" name="直接箭头连接符 20"/>
          <p:cNvCxnSpPr/>
          <p:nvPr/>
        </p:nvCxnSpPr>
        <p:spPr>
          <a:xfrm xmlns:a="http://schemas.openxmlformats.org/drawingml/2006/main">
            <a:off x="1514475" y="1360805"/>
            <a:ext cx="52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31" name="连接符: 肘形 46"/>
          <p:cNvCxnSpPr/>
          <p:nvPr/>
        </p:nvCxnSpPr>
        <p:spPr>
          <a:xfrm xmlns:a="http://schemas.openxmlformats.org/drawingml/2006/main" rot="5400000" flipV="1">
            <a:off x="7512368" y="1937703"/>
            <a:ext cx="259080" cy="0"/>
          </a:xfrm>
          <a:prstGeom xmlns:a="http://schemas.openxmlformats.org/drawingml/2006/main" prst="bentConnector3">
            <a:avLst>
              <a:gd name="adj1" fmla="val 50245"/>
            </a:avLst>
          </a:prstGeom>
          <a:ln xmlns:a="http://schemas.openxmlformats.org/drawingml/2006/main" w="25400">
            <a:solidFill>
              <a:srgbClr val="7A35CC"/>
            </a:solidFill>
            <a:prstDash val="solid"/>
            <a:tailEnd type="triangle" w="med" len="med"/>
          </a:ln>
        </p:spPr>
      </p:cxnSp>
      <p:sp>
        <p:nvSpPr>
          <p:cNvPr id="60" name="直接连接符 59">
            <a:extLst xmlns:a="http://schemas.openxmlformats.org/drawingml/2006/main">
              <a:ext uri="{FF2B5EF4-FFF2-40B4-BE49-F238E27FC236}">
                <a16:creationId xmlns:a16="http://schemas.microsoft.com/office/drawing/2014/main" id="{326779E0-CBBE-4EC0-BB4D-3E306873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372" y="118110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D285D760-B5B6-47A3-9B1B-A61B4EAE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585" y="2061210"/>
            <a:ext cx="1478280" cy="27051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solidFill>
              <a:schemeClr val="accent5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>
                <a:ln>
                  <a:noFill/>
                </a:ln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Broadcast</a:t>
            </a:r>
          </a:p>
        </p:txBody>
      </p:sp>
      <p:sp>
        <p:nvSpPr>
          <p:cNvPr id="81" name="leg2">
            <a:extLst xmlns:a="http://schemas.openxmlformats.org/drawingml/2006/main">
              <a:ext uri="{FF2B5EF4-FFF2-40B4-BE49-F238E27FC236}">
                <a16:creationId xmlns:a16="http://schemas.microsoft.com/office/drawing/2014/main" id="{106CC04F-59F2-456F-B58B-7D9BE753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26330" y="9439910"/>
            <a:ext cx="167703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75" b="0">
                <a:solidFill>
                  <a:srgbClr val="111111"/>
                </a:solidFill>
              </a:defRPr>
            </a:pP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MemKD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975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Smooth L1 Loss</a:t>
            </a:r>
          </a:p>
        </p:txBody>
      </p:sp>
      <p:cxnSp>
        <p:nvCxnSpPr>
          <p:cNvPr id="1535" name="直接箭头连接符 81"/>
          <p:cNvCxnSpPr/>
          <p:nvPr/>
        </p:nvCxnSpPr>
        <p:spPr>
          <a:xfrm xmlns:a="http://schemas.openxmlformats.org/drawingml/2006/main" rot="0" flipH="0" flipV="0">
            <a:off x="4427855" y="954468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FF6A00"/>
            </a:solidFill>
            <a:prstDash val="dash"/>
            <a:headEnd type="triangle"/>
            <a:tailEnd type="triangle" w="med" len="med"/>
          </a:ln>
        </p:spPr>
      </p:cxnSp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3FA0D940-E66D-483C-BAE9-2627443E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064397" y="7255510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25400">
            <a:tailEnd type="stealth" w="lg" len="lg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tr-top">
            <a:extLst xmlns:a="http://schemas.openxmlformats.org/drawingml/2006/main">
              <a:ext uri="{FF2B5EF4-FFF2-40B4-BE49-F238E27FC236}">
                <a16:creationId xmlns:a16="http://schemas.microsoft.com/office/drawing/2014/main" id="{9AD64D7E-7F31-4968-885F-2812CA44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5" name="tr-top">
            <a:extLst xmlns:a="http://schemas.openxmlformats.org/drawingml/2006/main">
              <a:ext uri="{FF2B5EF4-FFF2-40B4-BE49-F238E27FC236}">
                <a16:creationId xmlns:a16="http://schemas.microsoft.com/office/drawing/2014/main" id="{AC52633C-D688-43B8-98F8-F792F8AA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56" name="tr-top">
            <a:extLst xmlns:a="http://schemas.openxmlformats.org/drawingml/2006/main">
              <a:ext uri="{FF2B5EF4-FFF2-40B4-BE49-F238E27FC236}">
                <a16:creationId xmlns:a16="http://schemas.microsoft.com/office/drawing/2014/main" id="{D62714E5-627E-44BF-825F-3BE342D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038225"/>
            <a:ext cx="142875" cy="46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3E8">
              <a:alpha val="53333"/>
            </a:srgbClr>
          </a:solidFill>
          <a:ln xmlns:a="http://schemas.openxmlformats.org/drawingml/2006/main" w="1333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40" name="肘形连接符 136"/>
          <p:cNvCxnSpPr/>
          <p:nvPr/>
        </p:nvCxnSpPr>
        <p:spPr>
          <a:xfrm xmlns:a="http://schemas.openxmlformats.org/drawingml/2006/main" flipV="1">
            <a:off x="6632575" y="7402830"/>
            <a:ext cx="1720215" cy="589280"/>
          </a:xfrm>
          <a:prstGeom xmlns:a="http://schemas.openxmlformats.org/drawingml/2006/main" prst="bentConnector3">
            <a:avLst>
              <a:gd name="adj1" fmla="val -332"/>
            </a:avLst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41" name="直接连接符 142"/>
          <p:cNvCxnSpPr>
            <a:stCxn xmlns:a="http://schemas.openxmlformats.org/drawingml/2006/main" id="6" idx="8"/>
          </p:cNvCxnSpPr>
          <p:nvPr/>
        </p:nvCxnSpPr>
        <p:spPr>
          <a:xfrm xmlns:a="http://schemas.openxmlformats.org/drawingml/2006/main" flipH="1">
            <a:off x="844550" y="2465705"/>
            <a:ext cx="1270" cy="5796915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42" name="直接箭头连接符 143"/>
          <p:cNvCxnSpPr/>
          <p:nvPr/>
        </p:nvCxnSpPr>
        <p:spPr>
          <a:xfrm xmlns:a="http://schemas.openxmlformats.org/drawingml/2006/main" flipV="1">
            <a:off x="838200" y="8245475"/>
            <a:ext cx="6019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chemeClr val="tx1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94" name="xlab">
            <a:extLst xmlns:a="http://schemas.openxmlformats.org/drawingml/2006/main">
              <a:ext uri="{FF2B5EF4-FFF2-40B4-BE49-F238E27FC236}">
                <a16:creationId xmlns:a16="http://schemas.microsoft.com/office/drawing/2014/main" id="{73782BAB-E543-4047-B97C-7016A9EF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101" name="xlab">
            <a:extLst xmlns:a="http://schemas.openxmlformats.org/drawingml/2006/main">
              <a:ext uri="{FF2B5EF4-FFF2-40B4-BE49-F238E27FC236}">
                <a16:creationId xmlns:a16="http://schemas.microsoft.com/office/drawing/2014/main" id="{946CCF97-76BF-4146-B81C-1B573424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02" name="xlab">
            <a:extLst xmlns:a="http://schemas.openxmlformats.org/drawingml/2006/main">
              <a:ext uri="{FF2B5EF4-FFF2-40B4-BE49-F238E27FC236}">
                <a16:creationId xmlns:a16="http://schemas.microsoft.com/office/drawing/2014/main" id="{6BB37D4A-17FA-4611-A3FF-E33B5D16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280" y="7706360"/>
            <a:ext cx="238125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141" name="xlab">
            <a:extLst xmlns:a="http://schemas.openxmlformats.org/drawingml/2006/main">
              <a:ext uri="{FF2B5EF4-FFF2-40B4-BE49-F238E27FC236}">
                <a16:creationId xmlns:a16="http://schemas.microsoft.com/office/drawing/2014/main" id="{3D7B01D8-4FA1-4932-9ABE-E300AA59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7706360"/>
            <a:ext cx="405130" cy="14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9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T-1</a:t>
            </a:r>
          </a:p>
        </p:txBody>
      </p:sp>
      <p:sp>
        <p:nvSpPr>
          <p:cNvPr id="36" name="class-Cargo ship">
            <a:extLst xmlns:a="http://schemas.openxmlformats.org/drawingml/2006/main">
              <a:ext uri="{FF2B5EF4-FFF2-40B4-BE49-F238E27FC236}">
                <a16:creationId xmlns:a16="http://schemas.microsoft.com/office/drawing/2014/main" id="{44CB2320-DDFF-405C-98B9-BA692443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93480" y="810895"/>
            <a:ext cx="1205865" cy="28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0">
                <a:solidFill>
                  <a:srgbClr val="111111"/>
                </a:solidFill>
              </a:defRPr>
            </a:pPr>
            <a:r>
              <a:rPr sz="105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Predicted Class</a:t>
            </a:r>
          </a:p>
        </p:txBody>
      </p:sp>
      <p:pic>
        <p:nvPicPr>
          <p:cNvPr id="1548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aabfc0d264b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135745" y="237490"/>
            <a:ext cx="521970" cy="521970"/>
          </a:xfrm>
          <a:prstGeom xmlns:a="http://schemas.openxmlformats.org/drawingml/2006/main" prst="rect">
            <a:avLst/>
          </a:prstGeom>
        </p:spPr>
      </p:pic>
      <p:sp>
        <p:nvSpPr>
          <p:cNvPr id="620" name="anchor">
            <a:extLst xmlns:a="http://schemas.openxmlformats.org/drawingml/2006/main">
              <a:ext uri="{FF2B5EF4-FFF2-40B4-BE49-F238E27FC236}">
                <a16:creationId xmlns:a16="http://schemas.microsoft.com/office/drawing/2014/main" id="{445D2269-38C9-4287-9EF6-79F8C554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24175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4" name="anchor">
            <a:extLst xmlns:a="http://schemas.openxmlformats.org/drawingml/2006/main">
              <a:ext uri="{FF2B5EF4-FFF2-40B4-BE49-F238E27FC236}">
                <a16:creationId xmlns:a16="http://schemas.microsoft.com/office/drawing/2014/main" id="{75C2F4AF-6FB4-457E-9EA1-590FF17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805" y="314198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1" name="MemKD panel">
            <a:extLst xmlns:a="http://schemas.openxmlformats.org/drawingml/2006/main">
              <a:ext uri="{FF2B5EF4-FFF2-40B4-BE49-F238E27FC236}">
                <a16:creationId xmlns:a16="http://schemas.microsoft.com/office/drawing/2014/main" id="{176B061A-DC85-40A5-95BD-965B171A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6530" y="2969260"/>
            <a:ext cx="5560060" cy="2627630"/>
          </a:xfrm>
          <a:custGeom xmlns:a="http://schemas.openxmlformats.org/drawingml/2006/main">
            <a:gdLst>
              <a:gd name="csX0" fmla="*/ 0 w 4647565"/>
              <a:gd name="csY0" fmla="*/ 142580 h 3625215"/>
              <a:gd name="csX1" fmla="*/ 142580 w 4647565"/>
              <a:gd name="csY1" fmla="*/ 0 h 3625215"/>
              <a:gd name="csX2" fmla="*/ 765781 w 4647565"/>
              <a:gd name="csY2" fmla="*/ 0 h 3625215"/>
              <a:gd name="csX3" fmla="*/ 1301733 w 4647565"/>
              <a:gd name="csY3" fmla="*/ 0 h 3625215"/>
              <a:gd name="csX4" fmla="*/ 1794062 w 4647565"/>
              <a:gd name="csY4" fmla="*/ 0 h 3625215"/>
              <a:gd name="csX5" fmla="*/ 2330015 w 4647565"/>
              <a:gd name="csY5" fmla="*/ 0 h 3625215"/>
              <a:gd name="csX6" fmla="*/ 2996839 w 4647565"/>
              <a:gd name="csY6" fmla="*/ 0 h 3625215"/>
              <a:gd name="csX7" fmla="*/ 3532792 w 4647565"/>
              <a:gd name="csY7" fmla="*/ 0 h 3625215"/>
              <a:gd name="csX8" fmla="*/ 4504985 w 4647565"/>
              <a:gd name="csY8" fmla="*/ 0 h 3625215"/>
              <a:gd name="csX9" fmla="*/ 4647565 w 4647565"/>
              <a:gd name="csY9" fmla="*/ 142580 h 3625215"/>
              <a:gd name="csX10" fmla="*/ 4647565 w 4647565"/>
              <a:gd name="csY10" fmla="*/ 843992 h 3625215"/>
              <a:gd name="csX11" fmla="*/ 4647565 w 4647565"/>
              <a:gd name="csY11" fmla="*/ 1445201 h 3625215"/>
              <a:gd name="csX12" fmla="*/ 4647565 w 4647565"/>
              <a:gd name="csY12" fmla="*/ 2180014 h 3625215"/>
              <a:gd name="csX13" fmla="*/ 4647565 w 4647565"/>
              <a:gd name="csY13" fmla="*/ 2848025 h 3625215"/>
              <a:gd name="csX14" fmla="*/ 4647565 w 4647565"/>
              <a:gd name="csY14" fmla="*/ 3482635 h 3625215"/>
              <a:gd name="csX15" fmla="*/ 4504985 w 4647565"/>
              <a:gd name="csY15" fmla="*/ 3625215 h 3625215"/>
              <a:gd name="csX16" fmla="*/ 3794536 w 4647565"/>
              <a:gd name="csY16" fmla="*/ 3625215 h 3625215"/>
              <a:gd name="csX17" fmla="*/ 3258584 w 4647565"/>
              <a:gd name="csY17" fmla="*/ 3625215 h 3625215"/>
              <a:gd name="csX18" fmla="*/ 2635383 w 4647565"/>
              <a:gd name="csY18" fmla="*/ 3625215 h 3625215"/>
              <a:gd name="csX19" fmla="*/ 2143054 w 4647565"/>
              <a:gd name="csY19" fmla="*/ 3625215 h 3625215"/>
              <a:gd name="csX20" fmla="*/ 1432605 w 4647565"/>
              <a:gd name="csY20" fmla="*/ 3625215 h 3625215"/>
              <a:gd name="csX21" fmla="*/ 809405 w 4647565"/>
              <a:gd name="csY21" fmla="*/ 3625215 h 3625215"/>
              <a:gd name="csX22" fmla="*/ 142580 w 4647565"/>
              <a:gd name="csY22" fmla="*/ 3625215 h 3625215"/>
              <a:gd name="csX23" fmla="*/ 0 w 4647565"/>
              <a:gd name="csY23" fmla="*/ 3482635 h 3625215"/>
              <a:gd name="csX24" fmla="*/ 0 w 4647565"/>
              <a:gd name="csY24" fmla="*/ 2781223 h 3625215"/>
              <a:gd name="csX25" fmla="*/ 0 w 4647565"/>
              <a:gd name="csY25" fmla="*/ 2079812 h 3625215"/>
              <a:gd name="csX26" fmla="*/ 0 w 4647565"/>
              <a:gd name="csY26" fmla="*/ 1345000 h 3625215"/>
              <a:gd name="csX27" fmla="*/ 0 w 4647565"/>
              <a:gd name="csY27" fmla="*/ 142580 h 3625215"/>
            </a:gdLst>
            <a:rect l="l" t="t" r="r" b="b"/>
            <a:pathLst>
              <a:path w="4647565" h="3625215">
                <a:moveTo>
                  <a:pt x="0" y="142580"/>
                </a:moveTo>
                <a:cubicBezTo>
                  <a:pt x="-5257" y="80223"/>
                  <a:pt x="61287" y="-8024"/>
                  <a:pt x="142580" y="0"/>
                </a:cubicBezTo>
                <a:cubicBezTo>
                  <a:pt x="317576" y="-24160"/>
                  <a:pt x="455241" y="9832"/>
                  <a:pt x="765781" y="0"/>
                </a:cubicBezTo>
                <a:cubicBezTo>
                  <a:pt x="1076321" y="-9832"/>
                  <a:pt x="1056203" y="23477"/>
                  <a:pt x="1301733" y="0"/>
                </a:cubicBezTo>
                <a:cubicBezTo>
                  <a:pt x="1547263" y="-23477"/>
                  <a:pt x="1681055" y="11749"/>
                  <a:pt x="1794062" y="0"/>
                </a:cubicBezTo>
                <a:cubicBezTo>
                  <a:pt x="1907069" y="-11749"/>
                  <a:pt x="2192405" y="-3709"/>
                  <a:pt x="2330015" y="0"/>
                </a:cubicBezTo>
                <a:cubicBezTo>
                  <a:pt x="2467625" y="3709"/>
                  <a:pt x="2744632" y="-10756"/>
                  <a:pt x="2996839" y="0"/>
                </a:cubicBezTo>
                <a:cubicBezTo>
                  <a:pt x="3249046" y="10756"/>
                  <a:pt x="3299716" y="21484"/>
                  <a:pt x="3532792" y="0"/>
                </a:cubicBezTo>
                <a:cubicBezTo>
                  <a:pt x="3765868" y="-21484"/>
                  <a:pt x="4122929" y="-48271"/>
                  <a:pt x="4504985" y="0"/>
                </a:cubicBezTo>
                <a:cubicBezTo>
                  <a:pt x="4592244" y="1688"/>
                  <a:pt x="4638160" y="69908"/>
                  <a:pt x="4647565" y="142580"/>
                </a:cubicBezTo>
                <a:cubicBezTo>
                  <a:pt x="4622689" y="437056"/>
                  <a:pt x="4635386" y="633268"/>
                  <a:pt x="4647565" y="843992"/>
                </a:cubicBezTo>
                <a:cubicBezTo>
                  <a:pt x="4659744" y="1054716"/>
                  <a:pt x="4662974" y="1297996"/>
                  <a:pt x="4647565" y="1445201"/>
                </a:cubicBezTo>
                <a:cubicBezTo>
                  <a:pt x="4632156" y="1592406"/>
                  <a:pt x="4658873" y="1905697"/>
                  <a:pt x="4647565" y="2180014"/>
                </a:cubicBezTo>
                <a:cubicBezTo>
                  <a:pt x="4636257" y="2454331"/>
                  <a:pt x="4616297" y="2693922"/>
                  <a:pt x="4647565" y="2848025"/>
                </a:cubicBezTo>
                <a:cubicBezTo>
                  <a:pt x="4678833" y="3002128"/>
                  <a:pt x="4617446" y="3205598"/>
                  <a:pt x="4647565" y="3482635"/>
                </a:cubicBezTo>
                <a:cubicBezTo>
                  <a:pt x="4645675" y="3559217"/>
                  <a:pt x="4586370" y="3622359"/>
                  <a:pt x="4504985" y="3625215"/>
                </a:cubicBezTo>
                <a:cubicBezTo>
                  <a:pt x="4262132" y="3637215"/>
                  <a:pt x="4012087" y="3639438"/>
                  <a:pt x="3794536" y="3625215"/>
                </a:cubicBezTo>
                <a:cubicBezTo>
                  <a:pt x="3576985" y="3610992"/>
                  <a:pt x="3487447" y="3647010"/>
                  <a:pt x="3258584" y="3625215"/>
                </a:cubicBezTo>
                <a:cubicBezTo>
                  <a:pt x="3029721" y="3603420"/>
                  <a:pt x="2851247" y="3650274"/>
                  <a:pt x="2635383" y="3625215"/>
                </a:cubicBezTo>
                <a:cubicBezTo>
                  <a:pt x="2419519" y="3600156"/>
                  <a:pt x="2357106" y="3609583"/>
                  <a:pt x="2143054" y="3625215"/>
                </a:cubicBezTo>
                <a:cubicBezTo>
                  <a:pt x="1929002" y="3640847"/>
                  <a:pt x="1663387" y="3590237"/>
                  <a:pt x="1432605" y="3625215"/>
                </a:cubicBezTo>
                <a:cubicBezTo>
                  <a:pt x="1201823" y="3660193"/>
                  <a:pt x="998673" y="3655125"/>
                  <a:pt x="809405" y="3625215"/>
                </a:cubicBezTo>
                <a:cubicBezTo>
                  <a:pt x="620137" y="3595305"/>
                  <a:pt x="452101" y="3593742"/>
                  <a:pt x="142580" y="3625215"/>
                </a:cubicBezTo>
                <a:cubicBezTo>
                  <a:pt x="65223" y="3628177"/>
                  <a:pt x="-4351" y="3579176"/>
                  <a:pt x="0" y="3482635"/>
                </a:cubicBezTo>
                <a:cubicBezTo>
                  <a:pt x="-16064" y="3241780"/>
                  <a:pt x="-2964" y="3099007"/>
                  <a:pt x="0" y="2781223"/>
                </a:cubicBezTo>
                <a:cubicBezTo>
                  <a:pt x="2964" y="2463439"/>
                  <a:pt x="20522" y="2302843"/>
                  <a:pt x="0" y="2079812"/>
                </a:cubicBezTo>
                <a:cubicBezTo>
                  <a:pt x="-20522" y="1856781"/>
                  <a:pt x="-26404" y="1508486"/>
                  <a:pt x="0" y="1345000"/>
                </a:cubicBezTo>
                <a:cubicBezTo>
                  <a:pt x="26404" y="1181514"/>
                  <a:pt x="8754" y="393849"/>
                  <a:pt x="0" y="142580"/>
                </a:cubicBezTo>
                <a:close/>
              </a:path>
              <a:path w="4647565" h="3625215">
                <a:moveTo>
                  <a:pt x="0" y="142580"/>
                </a:moveTo>
                <a:cubicBezTo>
                  <a:pt x="-13113" y="55747"/>
                  <a:pt x="55745" y="3036"/>
                  <a:pt x="142580" y="0"/>
                </a:cubicBezTo>
                <a:cubicBezTo>
                  <a:pt x="408546" y="-28904"/>
                  <a:pt x="670720" y="27566"/>
                  <a:pt x="853029" y="0"/>
                </a:cubicBezTo>
                <a:cubicBezTo>
                  <a:pt x="1035338" y="-27566"/>
                  <a:pt x="1217293" y="-16743"/>
                  <a:pt x="1432605" y="0"/>
                </a:cubicBezTo>
                <a:cubicBezTo>
                  <a:pt x="1647917" y="16743"/>
                  <a:pt x="1778459" y="-16940"/>
                  <a:pt x="1968558" y="0"/>
                </a:cubicBezTo>
                <a:cubicBezTo>
                  <a:pt x="2158657" y="16940"/>
                  <a:pt x="2476484" y="-6587"/>
                  <a:pt x="2635383" y="0"/>
                </a:cubicBezTo>
                <a:cubicBezTo>
                  <a:pt x="2794282" y="6587"/>
                  <a:pt x="2962141" y="30"/>
                  <a:pt x="3214960" y="0"/>
                </a:cubicBezTo>
                <a:cubicBezTo>
                  <a:pt x="3467779" y="-30"/>
                  <a:pt x="3584344" y="28552"/>
                  <a:pt x="3925408" y="0"/>
                </a:cubicBezTo>
                <a:cubicBezTo>
                  <a:pt x="4266472" y="-28552"/>
                  <a:pt x="4284370" y="-17307"/>
                  <a:pt x="4504985" y="0"/>
                </a:cubicBezTo>
                <a:cubicBezTo>
                  <a:pt x="4573550" y="16841"/>
                  <a:pt x="4645664" y="61630"/>
                  <a:pt x="4647565" y="142580"/>
                </a:cubicBezTo>
                <a:cubicBezTo>
                  <a:pt x="4618822" y="307277"/>
                  <a:pt x="4655287" y="453566"/>
                  <a:pt x="4647565" y="743790"/>
                </a:cubicBezTo>
                <a:cubicBezTo>
                  <a:pt x="4639844" y="1034014"/>
                  <a:pt x="4636366" y="1221858"/>
                  <a:pt x="4647565" y="1411801"/>
                </a:cubicBezTo>
                <a:cubicBezTo>
                  <a:pt x="4658764" y="1601744"/>
                  <a:pt x="4623292" y="1892812"/>
                  <a:pt x="4647565" y="2046411"/>
                </a:cubicBezTo>
                <a:cubicBezTo>
                  <a:pt x="4671839" y="2200010"/>
                  <a:pt x="4628319" y="2490449"/>
                  <a:pt x="4647565" y="2781223"/>
                </a:cubicBezTo>
                <a:cubicBezTo>
                  <a:pt x="4666811" y="3071997"/>
                  <a:pt x="4615533" y="3205424"/>
                  <a:pt x="4647565" y="3482635"/>
                </a:cubicBezTo>
                <a:cubicBezTo>
                  <a:pt x="4639210" y="3562752"/>
                  <a:pt x="4577625" y="3621003"/>
                  <a:pt x="4504985" y="3625215"/>
                </a:cubicBezTo>
                <a:cubicBezTo>
                  <a:pt x="4261112" y="3649805"/>
                  <a:pt x="4090112" y="3627809"/>
                  <a:pt x="3838160" y="3625215"/>
                </a:cubicBezTo>
                <a:cubicBezTo>
                  <a:pt x="3586208" y="3622621"/>
                  <a:pt x="3359208" y="3600245"/>
                  <a:pt x="3214960" y="3625215"/>
                </a:cubicBezTo>
                <a:cubicBezTo>
                  <a:pt x="3070712" y="3650185"/>
                  <a:pt x="2894418" y="3631674"/>
                  <a:pt x="2722631" y="3625215"/>
                </a:cubicBezTo>
                <a:cubicBezTo>
                  <a:pt x="2550844" y="3618756"/>
                  <a:pt x="2413683" y="3621630"/>
                  <a:pt x="2186678" y="3625215"/>
                </a:cubicBezTo>
                <a:cubicBezTo>
                  <a:pt x="1959673" y="3628800"/>
                  <a:pt x="1829772" y="3659232"/>
                  <a:pt x="1476230" y="3625215"/>
                </a:cubicBezTo>
                <a:cubicBezTo>
                  <a:pt x="1122688" y="3591198"/>
                  <a:pt x="1156995" y="3631413"/>
                  <a:pt x="853029" y="3625215"/>
                </a:cubicBezTo>
                <a:cubicBezTo>
                  <a:pt x="549063" y="3619017"/>
                  <a:pt x="453221" y="3590757"/>
                  <a:pt x="142580" y="3625215"/>
                </a:cubicBezTo>
                <a:cubicBezTo>
                  <a:pt x="63448" y="3614790"/>
                  <a:pt x="15644" y="3564642"/>
                  <a:pt x="0" y="3482635"/>
                </a:cubicBezTo>
                <a:cubicBezTo>
                  <a:pt x="-27644" y="3280499"/>
                  <a:pt x="20976" y="3105757"/>
                  <a:pt x="0" y="2814624"/>
                </a:cubicBezTo>
                <a:cubicBezTo>
                  <a:pt x="-20976" y="2523491"/>
                  <a:pt x="-24689" y="2292220"/>
                  <a:pt x="0" y="2146613"/>
                </a:cubicBezTo>
                <a:cubicBezTo>
                  <a:pt x="24689" y="2001006"/>
                  <a:pt x="5991" y="1790952"/>
                  <a:pt x="0" y="1545403"/>
                </a:cubicBezTo>
                <a:cubicBezTo>
                  <a:pt x="-5991" y="1299854"/>
                  <a:pt x="-35067" y="1150075"/>
                  <a:pt x="0" y="843992"/>
                </a:cubicBezTo>
                <a:cubicBezTo>
                  <a:pt x="35067" y="537909"/>
                  <a:pt x="7690" y="426275"/>
                  <a:pt x="0" y="142580"/>
                </a:cubicBezTo>
                <a:close/>
              </a:path>
            </a:pathLst>
          </a:custGeom>
          <a:solidFill xmlns:a="http://schemas.openxmlformats.org/drawingml/2006/main">
            <a:srgbClr val="FFFDF9"/>
          </a:solidFill>
          <a:ln xmlns:a="http://schemas.openxmlformats.org/drawingml/2006/main" w="13335">
            <a:solidFill>
              <a:srgbClr val="FF6A0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2" name="MemKD title">
            <a:extLst xmlns:a="http://schemas.openxmlformats.org/drawingml/2006/main">
              <a:ext uri="{FF2B5EF4-FFF2-40B4-BE49-F238E27FC236}">
                <a16:creationId xmlns:a16="http://schemas.microsoft.com/office/drawing/2014/main" id="{78F1994F-D096-4B54-9FE8-300737F8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42690" y="522033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b="1">
                <a:solidFill>
                  <a:srgbClr val="FF6A00"/>
                </a:solidFill>
              </a:defRPr>
            </a:pPr>
            <a:r>
              <a:rPr sz="1800" b="1" i="0" u="none" cap="none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MemKD</a:t>
            </a:r>
          </a:p>
        </p:txBody>
      </p:sp>
      <p:sp>
        <p:nvSpPr>
          <p:cNvPr id="118" name="文本框 117">
            <a:extLst xmlns:a="http://schemas.openxmlformats.org/drawingml/2006/main">
              <a:ext uri="{FF2B5EF4-FFF2-40B4-BE49-F238E27FC236}">
                <a16:creationId xmlns:a16="http://schemas.microsoft.com/office/drawing/2014/main" id="{94FD2B71-846F-4139-B86C-AE366BB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88535" y="4056380"/>
            <a:ext cx="424180" cy="420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𝒔</m:t>
                      </m:r>
                    </m:sub>
                  </m:sSub>
                </m:oMath>
              </m:oMathPara>
            </a14:m>
          </a:p>
        </p:txBody>
      </p:sp>
      <p:sp>
        <p:nvSpPr>
          <p:cNvPr id="122" name="矩形: 圆角 121">
            <a:extLst xmlns:a="http://schemas.openxmlformats.org/drawingml/2006/main">
              <a:ext uri="{FF2B5EF4-FFF2-40B4-BE49-F238E27FC236}">
                <a16:creationId xmlns:a16="http://schemas.microsoft.com/office/drawing/2014/main" id="{31BBDED6-8F31-4194-A9E7-D3927DEA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265" y="3233420"/>
            <a:ext cx="1654810" cy="5124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75000"/>
            </a:schemeClr>
          </a:solidFill>
          <a:ln xmlns:a="http://schemas.openxmlformats.org/drawingml/2006/main">
            <a:solidFill>
              <a:schemeClr val="accent2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=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𝑠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>+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𝜆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𝑙</m:t>
                      </m:r>
                    </m:sub>
                  </m:sSub>
                  <m:r>
                    <a:rPr xmlns:a="http://schemas.openxmlformats.org/drawingml/2006/main" lang="en-US" b="1" i="1">
                      <a:solidFill>
                        <a:srgbClr val="FFFFFF"/>
                      </a:solidFill>
                      <a:latin typeface="Cambria Math"/>
                      <a:ea typeface="Cambria Math"/>
                      <a:cs typeface="Cambria Math"/>
                    </a:rPr>
                    <m:t xml:space="preserve"> </m:t>
                  </m:r>
                  <m:sSub>
                    <m:e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ℒ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FFFFFF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sub>
                  </m:sSub>
                </m:oMath>
              </m:oMathPara>
            </a14:m>
          </a:p>
        </p:txBody>
      </p:sp>
      <p:cxnSp>
        <p:nvCxnSpPr>
          <p:cNvPr id="1555" name="直接箭头连接符 134"/>
          <p:cNvCxnSpPr/>
          <p:nvPr/>
        </p:nvCxnSpPr>
        <p:spPr>
          <a:xfrm xmlns:a="http://schemas.openxmlformats.org/drawingml/2006/main" rot="16200000" flipH="0" flipV="0">
            <a:off x="2944495" y="4132580"/>
            <a:ext cx="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9" name="文本框 138">
            <a:extLst xmlns:a="http://schemas.openxmlformats.org/drawingml/2006/main">
              <a:ext uri="{FF2B5EF4-FFF2-40B4-BE49-F238E27FC236}">
                <a16:creationId xmlns:a16="http://schemas.microsoft.com/office/drawing/2014/main" id="{B83AC065-DA83-4836-A154-1CD30F5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14290" y="2895600"/>
            <a:ext cx="751205" cy="2755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steps</a:t>
            </a:r>
          </a:p>
        </p:txBody>
      </p:sp>
      <p:pic>
        <p:nvPicPr>
          <p:cNvPr id="1557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d7c11042b4a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91945" y="5197475"/>
            <a:ext cx="215900" cy="215900"/>
          </a:xfrm>
          <a:prstGeom xmlns:a="http://schemas.openxmlformats.org/drawingml/2006/main" prst="rect">
            <a:avLst/>
          </a:prstGeom>
        </p:spPr>
      </p:pic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A66925B9-17A4-48D7-B909-EDFF1E33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73555" y="5190490"/>
            <a:ext cx="1191260" cy="398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sample z</a:t>
            </a:r>
          </a:p>
          <a:p xmlns:a="http://schemas.openxmlformats.org/drawingml/2006/main">
            <a:pPr algn="l">
              <a:buNone/>
            </a:pPr>
            <a:r>
              <a:rPr sz="800" b="1" i="1">
                <a:ln>
                  <a:noFill/>
                </a:ln>
                <a:solidFill>
                  <a:srgbClr val="FF6A00"/>
                </a:solidFill>
                <a:latin typeface="Comic Sans MS"/>
                <a:ea typeface="Comic Sans MS"/>
                <a:cs typeface="Comic Sans MS"/>
              </a:rPr>
              <a:t>z ~ U(2, floor(T/2))</a:t>
            </a:r>
          </a:p>
        </p:txBody>
      </p:sp>
      <p:sp>
        <p:nvSpPr>
          <p:cNvPr id="318" name="anchor">
            <a:extLst xmlns:a="http://schemas.openxmlformats.org/drawingml/2006/main">
              <a:ext uri="{FF2B5EF4-FFF2-40B4-BE49-F238E27FC236}">
                <a16:creationId xmlns:a16="http://schemas.microsoft.com/office/drawing/2014/main" id="{D58BD0DC-1E6C-4F1F-98AB-235E1F1C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3392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6" name="anchor">
            <a:extLst xmlns:a="http://schemas.openxmlformats.org/drawingml/2006/main">
              <a:ext uri="{FF2B5EF4-FFF2-40B4-BE49-F238E27FC236}">
                <a16:creationId xmlns:a16="http://schemas.microsoft.com/office/drawing/2014/main" id="{9550ADA1-3E9A-4214-AE7A-41F50B24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7" name="anchor">
            <a:extLst xmlns:a="http://schemas.openxmlformats.org/drawingml/2006/main">
              <a:ext uri="{FF2B5EF4-FFF2-40B4-BE49-F238E27FC236}">
                <a16:creationId xmlns:a16="http://schemas.microsoft.com/office/drawing/2014/main" id="{4862993F-3D48-441D-B64A-50F42E63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62" name="直接箭头连接符 978"/>
          <p:cNvCxnSpPr>
            <a:stCxn xmlns:a="http://schemas.openxmlformats.org/drawingml/2006/main" id="326" idx="6"/>
            <a:endCxn xmlns:a="http://schemas.openxmlformats.org/drawingml/2006/main" id="327" idx="2"/>
          </p:cNvCxnSpPr>
          <p:nvPr/>
        </p:nvCxnSpPr>
        <p:spPr>
          <a:xfrm xmlns:a="http://schemas.openxmlformats.org/drawingml/2006/main" rot="0" flipH="0" flipV="1">
            <a:off x="4801235" y="3825240"/>
            <a:ext cx="36131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2" name="anchor">
            <a:extLst xmlns:a="http://schemas.openxmlformats.org/drawingml/2006/main">
              <a:ext uri="{FF2B5EF4-FFF2-40B4-BE49-F238E27FC236}">
                <a16:creationId xmlns:a16="http://schemas.microsoft.com/office/drawing/2014/main" id="{4AA73D95-73ED-43D0-8D3A-7E51654B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131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3" name="anchor">
            <a:extLst xmlns:a="http://schemas.openxmlformats.org/drawingml/2006/main">
              <a:ext uri="{FF2B5EF4-FFF2-40B4-BE49-F238E27FC236}">
                <a16:creationId xmlns:a16="http://schemas.microsoft.com/office/drawing/2014/main" id="{2D4AA569-81E3-49FA-BDBF-6099F25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65" name="直接箭头连接符 984"/>
          <p:cNvCxnSpPr>
            <a:stCxn xmlns:a="http://schemas.openxmlformats.org/drawingml/2006/main" id="332" idx="6"/>
            <a:endCxn xmlns:a="http://schemas.openxmlformats.org/drawingml/2006/main" id="333" idx="2"/>
          </p:cNvCxnSpPr>
          <p:nvPr/>
        </p:nvCxnSpPr>
        <p:spPr>
          <a:xfrm xmlns:a="http://schemas.openxmlformats.org/drawingml/2006/main" rot="0" flipH="0" flipV="1">
            <a:off x="5186680" y="375348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38" name="anchor">
            <a:extLst xmlns:a="http://schemas.openxmlformats.org/drawingml/2006/main">
              <a:ext uri="{FF2B5EF4-FFF2-40B4-BE49-F238E27FC236}">
                <a16:creationId xmlns:a16="http://schemas.microsoft.com/office/drawing/2014/main" id="{6DD6E0A1-8165-4000-82A2-233EAB5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9" name="anchor">
            <a:extLst xmlns:a="http://schemas.openxmlformats.org/drawingml/2006/main">
              <a:ext uri="{FF2B5EF4-FFF2-40B4-BE49-F238E27FC236}">
                <a16:creationId xmlns:a16="http://schemas.microsoft.com/office/drawing/2014/main" id="{20E0B138-E2A1-47D6-863E-E5D5A78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68" name="直接箭头连接符 990"/>
          <p:cNvCxnSpPr>
            <a:stCxn xmlns:a="http://schemas.openxmlformats.org/drawingml/2006/main" id="338" idx="6"/>
            <a:endCxn xmlns:a="http://schemas.openxmlformats.org/drawingml/2006/main" id="339" idx="2"/>
          </p:cNvCxnSpPr>
          <p:nvPr/>
        </p:nvCxnSpPr>
        <p:spPr>
          <a:xfrm xmlns:a="http://schemas.openxmlformats.org/drawingml/2006/main" rot="0" flipH="0" flipV="0">
            <a:off x="5571490" y="3753485"/>
            <a:ext cx="361315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44" name="anchor">
            <a:extLst xmlns:a="http://schemas.openxmlformats.org/drawingml/2006/main">
              <a:ext uri="{FF2B5EF4-FFF2-40B4-BE49-F238E27FC236}">
                <a16:creationId xmlns:a16="http://schemas.microsoft.com/office/drawing/2014/main" id="{F77C020D-912F-4C79-93D8-08BE1D7B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5" name="anchor">
            <a:extLst xmlns:a="http://schemas.openxmlformats.org/drawingml/2006/main">
              <a:ext uri="{FF2B5EF4-FFF2-40B4-BE49-F238E27FC236}">
                <a16:creationId xmlns:a16="http://schemas.microsoft.com/office/drawing/2014/main" id="{D56EDB40-AA23-4A8C-92C3-A55B21B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0" name="anchor">
            <a:extLst xmlns:a="http://schemas.openxmlformats.org/drawingml/2006/main">
              <a:ext uri="{FF2B5EF4-FFF2-40B4-BE49-F238E27FC236}">
                <a16:creationId xmlns:a16="http://schemas.microsoft.com/office/drawing/2014/main" id="{495307DA-92CB-4F40-8856-6F9F6D5B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6690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1" name="anchor">
            <a:extLst xmlns:a="http://schemas.openxmlformats.org/drawingml/2006/main">
              <a:ext uri="{FF2B5EF4-FFF2-40B4-BE49-F238E27FC236}">
                <a16:creationId xmlns:a16="http://schemas.microsoft.com/office/drawing/2014/main" id="{508C9276-1B25-4E2A-9A73-EEDE76E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414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73" name="直接箭头连接符 1002"/>
          <p:cNvCxnSpPr>
            <a:stCxn xmlns:a="http://schemas.openxmlformats.org/drawingml/2006/main" id="350" idx="6"/>
            <a:endCxn xmlns:a="http://schemas.openxmlformats.org/drawingml/2006/main" id="351" idx="2"/>
          </p:cNvCxnSpPr>
          <p:nvPr/>
        </p:nvCxnSpPr>
        <p:spPr>
          <a:xfrm xmlns:a="http://schemas.openxmlformats.org/drawingml/2006/main" rot="0" flipH="0" flipV="0">
            <a:off x="6366510" y="368109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prstDash val="solid"/>
          </a:ln>
        </p:spPr>
      </p:cxnSp>
      <p:sp>
        <p:nvSpPr>
          <p:cNvPr id="35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EC471AFE-D8CB-490C-8E02-E779D889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38252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8" name="anchor">
            <a:extLst xmlns:a="http://schemas.openxmlformats.org/drawingml/2006/main">
              <a:ext uri="{FF2B5EF4-FFF2-40B4-BE49-F238E27FC236}">
                <a16:creationId xmlns:a16="http://schemas.microsoft.com/office/drawing/2014/main" id="{BD873CA3-71A2-47CB-AAF6-0F6C1F7B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39096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27C5F07E-E032-40AB-8451-A51AA7CB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37776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3" name="anchor">
            <a:extLst xmlns:a="http://schemas.openxmlformats.org/drawingml/2006/main">
              <a:ext uri="{FF2B5EF4-FFF2-40B4-BE49-F238E27FC236}">
                <a16:creationId xmlns:a16="http://schemas.microsoft.com/office/drawing/2014/main" id="{3C13F35B-41D3-478F-A9F8-76754B96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38614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B3CA11AA-52D4-477E-9129-32B66BB0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8" name="anchor">
            <a:extLst xmlns:a="http://schemas.openxmlformats.org/drawingml/2006/main">
              <a:ext uri="{FF2B5EF4-FFF2-40B4-BE49-F238E27FC236}">
                <a16:creationId xmlns:a16="http://schemas.microsoft.com/office/drawing/2014/main" id="{20C4448A-F148-453D-8945-98EC17A1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E016CB3D-F3F1-4ADC-8061-72DA68F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3" name="anchor">
            <a:extLst xmlns:a="http://schemas.openxmlformats.org/drawingml/2006/main">
              <a:ext uri="{FF2B5EF4-FFF2-40B4-BE49-F238E27FC236}">
                <a16:creationId xmlns:a16="http://schemas.microsoft.com/office/drawing/2014/main" id="{E05165C0-824B-4D10-BAB7-FA19DDD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6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FC6B8ADB-7671-42F2-A10F-3354606D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36328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8" name="anchor">
            <a:extLst xmlns:a="http://schemas.openxmlformats.org/drawingml/2006/main">
              <a:ext uri="{FF2B5EF4-FFF2-40B4-BE49-F238E27FC236}">
                <a16:creationId xmlns:a16="http://schemas.microsoft.com/office/drawing/2014/main" id="{590EE6D8-361D-4D97-AC10-ADBC3B58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371729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1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FBCB06F8-D71F-4FA9-82AE-1062541C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37052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3" name="anchor">
            <a:extLst xmlns:a="http://schemas.openxmlformats.org/drawingml/2006/main">
              <a:ext uri="{FF2B5EF4-FFF2-40B4-BE49-F238E27FC236}">
                <a16:creationId xmlns:a16="http://schemas.microsoft.com/office/drawing/2014/main" id="{320914E5-CE8A-461E-A650-3277142C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378904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5" name="anchor">
            <a:extLst xmlns:a="http://schemas.openxmlformats.org/drawingml/2006/main">
              <a:ext uri="{FF2B5EF4-FFF2-40B4-BE49-F238E27FC236}">
                <a16:creationId xmlns:a16="http://schemas.microsoft.com/office/drawing/2014/main" id="{3F050D58-AD42-4C3E-8186-2F9057FF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35775" y="38976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587" name="直接箭头连接符 124"/>
          <p:cNvCxnSpPr>
            <a:stCxn xmlns:a="http://schemas.openxmlformats.org/drawingml/2006/main" id="371" idx="6"/>
            <a:endCxn xmlns:a="http://schemas.openxmlformats.org/drawingml/2006/main" id="376" idx="2"/>
          </p:cNvCxnSpPr>
          <p:nvPr/>
        </p:nvCxnSpPr>
        <p:spPr>
          <a:xfrm xmlns:a="http://schemas.openxmlformats.org/drawingml/2006/main" rot="0" flipH="0" flipV="1">
            <a:off x="5993130" y="3681095"/>
            <a:ext cx="31305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588" name="曲线连接符 128"/>
          <p:cNvCxnSpPr/>
          <p:nvPr/>
        </p:nvCxnSpPr>
        <p:spPr>
          <a:xfrm xmlns:a="http://schemas.openxmlformats.org/drawingml/2006/main" rot="16200000" flipH="0" flipV="0">
            <a:off x="5475605" y="2946400"/>
            <a:ext cx="192405" cy="1565275"/>
          </a:xfrm>
          <a:prstGeom xmlns:a="http://schemas.openxmlformats.org/drawingml/2006/main" prst="curvedConnector3">
            <a:avLst>
              <a:gd name="adj1" fmla="val 256250"/>
            </a:avLst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381ED022-4345-407E-8D5C-7E992A6C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86680" y="3284220"/>
            <a:ext cx="69405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38" name="右大括号 137">
            <a:extLst xmlns:a="http://schemas.openxmlformats.org/drawingml/2006/main">
              <a:ext uri="{FF2B5EF4-FFF2-40B4-BE49-F238E27FC236}">
                <a16:creationId xmlns:a16="http://schemas.microsoft.com/office/drawing/2014/main" id="{D9C813D3-F414-4032-8810-B7DDC76A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5491480" y="2456815"/>
            <a:ext cx="147955" cy="1576705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FF6A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591" name="直接箭头连接符 139"/>
          <p:cNvCxnSpPr/>
          <p:nvPr/>
        </p:nvCxnSpPr>
        <p:spPr>
          <a:xfrm xmlns:a="http://schemas.openxmlformats.org/drawingml/2006/main" rot="0" flipH="0" flipV="0">
            <a:off x="5561330" y="3839845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35" name="anchor">
            <a:extLst xmlns:a="http://schemas.openxmlformats.org/drawingml/2006/main">
              <a:ext uri="{FF2B5EF4-FFF2-40B4-BE49-F238E27FC236}">
                <a16:creationId xmlns:a16="http://schemas.microsoft.com/office/drawing/2014/main" id="{BD296953-3FD0-46F5-9C49-A0B33328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165" y="52768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14" name="anchor">
            <a:extLst xmlns:a="http://schemas.openxmlformats.org/drawingml/2006/main">
              <a:ext uri="{FF2B5EF4-FFF2-40B4-BE49-F238E27FC236}">
                <a16:creationId xmlns:a16="http://schemas.microsoft.com/office/drawing/2014/main" id="{2189F401-49F7-4C61-8236-C1DA950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7615" y="41910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622" name="anchor">
            <a:extLst xmlns:a="http://schemas.openxmlformats.org/drawingml/2006/main">
              <a:ext uri="{FF2B5EF4-FFF2-40B4-BE49-F238E27FC236}">
                <a16:creationId xmlns:a16="http://schemas.microsoft.com/office/drawing/2014/main" id="{EEFD24E0-01B3-4008-86EB-F28AA3E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23640" y="58102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39" name="anchor">
            <a:extLst xmlns:a="http://schemas.openxmlformats.org/drawingml/2006/main">
              <a:ext uri="{FF2B5EF4-FFF2-40B4-BE49-F238E27FC236}">
                <a16:creationId xmlns:a16="http://schemas.microsoft.com/office/drawing/2014/main" id="{CE434981-E128-4347-B766-FC37325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340296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0" name="anchor">
            <a:extLst xmlns:a="http://schemas.openxmlformats.org/drawingml/2006/main">
              <a:ext uri="{FF2B5EF4-FFF2-40B4-BE49-F238E27FC236}">
                <a16:creationId xmlns:a16="http://schemas.microsoft.com/office/drawing/2014/main" id="{E56A1FF4-ECFC-418D-99F6-3F8D279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2" name="anchor">
            <a:extLst xmlns:a="http://schemas.openxmlformats.org/drawingml/2006/main">
              <a:ext uri="{FF2B5EF4-FFF2-40B4-BE49-F238E27FC236}">
                <a16:creationId xmlns:a16="http://schemas.microsoft.com/office/drawing/2014/main" id="{06466A00-5A5F-498C-8318-ADED8116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66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3" name="anchor">
            <a:extLst xmlns:a="http://schemas.openxmlformats.org/drawingml/2006/main">
              <a:ext uri="{FF2B5EF4-FFF2-40B4-BE49-F238E27FC236}">
                <a16:creationId xmlns:a16="http://schemas.microsoft.com/office/drawing/2014/main" id="{6DE6A565-2FAC-43D0-AF6C-BE572CCA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30880" y="49079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0" name="anchor">
            <a:extLst xmlns:a="http://schemas.openxmlformats.org/drawingml/2006/main">
              <a:ext uri="{FF2B5EF4-FFF2-40B4-BE49-F238E27FC236}">
                <a16:creationId xmlns:a16="http://schemas.microsoft.com/office/drawing/2014/main" id="{6EDA888D-8DC1-4A8E-90B1-459C459A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467931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1" name="anchor">
            <a:extLst xmlns:a="http://schemas.openxmlformats.org/drawingml/2006/main">
              <a:ext uri="{FF2B5EF4-FFF2-40B4-BE49-F238E27FC236}">
                <a16:creationId xmlns:a16="http://schemas.microsoft.com/office/drawing/2014/main" id="{AFC2CF58-30B5-4457-AE6B-588A5C3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6" name="anchor">
            <a:extLst xmlns:a="http://schemas.openxmlformats.org/drawingml/2006/main">
              <a:ext uri="{FF2B5EF4-FFF2-40B4-BE49-F238E27FC236}">
                <a16:creationId xmlns:a16="http://schemas.microsoft.com/office/drawing/2014/main" id="{1FAD2BC3-3957-42C0-B469-AB16B742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662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7" name="anchor">
            <a:extLst xmlns:a="http://schemas.openxmlformats.org/drawingml/2006/main">
              <a:ext uri="{FF2B5EF4-FFF2-40B4-BE49-F238E27FC236}">
                <a16:creationId xmlns:a16="http://schemas.microsoft.com/office/drawing/2014/main" id="{FE958E52-EA57-4A07-A511-18BC8A5D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2" name="anchor">
            <a:extLst xmlns:a="http://schemas.openxmlformats.org/drawingml/2006/main">
              <a:ext uri="{FF2B5EF4-FFF2-40B4-BE49-F238E27FC236}">
                <a16:creationId xmlns:a16="http://schemas.microsoft.com/office/drawing/2014/main" id="{947D6B67-721B-4CA8-A0F3-1C4D8FFE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3421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3" name="anchor">
            <a:extLst xmlns:a="http://schemas.openxmlformats.org/drawingml/2006/main">
              <a:ext uri="{FF2B5EF4-FFF2-40B4-BE49-F238E27FC236}">
                <a16:creationId xmlns:a16="http://schemas.microsoft.com/office/drawing/2014/main" id="{04194A4A-BE87-4DD5-8F1E-BF777F42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8" name="anchor">
            <a:extLst xmlns:a="http://schemas.openxmlformats.org/drawingml/2006/main">
              <a:ext uri="{FF2B5EF4-FFF2-40B4-BE49-F238E27FC236}">
                <a16:creationId xmlns:a16="http://schemas.microsoft.com/office/drawing/2014/main" id="{6DA9E20A-A1ED-47AA-B871-41A9F0E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9" name="anchor">
            <a:extLst xmlns:a="http://schemas.openxmlformats.org/drawingml/2006/main">
              <a:ext uri="{FF2B5EF4-FFF2-40B4-BE49-F238E27FC236}">
                <a16:creationId xmlns:a16="http://schemas.microsoft.com/office/drawing/2014/main" id="{A530AF61-4EA0-49CA-9E79-EDB68A4B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4" name="anchor">
            <a:extLst xmlns:a="http://schemas.openxmlformats.org/drawingml/2006/main">
              <a:ext uri="{FF2B5EF4-FFF2-40B4-BE49-F238E27FC236}">
                <a16:creationId xmlns:a16="http://schemas.microsoft.com/office/drawing/2014/main" id="{D49544D2-4745-4D32-9168-54D44822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8279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5" name="anchor">
            <a:extLst xmlns:a="http://schemas.openxmlformats.org/drawingml/2006/main">
              <a:ext uri="{FF2B5EF4-FFF2-40B4-BE49-F238E27FC236}">
                <a16:creationId xmlns:a16="http://schemas.microsoft.com/office/drawing/2014/main" id="{9A9CDDD0-F13A-4287-A76A-865BE32F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948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5B7B6546-8B7D-498C-BD69-7DA46FA3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46431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0" name="anchor">
            <a:extLst xmlns:a="http://schemas.openxmlformats.org/drawingml/2006/main">
              <a:ext uri="{FF2B5EF4-FFF2-40B4-BE49-F238E27FC236}">
                <a16:creationId xmlns:a16="http://schemas.microsoft.com/office/drawing/2014/main" id="{DE1F86C9-CCFC-49A3-88FF-3AAAFBCB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53540" y="463105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A02945EE-B19D-43D7-9859-E8081393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43300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5" name="anchor">
            <a:extLst xmlns:a="http://schemas.openxmlformats.org/drawingml/2006/main">
              <a:ext uri="{FF2B5EF4-FFF2-40B4-BE49-F238E27FC236}">
                <a16:creationId xmlns:a16="http://schemas.microsoft.com/office/drawing/2014/main" id="{0AF05380-29FA-406F-AD21-057C7F1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43180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76959EDD-F2E9-423D-B481-62FDB557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43059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0" name="anchor">
            <a:extLst xmlns:a="http://schemas.openxmlformats.org/drawingml/2006/main">
              <a:ext uri="{FF2B5EF4-FFF2-40B4-BE49-F238E27FC236}">
                <a16:creationId xmlns:a16="http://schemas.microsoft.com/office/drawing/2014/main" id="{8DBACEBA-8E31-4BFF-B981-70D9A8C5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42938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E2BE5F41-F5F8-460A-965D-0BCB0B6D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449897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5" name="anchor">
            <a:extLst xmlns:a="http://schemas.openxmlformats.org/drawingml/2006/main">
              <a:ext uri="{FF2B5EF4-FFF2-40B4-BE49-F238E27FC236}">
                <a16:creationId xmlns:a16="http://schemas.microsoft.com/office/drawing/2014/main" id="{226E0260-4741-4A99-97F4-5F45CA34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44869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8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ECD87D64-7B50-483E-8F32-FE0F66B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454660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0" name="anchor">
            <a:extLst xmlns:a="http://schemas.openxmlformats.org/drawingml/2006/main">
              <a:ext uri="{FF2B5EF4-FFF2-40B4-BE49-F238E27FC236}">
                <a16:creationId xmlns:a16="http://schemas.microsoft.com/office/drawing/2014/main" id="{2922FF79-11E3-4775-8940-1AA22E2D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45351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3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D366DA1F-FE3E-49BA-9D29-14B51C7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45586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5" name="anchor">
            <a:extLst xmlns:a="http://schemas.openxmlformats.org/drawingml/2006/main">
              <a:ext uri="{FF2B5EF4-FFF2-40B4-BE49-F238E27FC236}">
                <a16:creationId xmlns:a16="http://schemas.microsoft.com/office/drawing/2014/main" id="{181E4B8E-340D-41FC-BB17-1D8787B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546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15" name="xlab">
            <a:extLst xmlns:a="http://schemas.openxmlformats.org/drawingml/2006/main">
              <a:ext uri="{FF2B5EF4-FFF2-40B4-BE49-F238E27FC236}">
                <a16:creationId xmlns:a16="http://schemas.microsoft.com/office/drawing/2014/main" id="{CFC48CE7-ABEF-435C-B2E8-A6A1E36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41700" y="513588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2" name="xlab">
            <a:extLst xmlns:a="http://schemas.openxmlformats.org/drawingml/2006/main">
              <a:ext uri="{FF2B5EF4-FFF2-40B4-BE49-F238E27FC236}">
                <a16:creationId xmlns:a16="http://schemas.microsoft.com/office/drawing/2014/main" id="{AF8EFCCB-286E-4391-873E-2DCC6F9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9445" y="4982845"/>
            <a:ext cx="300990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313" name="xlab">
            <a:extLst xmlns:a="http://schemas.openxmlformats.org/drawingml/2006/main">
              <a:ext uri="{FF2B5EF4-FFF2-40B4-BE49-F238E27FC236}">
                <a16:creationId xmlns:a16="http://schemas.microsoft.com/office/drawing/2014/main" id="{42613A00-94E3-4B23-9D6E-F493AA7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3925" y="5046345"/>
            <a:ext cx="50800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08433525-EAF9-43B8-A058-55FA38EA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06168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9C197153-8AB8-4749-9299-7876569C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12376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AB2E25FE-53DB-4379-8EB5-05945DDB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722" y="5223510"/>
            <a:ext cx="22466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7" name="anchor">
            <a:extLst xmlns:a="http://schemas.openxmlformats.org/drawingml/2006/main">
              <a:ext uri="{FF2B5EF4-FFF2-40B4-BE49-F238E27FC236}">
                <a16:creationId xmlns:a16="http://schemas.microsoft.com/office/drawing/2014/main" id="{8DB8324A-C4C5-43B1-AC52-9379087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7769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48" name="anchor">
            <a:extLst xmlns:a="http://schemas.openxmlformats.org/drawingml/2006/main">
              <a:ext uri="{FF2B5EF4-FFF2-40B4-BE49-F238E27FC236}">
                <a16:creationId xmlns:a16="http://schemas.microsoft.com/office/drawing/2014/main" id="{F4B44E80-6A16-43AD-8417-7CACB2D6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3" name="anchor">
            <a:extLst xmlns:a="http://schemas.openxmlformats.org/drawingml/2006/main">
              <a:ext uri="{FF2B5EF4-FFF2-40B4-BE49-F238E27FC236}">
                <a16:creationId xmlns:a16="http://schemas.microsoft.com/office/drawing/2014/main" id="{D08BEE90-26C8-4861-B5E0-48431AE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3680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4" name="anchor">
            <a:extLst xmlns:a="http://schemas.openxmlformats.org/drawingml/2006/main">
              <a:ext uri="{FF2B5EF4-FFF2-40B4-BE49-F238E27FC236}">
                <a16:creationId xmlns:a16="http://schemas.microsoft.com/office/drawing/2014/main" id="{96C3AABC-BEC6-45F8-97EA-07F83A8C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59" name="anchor">
            <a:extLst xmlns:a="http://schemas.openxmlformats.org/drawingml/2006/main">
              <a:ext uri="{FF2B5EF4-FFF2-40B4-BE49-F238E27FC236}">
                <a16:creationId xmlns:a16="http://schemas.microsoft.com/office/drawing/2014/main" id="{30B8B91A-8974-40AA-B24D-7561439A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5845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0" name="anchor">
            <a:extLst xmlns:a="http://schemas.openxmlformats.org/drawingml/2006/main">
              <a:ext uri="{FF2B5EF4-FFF2-40B4-BE49-F238E27FC236}">
                <a16:creationId xmlns:a16="http://schemas.microsoft.com/office/drawing/2014/main" id="{6279353E-EEB9-4946-A161-42DA1C9E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5" name="anchor">
            <a:extLst xmlns:a="http://schemas.openxmlformats.org/drawingml/2006/main">
              <a:ext uri="{FF2B5EF4-FFF2-40B4-BE49-F238E27FC236}">
                <a16:creationId xmlns:a16="http://schemas.microsoft.com/office/drawing/2014/main" id="{4FA31687-E8F0-4187-8C9D-15DFE87D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0111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6" name="anchor">
            <a:extLst xmlns:a="http://schemas.openxmlformats.org/drawingml/2006/main">
              <a:ext uri="{FF2B5EF4-FFF2-40B4-BE49-F238E27FC236}">
                <a16:creationId xmlns:a16="http://schemas.microsoft.com/office/drawing/2014/main" id="{03BE1FEA-5EE1-49AA-A23D-3DCEE569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1" name="anchor">
            <a:extLst xmlns:a="http://schemas.openxmlformats.org/drawingml/2006/main">
              <a:ext uri="{FF2B5EF4-FFF2-40B4-BE49-F238E27FC236}">
                <a16:creationId xmlns:a16="http://schemas.microsoft.com/office/drawing/2014/main" id="{580C5B9E-7FEB-4E64-8A0B-F5E251B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2176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2" name="anchor">
            <a:extLst xmlns:a="http://schemas.openxmlformats.org/drawingml/2006/main">
              <a:ext uri="{FF2B5EF4-FFF2-40B4-BE49-F238E27FC236}">
                <a16:creationId xmlns:a16="http://schemas.microsoft.com/office/drawing/2014/main" id="{1A4686E2-C3C2-48CA-A762-A4E9E07A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C405EFE5-3984-48F8-97CC-5D333B4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81150" y="374142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79" name="anchor">
            <a:extLst xmlns:a="http://schemas.openxmlformats.org/drawingml/2006/main">
              <a:ext uri="{FF2B5EF4-FFF2-40B4-BE49-F238E27FC236}">
                <a16:creationId xmlns:a16="http://schemas.microsoft.com/office/drawing/2014/main" id="{79C26B91-B22A-4420-AD6F-6834A4AC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345" y="38252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7EB28158-AEFF-41DF-85C6-2CFACD13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6595" y="33318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4" name="anchor">
            <a:extLst xmlns:a="http://schemas.openxmlformats.org/drawingml/2006/main">
              <a:ext uri="{FF2B5EF4-FFF2-40B4-BE49-F238E27FC236}">
                <a16:creationId xmlns:a16="http://schemas.microsoft.com/office/drawing/2014/main" id="{50293A4F-1B61-40D1-8626-D29E57CB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2790" y="34163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4B85B0E4-1A24-4BAB-932C-5C6A04FA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52040" y="354838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89" name="anchor">
            <a:extLst xmlns:a="http://schemas.openxmlformats.org/drawingml/2006/main">
              <a:ext uri="{FF2B5EF4-FFF2-40B4-BE49-F238E27FC236}">
                <a16:creationId xmlns:a16="http://schemas.microsoft.com/office/drawing/2014/main" id="{C5578A31-1574-429C-A902-DCE7AB27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7600" y="36328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43" name="直接箭头连接符 941"/>
          <p:cNvCxnSpPr/>
          <p:nvPr/>
        </p:nvCxnSpPr>
        <p:spPr>
          <a:xfrm xmlns:a="http://schemas.openxmlformats.org/drawingml/2006/main" rot="0" flipH="0" flipV="0">
            <a:off x="2125345" y="3564890"/>
            <a:ext cx="0" cy="68262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FF6A00"/>
            </a:solidFill>
            <a:prstDash val="dash"/>
            <a:headEnd type="triangle"/>
            <a:tailEnd type="triangle"/>
          </a:ln>
        </p:spPr>
      </p:cxnSp>
      <p:sp>
        <p:nvSpPr>
          <p:cNvPr id="29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F16C2710-32E4-436A-95D8-2650D97A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36850" y="376491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4" name="anchor">
            <a:extLst xmlns:a="http://schemas.openxmlformats.org/drawingml/2006/main">
              <a:ext uri="{FF2B5EF4-FFF2-40B4-BE49-F238E27FC236}">
                <a16:creationId xmlns:a16="http://schemas.microsoft.com/office/drawing/2014/main" id="{77A629DB-2CCB-42BF-BED9-1E458E5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3045" y="38493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7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78ACF0E3-934B-489D-808F-5FB7A768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46425" y="388556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99" name="anchor">
            <a:extLst xmlns:a="http://schemas.openxmlformats.org/drawingml/2006/main">
              <a:ext uri="{FF2B5EF4-FFF2-40B4-BE49-F238E27FC236}">
                <a16:creationId xmlns:a16="http://schemas.microsoft.com/office/drawing/2014/main" id="{5D36EC35-F838-4D73-983C-494EDA6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82620" y="39700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2" name="teacher-point">
            <a:extLst xmlns:a="http://schemas.openxmlformats.org/drawingml/2006/main">
              <a:ext uri="{FF2B5EF4-FFF2-40B4-BE49-F238E27FC236}">
                <a16:creationId xmlns:a16="http://schemas.microsoft.com/office/drawing/2014/main" id="{C972F51B-61C8-4617-8131-76BB576F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31235" y="393382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BCF7"/>
          </a:solidFill>
          <a:ln xmlns:a="http://schemas.openxmlformats.org/drawingml/2006/main" w="9525">
            <a:solidFill>
              <a:srgbClr val="2F73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04" name="anchor">
            <a:extLst xmlns:a="http://schemas.openxmlformats.org/drawingml/2006/main">
              <a:ext uri="{FF2B5EF4-FFF2-40B4-BE49-F238E27FC236}">
                <a16:creationId xmlns:a16="http://schemas.microsoft.com/office/drawing/2014/main" id="{7BE8E91A-E098-4893-928B-BDD1E75F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67430" y="40182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50" name="直接箭头连接符 4"/>
          <p:cNvCxnSpPr>
            <a:stCxn xmlns:a="http://schemas.openxmlformats.org/drawingml/2006/main" id="277" idx="7"/>
            <a:endCxn xmlns:a="http://schemas.openxmlformats.org/drawingml/2006/main" id="282" idx="2"/>
          </p:cNvCxnSpPr>
          <p:nvPr/>
        </p:nvCxnSpPr>
        <p:spPr>
          <a:xfrm xmlns:a="http://schemas.openxmlformats.org/drawingml/2006/main" rot="0" flipH="0" flipV="1">
            <a:off x="1663065" y="3380105"/>
            <a:ext cx="303530" cy="37528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2F73E8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1" name="直接箭头连接符 16"/>
          <p:cNvCxnSpPr>
            <a:stCxn xmlns:a="http://schemas.openxmlformats.org/drawingml/2006/main" id="282" idx="6"/>
            <a:endCxn xmlns:a="http://schemas.openxmlformats.org/drawingml/2006/main" id="287" idx="1"/>
          </p:cNvCxnSpPr>
          <p:nvPr/>
        </p:nvCxnSpPr>
        <p:spPr>
          <a:xfrm xmlns:a="http://schemas.openxmlformats.org/drawingml/2006/main" rot="0" flipH="0" flipV="0">
            <a:off x="2063115" y="3380105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2" name="直接箭头连接符 19"/>
          <p:cNvCxnSpPr>
            <a:stCxn xmlns:a="http://schemas.openxmlformats.org/drawingml/2006/main" id="287" idx="6"/>
            <a:endCxn xmlns:a="http://schemas.openxmlformats.org/drawingml/2006/main" id="292" idx="1"/>
          </p:cNvCxnSpPr>
          <p:nvPr/>
        </p:nvCxnSpPr>
        <p:spPr>
          <a:xfrm xmlns:a="http://schemas.openxmlformats.org/drawingml/2006/main" rot="0" flipH="0" flipV="0">
            <a:off x="2447925" y="3596640"/>
            <a:ext cx="303530" cy="18288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3" name="直接箭头连接符 26"/>
          <p:cNvCxnSpPr>
            <a:stCxn xmlns:a="http://schemas.openxmlformats.org/drawingml/2006/main" id="292" idx="6"/>
            <a:endCxn xmlns:a="http://schemas.openxmlformats.org/drawingml/2006/main" id="297" idx="2"/>
          </p:cNvCxnSpPr>
          <p:nvPr/>
        </p:nvCxnSpPr>
        <p:spPr>
          <a:xfrm xmlns:a="http://schemas.openxmlformats.org/drawingml/2006/main" rot="0" flipH="0" flipV="0">
            <a:off x="2833370" y="3813175"/>
            <a:ext cx="313055" cy="12065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4" name="直接箭头连接符 38"/>
          <p:cNvCxnSpPr>
            <a:stCxn xmlns:a="http://schemas.openxmlformats.org/drawingml/2006/main" id="297" idx="6"/>
            <a:endCxn xmlns:a="http://schemas.openxmlformats.org/drawingml/2006/main" id="302" idx="2"/>
          </p:cNvCxnSpPr>
          <p:nvPr/>
        </p:nvCxnSpPr>
        <p:spPr>
          <a:xfrm xmlns:a="http://schemas.openxmlformats.org/drawingml/2006/main" rot="0" flipH="0" flipV="0">
            <a:off x="3242310" y="3933825"/>
            <a:ext cx="28892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4985EB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61" name="右大括号 60">
            <a:extLst xmlns:a="http://schemas.openxmlformats.org/drawingml/2006/main">
              <a:ext uri="{FF2B5EF4-FFF2-40B4-BE49-F238E27FC236}">
                <a16:creationId xmlns:a16="http://schemas.microsoft.com/office/drawing/2014/main" id="{64AFFC6F-CA8F-4C6A-A8B0-6B32AE3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180000" flipH="0" flipV="0">
            <a:off x="2225040" y="3143250"/>
            <a:ext cx="96520" cy="425450"/>
          </a:xfrm>
          <a:prstGeom xmlns:a="http://schemas.openxmlformats.org/drawingml/2006/main" prst="rightBrace">
            <a:avLst/>
          </a:prstGeom>
          <a:ln xmlns:a="http://schemas.openxmlformats.org/drawingml/2006/main">
            <a:solidFill>
              <a:srgbClr val="4985E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B1A4E14-FA70-45C4-BF49-3E4E8816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3595" y="2969895"/>
            <a:ext cx="708025" cy="4330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2F73E8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𝑻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2F73E8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657" name="直接箭头连接符 105"/>
          <p:cNvCxnSpPr>
            <a:stCxn xmlns:a="http://schemas.openxmlformats.org/drawingml/2006/main" id="278" idx="7"/>
            <a:endCxn xmlns:a="http://schemas.openxmlformats.org/drawingml/2006/main" id="283" idx="3"/>
          </p:cNvCxnSpPr>
          <p:nvPr/>
        </p:nvCxnSpPr>
        <p:spPr>
          <a:xfrm xmlns:a="http://schemas.openxmlformats.org/drawingml/2006/main" rot="0" flipH="0" flipV="1">
            <a:off x="1663065" y="4411980"/>
            <a:ext cx="31750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8" name="直接箭头连接符 108"/>
          <p:cNvCxnSpPr>
            <a:stCxn xmlns:a="http://schemas.openxmlformats.org/drawingml/2006/main" id="283" idx="6"/>
            <a:endCxn xmlns:a="http://schemas.openxmlformats.org/drawingml/2006/main" id="288" idx="2"/>
          </p:cNvCxnSpPr>
          <p:nvPr/>
        </p:nvCxnSpPr>
        <p:spPr>
          <a:xfrm xmlns:a="http://schemas.openxmlformats.org/drawingml/2006/main" rot="0" flipH="0" flipV="1">
            <a:off x="2063115" y="4354195"/>
            <a:ext cx="288925" cy="2413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59" name="直接箭头连接符 109"/>
          <p:cNvCxnSpPr>
            <a:stCxn xmlns:a="http://schemas.openxmlformats.org/drawingml/2006/main" id="288" idx="6"/>
            <a:endCxn xmlns:a="http://schemas.openxmlformats.org/drawingml/2006/main" id="293" idx="2"/>
          </p:cNvCxnSpPr>
          <p:nvPr/>
        </p:nvCxnSpPr>
        <p:spPr>
          <a:xfrm xmlns:a="http://schemas.openxmlformats.org/drawingml/2006/main" rot="0" flipH="0" flipV="0">
            <a:off x="2447925" y="4354195"/>
            <a:ext cx="288925" cy="19240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60" name="直接箭头连接符 111"/>
          <p:cNvCxnSpPr>
            <a:stCxn xmlns:a="http://schemas.openxmlformats.org/drawingml/2006/main" id="293" idx="6"/>
            <a:endCxn xmlns:a="http://schemas.openxmlformats.org/drawingml/2006/main" id="298" idx="2"/>
          </p:cNvCxnSpPr>
          <p:nvPr/>
        </p:nvCxnSpPr>
        <p:spPr>
          <a:xfrm xmlns:a="http://schemas.openxmlformats.org/drawingml/2006/main" rot="0" flipH="0" flipV="0">
            <a:off x="2833370" y="4546600"/>
            <a:ext cx="313055" cy="4826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661" name="直接箭头连接符 115"/>
          <p:cNvCxnSpPr>
            <a:stCxn xmlns:a="http://schemas.openxmlformats.org/drawingml/2006/main" id="298" idx="6"/>
            <a:endCxn xmlns:a="http://schemas.openxmlformats.org/drawingml/2006/main" id="303" idx="2"/>
          </p:cNvCxnSpPr>
          <p:nvPr/>
        </p:nvCxnSpPr>
        <p:spPr>
          <a:xfrm xmlns:a="http://schemas.openxmlformats.org/drawingml/2006/main" rot="0" flipH="0" flipV="0">
            <a:off x="3242310" y="4594860"/>
            <a:ext cx="288925" cy="1206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20" name="左大括号 119">
            <a:extLst xmlns:a="http://schemas.openxmlformats.org/drawingml/2006/main">
              <a:ext uri="{FF2B5EF4-FFF2-40B4-BE49-F238E27FC236}">
                <a16:creationId xmlns:a16="http://schemas.microsoft.com/office/drawing/2014/main" id="{D1205F8B-3A79-487B-B9DC-55812ED4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900000" flipH="0" flipV="0">
            <a:off x="2162175" y="4323080"/>
            <a:ext cx="114935" cy="375285"/>
          </a:xfrm>
          <a:prstGeom xmlns:a="http://schemas.openxmlformats.org/drawingml/2006/main" prst="leftBrace">
            <a:avLst/>
          </a:prstGeom>
          <a:ln xmlns:a="http://schemas.openxmlformats.org/drawingml/2006/main">
            <a:solidFill>
              <a:srgbClr val="18832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3" name="文本框 122">
            <a:extLst xmlns:a="http://schemas.openxmlformats.org/drawingml/2006/main">
              <a:ext uri="{FF2B5EF4-FFF2-40B4-BE49-F238E27FC236}">
                <a16:creationId xmlns:a16="http://schemas.microsoft.com/office/drawing/2014/main" id="{DA13FBB4-2FDF-4740-9530-C1C13C1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8020" y="4498975"/>
            <a:ext cx="70802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45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4FA8A577-BFB8-4060-95DB-F7FF5E31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3550" y="4903470"/>
            <a:ext cx="1875790" cy="253365"/>
          </a:xfrm>
          <a:custGeom xmlns:a="http://schemas.openxmlformats.org/drawingml/2006/main">
            <a:gdLst>
              <a:gd name="connsiteX0" fmla="*/ 0 w 2954"/>
              <a:gd name="connsiteY0" fmla="*/ 392 h 399"/>
              <a:gd name="connsiteX1" fmla="*/ 960 w 2954"/>
              <a:gd name="connsiteY1" fmla="*/ 5 h 399"/>
              <a:gd name="connsiteX2" fmla="*/ 2014 w 2954"/>
              <a:gd name="connsiteY2" fmla="*/ 344 h 399"/>
              <a:gd name="connsiteX3" fmla="*/ 2954 w 2954"/>
              <a:gd name="connsiteY3" fmla="*/ 392 h 399"/>
            </a:gdLst>
            <a:rect l="l" t="t" r="r" b="b"/>
            <a:pathLst>
              <a:path w="2954" h="399">
                <a:moveTo>
                  <a:pt x="0" y="392"/>
                </a:moveTo>
                <a:cubicBezTo>
                  <a:pt x="369" y="276"/>
                  <a:pt x="604" y="-43"/>
                  <a:pt x="960" y="5"/>
                </a:cubicBezTo>
                <a:cubicBezTo>
                  <a:pt x="1316" y="53"/>
                  <a:pt x="1667" y="272"/>
                  <a:pt x="2014" y="344"/>
                </a:cubicBezTo>
                <a:cubicBezTo>
                  <a:pt x="2362" y="417"/>
                  <a:pt x="2772" y="400"/>
                  <a:pt x="2954" y="3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1665" name="直接箭头连接符 114"/>
          <p:cNvCxnSpPr/>
          <p:nvPr/>
        </p:nvCxnSpPr>
        <p:spPr>
          <a:xfrm xmlns:a="http://schemas.openxmlformats.org/drawingml/2006/main" rot="5400000" flipH="1" flipV="0">
            <a:off x="5388610" y="4162425"/>
            <a:ext cx="1270" cy="179705"/>
          </a:xfrm>
          <a:prstGeom xmlns:a="http://schemas.openxmlformats.org/drawingml/2006/main" prst="straightConnector1">
            <a:avLst/>
          </a:prstGeom>
          <a:ln xmlns:a="http://schemas.openxmlformats.org/drawingml/2006/main" w="10541">
            <a:solidFill>
              <a:srgbClr val="FF6A00"/>
            </a:solidFill>
            <a:prstDash val="solid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9" name="anchor">
            <a:extLst xmlns:a="http://schemas.openxmlformats.org/drawingml/2006/main">
              <a:ext uri="{FF2B5EF4-FFF2-40B4-BE49-F238E27FC236}">
                <a16:creationId xmlns:a16="http://schemas.microsoft.com/office/drawing/2014/main" id="{BC809183-4B06-471B-B557-F759B645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1" name="anchor">
            <a:extLst xmlns:a="http://schemas.openxmlformats.org/drawingml/2006/main">
              <a:ext uri="{FF2B5EF4-FFF2-40B4-BE49-F238E27FC236}">
                <a16:creationId xmlns:a16="http://schemas.microsoft.com/office/drawing/2014/main" id="{C61A75BD-EF88-4342-859E-0064819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0217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2" name="anchor">
            <a:extLst xmlns:a="http://schemas.openxmlformats.org/drawingml/2006/main">
              <a:ext uri="{FF2B5EF4-FFF2-40B4-BE49-F238E27FC236}">
                <a16:creationId xmlns:a16="http://schemas.microsoft.com/office/drawing/2014/main" id="{20B0980A-F8A7-40F7-B863-FE0DF26C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3985" y="505460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29" name="anchor">
            <a:extLst xmlns:a="http://schemas.openxmlformats.org/drawingml/2006/main">
              <a:ext uri="{FF2B5EF4-FFF2-40B4-BE49-F238E27FC236}">
                <a16:creationId xmlns:a16="http://schemas.microsoft.com/office/drawing/2014/main" id="{558F00A4-4F4C-4E60-8433-9A30916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4850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0" name="anchor">
            <a:extLst xmlns:a="http://schemas.openxmlformats.org/drawingml/2006/main">
              <a:ext uri="{FF2B5EF4-FFF2-40B4-BE49-F238E27FC236}">
                <a16:creationId xmlns:a16="http://schemas.microsoft.com/office/drawing/2014/main" id="{68D8B342-2266-400E-B114-E4B33778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71" name="直接箭头连接符 981"/>
          <p:cNvCxnSpPr>
            <a:stCxn xmlns:a="http://schemas.openxmlformats.org/drawingml/2006/main" id="329" idx="6"/>
            <a:endCxn xmlns:a="http://schemas.openxmlformats.org/drawingml/2006/main" id="330" idx="2"/>
          </p:cNvCxnSpPr>
          <p:nvPr/>
        </p:nvCxnSpPr>
        <p:spPr>
          <a:xfrm xmlns:a="http://schemas.openxmlformats.org/drawingml/2006/main" rot="0" flipH="0" flipV="0">
            <a:off x="4801235" y="4560570"/>
            <a:ext cx="361315" cy="6032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35" name="anchor">
            <a:extLst xmlns:a="http://schemas.openxmlformats.org/drawingml/2006/main">
              <a:ext uri="{FF2B5EF4-FFF2-40B4-BE49-F238E27FC236}">
                <a16:creationId xmlns:a16="http://schemas.microsoft.com/office/drawing/2014/main" id="{406A08BD-96AC-4336-8B3D-57F3A27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6088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36" name="anchor">
            <a:extLst xmlns:a="http://schemas.openxmlformats.org/drawingml/2006/main">
              <a:ext uri="{FF2B5EF4-FFF2-40B4-BE49-F238E27FC236}">
                <a16:creationId xmlns:a16="http://schemas.microsoft.com/office/drawing/2014/main" id="{19F51255-E2DF-4F3A-9F0C-3E7D008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74" name="直接箭头连接符 987"/>
          <p:cNvCxnSpPr>
            <a:stCxn xmlns:a="http://schemas.openxmlformats.org/drawingml/2006/main" id="335" idx="6"/>
            <a:endCxn xmlns:a="http://schemas.openxmlformats.org/drawingml/2006/main" id="336" idx="2"/>
          </p:cNvCxnSpPr>
          <p:nvPr/>
        </p:nvCxnSpPr>
        <p:spPr>
          <a:xfrm xmlns:a="http://schemas.openxmlformats.org/drawingml/2006/main" rot="0" flipH="0" flipV="1">
            <a:off x="5186680" y="4584700"/>
            <a:ext cx="361315" cy="36195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1" name="anchor">
            <a:extLst xmlns:a="http://schemas.openxmlformats.org/drawingml/2006/main">
              <a:ext uri="{FF2B5EF4-FFF2-40B4-BE49-F238E27FC236}">
                <a16:creationId xmlns:a16="http://schemas.microsoft.com/office/drawing/2014/main" id="{79365B86-7E13-47DB-AB58-2E6D3A74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7263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2" name="anchor">
            <a:extLst xmlns:a="http://schemas.openxmlformats.org/drawingml/2006/main">
              <a:ext uri="{FF2B5EF4-FFF2-40B4-BE49-F238E27FC236}">
                <a16:creationId xmlns:a16="http://schemas.microsoft.com/office/drawing/2014/main" id="{34015843-F482-484E-B21A-9899EB7B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77" name="直接箭头连接符 993"/>
          <p:cNvCxnSpPr>
            <a:stCxn xmlns:a="http://schemas.openxmlformats.org/drawingml/2006/main" id="341" idx="6"/>
            <a:endCxn xmlns:a="http://schemas.openxmlformats.org/drawingml/2006/main" id="342" idx="2"/>
          </p:cNvCxnSpPr>
          <p:nvPr/>
        </p:nvCxnSpPr>
        <p:spPr>
          <a:xfrm xmlns:a="http://schemas.openxmlformats.org/drawingml/2006/main" rot="0" flipH="0" flipV="1">
            <a:off x="5571490" y="451294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47" name="anchor">
            <a:extLst xmlns:a="http://schemas.openxmlformats.org/drawingml/2006/main">
              <a:ext uri="{FF2B5EF4-FFF2-40B4-BE49-F238E27FC236}">
                <a16:creationId xmlns:a16="http://schemas.microsoft.com/office/drawing/2014/main" id="{A21230BB-FE2F-42BF-9931-16266CC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8" name="anchor">
            <a:extLst xmlns:a="http://schemas.openxmlformats.org/drawingml/2006/main">
              <a:ext uri="{FF2B5EF4-FFF2-40B4-BE49-F238E27FC236}">
                <a16:creationId xmlns:a16="http://schemas.microsoft.com/office/drawing/2014/main" id="{F5D9EBA8-1D8A-424C-A3DD-2ECD6884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3" name="anchor">
            <a:extLst xmlns:a="http://schemas.openxmlformats.org/drawingml/2006/main">
              <a:ext uri="{FF2B5EF4-FFF2-40B4-BE49-F238E27FC236}">
                <a16:creationId xmlns:a16="http://schemas.microsoft.com/office/drawing/2014/main" id="{18B10FD3-019F-4545-8E17-557EAAED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8023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4" name="anchor">
            <a:extLst xmlns:a="http://schemas.openxmlformats.org/drawingml/2006/main">
              <a:ext uri="{FF2B5EF4-FFF2-40B4-BE49-F238E27FC236}">
                <a16:creationId xmlns:a16="http://schemas.microsoft.com/office/drawing/2014/main" id="{60EA2AD1-EBEB-4A19-84E4-70DE423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30784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cxnSp>
        <p:nvCxnSpPr>
          <p:cNvPr id="1682" name="直接箭头连接符 1005"/>
          <p:cNvCxnSpPr>
            <a:stCxn xmlns:a="http://schemas.openxmlformats.org/drawingml/2006/main" id="353" idx="6"/>
            <a:endCxn xmlns:a="http://schemas.openxmlformats.org/drawingml/2006/main" id="354" idx="2"/>
          </p:cNvCxnSpPr>
          <p:nvPr/>
        </p:nvCxnSpPr>
        <p:spPr>
          <a:xfrm xmlns:a="http://schemas.openxmlformats.org/drawingml/2006/main" rot="0" flipH="0" flipV="1">
            <a:off x="6366510" y="4319905"/>
            <a:ext cx="361315" cy="7239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prstDash val="solid"/>
          </a:ln>
        </p:spPr>
      </p:cxnSp>
      <p:sp>
        <p:nvSpPr>
          <p:cNvPr id="35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52BD6269-C224-4300-81C8-13AE213E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40910" y="45129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9" name="anchor">
            <a:extLst xmlns:a="http://schemas.openxmlformats.org/drawingml/2006/main">
              <a:ext uri="{FF2B5EF4-FFF2-40B4-BE49-F238E27FC236}">
                <a16:creationId xmlns:a16="http://schemas.microsoft.com/office/drawing/2014/main" id="{02D3B114-952B-4B2D-906D-70E70D1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7105" y="45008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A57B6170-9197-4BD6-8BD3-5E7B6D5C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26355" y="45726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4" name="anchor">
            <a:extLst xmlns:a="http://schemas.openxmlformats.org/drawingml/2006/main">
              <a:ext uri="{FF2B5EF4-FFF2-40B4-BE49-F238E27FC236}">
                <a16:creationId xmlns:a16="http://schemas.microsoft.com/office/drawing/2014/main" id="{3857C27E-612E-4E8C-9D1E-E9313D69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62550" y="45605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B4B1BDA0-44D7-415B-AFD3-5C498DC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11165" y="4536440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69" name="anchor">
            <a:extLst xmlns:a="http://schemas.openxmlformats.org/drawingml/2006/main">
              <a:ext uri="{FF2B5EF4-FFF2-40B4-BE49-F238E27FC236}">
                <a16:creationId xmlns:a16="http://schemas.microsoft.com/office/drawing/2014/main" id="{404391A9-2B0C-4B83-B73A-95DCF697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47360" y="4524375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2466479F-4C3C-4D98-A38C-36344D96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6610" y="446468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4" name="anchor">
            <a:extLst xmlns:a="http://schemas.openxmlformats.org/drawingml/2006/main">
              <a:ext uri="{FF2B5EF4-FFF2-40B4-BE49-F238E27FC236}">
                <a16:creationId xmlns:a16="http://schemas.microsoft.com/office/drawing/2014/main" id="{DCB7410F-F4BC-417F-A05F-C88CD530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32805" y="445262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7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45F8E5D5-8BDB-493B-8CF2-7D1D162F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06185" y="434403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79" name="anchor">
            <a:extLst xmlns:a="http://schemas.openxmlformats.org/drawingml/2006/main">
              <a:ext uri="{FF2B5EF4-FFF2-40B4-BE49-F238E27FC236}">
                <a16:creationId xmlns:a16="http://schemas.microsoft.com/office/drawing/2014/main" id="{DC402CC9-A099-4DF5-9D74-F05C1EF0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42380" y="433197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2" name="student-point">
            <a:extLst xmlns:a="http://schemas.openxmlformats.org/drawingml/2006/main">
              <a:ext uri="{FF2B5EF4-FFF2-40B4-BE49-F238E27FC236}">
                <a16:creationId xmlns:a16="http://schemas.microsoft.com/office/drawing/2014/main" id="{79A634FA-9184-480C-83B5-FE628C49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1630" y="4271645"/>
            <a:ext cx="96520" cy="96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C15D"/>
          </a:solidFill>
          <a:ln xmlns:a="http://schemas.openxmlformats.org/drawingml/2006/main" w="9525">
            <a:solidFill>
              <a:srgbClr val="1883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84" name="anchor">
            <a:extLst xmlns:a="http://schemas.openxmlformats.org/drawingml/2006/main">
              <a:ext uri="{FF2B5EF4-FFF2-40B4-BE49-F238E27FC236}">
                <a16:creationId xmlns:a16="http://schemas.microsoft.com/office/drawing/2014/main" id="{44708CFF-6F19-4044-8703-C8C1F8EF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7190" y="4259580"/>
            <a:ext cx="24130" cy="2413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26" name="xlab">
            <a:extLst xmlns:a="http://schemas.openxmlformats.org/drawingml/2006/main">
              <a:ext uri="{FF2B5EF4-FFF2-40B4-BE49-F238E27FC236}">
                <a16:creationId xmlns:a16="http://schemas.microsoft.com/office/drawing/2014/main" id="{602BD8D8-FC33-4255-A20D-0E9A11CD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2365" y="5187315"/>
            <a:ext cx="484505" cy="200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t+1</a:t>
            </a:r>
          </a:p>
        </p:txBody>
      </p:sp>
      <p:sp>
        <p:nvSpPr>
          <p:cNvPr id="28" name="xlab">
            <a:extLst xmlns:a="http://schemas.openxmlformats.org/drawingml/2006/main">
              <a:ext uri="{FF2B5EF4-FFF2-40B4-BE49-F238E27FC236}">
                <a16:creationId xmlns:a16="http://schemas.microsoft.com/office/drawing/2014/main" id="{9954E69B-481C-4737-BA65-E73F6664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090" y="5233035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t+2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C0E82A26-927A-48BC-8CCC-3E1100CB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43270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4" name="椭圆 33">
            <a:extLst xmlns:a="http://schemas.openxmlformats.org/drawingml/2006/main">
              <a:ext uri="{FF2B5EF4-FFF2-40B4-BE49-F238E27FC236}">
                <a16:creationId xmlns:a16="http://schemas.microsoft.com/office/drawing/2014/main" id="{3A98A86E-345A-41CD-9474-BBCE34BE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4964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FA0CA09C-AC3A-4A67-9C00-3F1E29CB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5065" y="5316855"/>
            <a:ext cx="22225" cy="22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</a:p>
        </p:txBody>
      </p:sp>
      <p:sp>
        <p:nvSpPr>
          <p:cNvPr id="124" name="xlab">
            <a:extLst xmlns:a="http://schemas.openxmlformats.org/drawingml/2006/main">
              <a:ext uri="{FF2B5EF4-FFF2-40B4-BE49-F238E27FC236}">
                <a16:creationId xmlns:a16="http://schemas.microsoft.com/office/drawing/2014/main" id="{805E71F0-4C2D-4A27-89C7-2CE6707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500" y="5158740"/>
            <a:ext cx="53213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t+z</a:t>
            </a:r>
          </a:p>
        </p:txBody>
      </p:sp>
      <p:cxnSp>
        <p:nvCxnSpPr>
          <p:cNvPr id="1701" name="直接箭头连接符 127"/>
          <p:cNvCxnSpPr/>
          <p:nvPr/>
        </p:nvCxnSpPr>
        <p:spPr>
          <a:xfrm xmlns:a="http://schemas.openxmlformats.org/drawingml/2006/main" rot="0" flipH="0" flipV="1">
            <a:off x="5996940" y="4418965"/>
            <a:ext cx="314325" cy="8001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02" name="曲线连接符 130"/>
          <p:cNvCxnSpPr>
            <a:stCxn xmlns:a="http://schemas.openxmlformats.org/drawingml/2006/main" id="357" idx="4"/>
            <a:endCxn xmlns:a="http://schemas.openxmlformats.org/drawingml/2006/main" id="377" idx="4"/>
          </p:cNvCxnSpPr>
          <p:nvPr/>
        </p:nvCxnSpPr>
        <p:spPr>
          <a:xfrm xmlns:a="http://schemas.openxmlformats.org/drawingml/2006/main" rot="5400000" flipH="1" flipV="1">
            <a:off x="5487035" y="3742055"/>
            <a:ext cx="168275" cy="1565275"/>
          </a:xfrm>
          <a:prstGeom xmlns:a="http://schemas.openxmlformats.org/drawingml/2006/main" prst="curvedConnector3">
            <a:avLst>
              <a:gd name="adj1" fmla="val -178571"/>
            </a:avLst>
          </a:prstGeom>
          <a:ln xmlns:a="http://schemas.openxmlformats.org/drawingml/2006/main">
            <a:solidFill>
              <a:srgbClr val="188326"/>
            </a:solidFill>
            <a:tailEnd type="triangle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33FEE9B5-F620-4290-A98C-FA83B0D0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4560" y="4608830"/>
            <a:ext cx="69405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1" i="1">
                      <a:solidFill>
                        <a:srgbClr val="188326"/>
                      </a:solidFill>
                      <a:latin typeface="Cambria Math"/>
                      <a:ea typeface="Cambria Math"/>
                      <a:cs typeface="Cambria Math"/>
                    </a:rPr>
                    <m:t>∆</m:t>
                  </m:r>
                  <m:sSubSup>
                    <m:e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𝒉</m:t>
                      </m:r>
                    </m:e>
                    <m:sub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𝑺</m:t>
                      </m:r>
                    </m:sub>
                    <m:sup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𝒛</m:t>
                      </m:r>
                      <m:r>
                        <a:rPr xmlns:a="http://schemas.openxmlformats.org/drawingml/2006/main" lang="en-US" b="1" i="1">
                          <a:solidFill>
                            <a:srgbClr val="188326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sup>
                  </m:sSubSup>
                </m:oMath>
              </m:oMathPara>
            </a14:m>
          </a:p>
        </p:txBody>
      </p:sp>
      <p:sp>
        <p:nvSpPr>
          <p:cNvPr id="52" name="xlab">
            <a:extLst xmlns:a="http://schemas.openxmlformats.org/drawingml/2006/main">
              <a:ext uri="{FF2B5EF4-FFF2-40B4-BE49-F238E27FC236}">
                <a16:creationId xmlns:a16="http://schemas.microsoft.com/office/drawing/2014/main" id="{50F0828A-65EA-43F9-8442-C9AC61C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8520" y="5015865"/>
            <a:ext cx="300990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3" name="xlab">
            <a:extLst xmlns:a="http://schemas.openxmlformats.org/drawingml/2006/main">
              <a:ext uri="{FF2B5EF4-FFF2-40B4-BE49-F238E27FC236}">
                <a16:creationId xmlns:a16="http://schemas.microsoft.com/office/drawing/2014/main" id="{8FB6800E-8803-4273-B09C-694D8A5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38290" y="5012690"/>
            <a:ext cx="300990" cy="180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900" b="1">
                <a:solidFill>
                  <a:srgbClr val="111111"/>
                </a:solidFill>
              </a:defRPr>
            </a:pPr>
            <a:r>
              <a:rPr sz="1200" b="1" i="0" u="none" cap="none">
                <a:ln>
                  <a:noFill/>
                </a:ln>
                <a:solidFill>
                  <a:srgbClr val="111111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73" name="任意形状 244">
            <a:extLst xmlns:a="http://schemas.openxmlformats.org/drawingml/2006/main">
              <a:ext uri="{FF2B5EF4-FFF2-40B4-BE49-F238E27FC236}">
                <a16:creationId xmlns:a16="http://schemas.microsoft.com/office/drawing/2014/main" id="{1DE66E1A-46B1-4FFD-85EE-139C0241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14875" y="4923790"/>
            <a:ext cx="2176780" cy="296545"/>
          </a:xfrm>
          <a:custGeom xmlns:a="http://schemas.openxmlformats.org/drawingml/2006/main">
            <a:gdLst>
              <a:gd name="connsiteX0" fmla="*/ 0 w 3428"/>
              <a:gd name="connsiteY0" fmla="*/ 22 h 466"/>
              <a:gd name="connsiteX1" fmla="*/ 851 w 3428"/>
              <a:gd name="connsiteY1" fmla="*/ 458 h 466"/>
              <a:gd name="connsiteX2" fmla="*/ 2178 w 3428"/>
              <a:gd name="connsiteY2" fmla="*/ 404 h 466"/>
              <a:gd name="connsiteX3" fmla="*/ 3428 w 3428"/>
              <a:gd name="connsiteY3" fmla="*/ 0 h 466"/>
            </a:gdLst>
            <a:rect l="l" t="t" r="r" b="b"/>
            <a:pathLst>
              <a:path w="3428" h="467">
                <a:moveTo>
                  <a:pt x="0" y="22"/>
                </a:moveTo>
                <a:cubicBezTo>
                  <a:pt x="369" y="-94"/>
                  <a:pt x="495" y="410"/>
                  <a:pt x="851" y="458"/>
                </a:cubicBezTo>
                <a:cubicBezTo>
                  <a:pt x="1207" y="507"/>
                  <a:pt x="1831" y="332"/>
                  <a:pt x="2178" y="404"/>
                </a:cubicBezTo>
                <a:cubicBezTo>
                  <a:pt x="2526" y="478"/>
                  <a:pt x="3246" y="8"/>
                  <a:pt x="342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dash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2" name="文本框 141">
            <a:extLst xmlns:a="http://schemas.openxmlformats.org/drawingml/2006/main">
              <a:ext uri="{FF2B5EF4-FFF2-40B4-BE49-F238E27FC236}">
                <a16:creationId xmlns:a16="http://schemas.microsoft.com/office/drawing/2014/main" id="{59BA5A4F-69EB-497F-B6EC-9F2A7FEB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97860" y="4072890"/>
            <a:ext cx="4241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𝑳</m:t>
                      </m:r>
                    </m:e>
                    <m:sub>
                      <m:r>
                        <a:rPr xmlns:a="http://schemas.openxmlformats.org/drawingml/2006/main" lang="en-US" sz="1800" b="1" i="1">
                          <a:solidFill>
                            <a:srgbClr val="000000"/>
                          </a:solidFill>
                          <a:latin typeface="DejaVu Math TeX Gyre"/>
                          <a:ea typeface="DejaVu Math TeX Gyre"/>
                          <a:cs typeface="DejaVu Math TeX Gyre"/>
                        </a:rPr>
                        <m:t>𝒍</m:t>
                      </m:r>
                    </m:sub>
                  </m:sSub>
                </m:oMath>
              </m:oMathPara>
            </a14:m>
          </a:p>
        </p:txBody>
      </p:sp>
      <p:pic>
        <p:nvPicPr>
          <p:cNvPr id="1708" name="图片 1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f32ff216b423d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14165" y="3764915"/>
            <a:ext cx="347980" cy="347980"/>
          </a:xfrm>
          <a:prstGeom xmlns:a="http://schemas.openxmlformats.org/drawingml/2006/main" prst="rect">
            <a:avLst/>
          </a:prstGeom>
        </p:spPr>
      </p:pic>
      <p:sp>
        <p:nvSpPr>
          <p:cNvPr id="147" name="文本框 146">
            <a:extLst xmlns:a="http://schemas.openxmlformats.org/drawingml/2006/main">
              <a:ext uri="{FF2B5EF4-FFF2-40B4-BE49-F238E27FC236}">
                <a16:creationId xmlns:a16="http://schemas.microsoft.com/office/drawing/2014/main" id="{4673A2AE-8A40-451F-A356-F796BA0C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96360" y="4024630"/>
            <a:ext cx="782955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4985EB"/>
                </a:solidFill>
                <a:latin typeface="Comic Sans MS"/>
                <a:ea typeface="Comic Sans MS"/>
                <a:cs typeface="Comic Sans MS"/>
              </a:rPr>
              <a:t>Teacher</a:t>
            </a:r>
          </a:p>
        </p:txBody>
      </p:sp>
      <p:pic>
        <p:nvPicPr>
          <p:cNvPr id="1710" name="图片 1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32d866ba04cac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018915" y="4328160"/>
            <a:ext cx="350520" cy="350520"/>
          </a:xfrm>
          <a:prstGeom xmlns:a="http://schemas.openxmlformats.org/drawingml/2006/main" prst="rect">
            <a:avLst/>
          </a:prstGeom>
        </p:spPr>
      </p:pic>
      <p:sp>
        <p:nvSpPr>
          <p:cNvPr id="151" name="文本框 150">
            <a:extLst xmlns:a="http://schemas.openxmlformats.org/drawingml/2006/main">
              <a:ext uri="{FF2B5EF4-FFF2-40B4-BE49-F238E27FC236}">
                <a16:creationId xmlns:a16="http://schemas.microsoft.com/office/drawing/2014/main" id="{AF189F64-5AA2-4657-9334-41E664D7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615" y="4653915"/>
            <a:ext cx="765810" cy="2755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68B34"/>
                </a:solidFill>
                <a:latin typeface="Comic Sans MS"/>
                <a:ea typeface="Comic Sans MS"/>
                <a:cs typeface="Comic Sans MS"/>
              </a:rPr>
              <a:t>Student</a:t>
            </a:r>
          </a:p>
        </p:txBody>
      </p:sp>
      <p:sp>
        <p:nvSpPr>
          <p:cNvPr id="1312" name="TS-T node panel">
            <a:extLst xmlns:a="http://schemas.openxmlformats.org/drawingml/2006/main">
              <a:ext uri="{FF2B5EF4-FFF2-40B4-BE49-F238E27FC236}">
                <a16:creationId xmlns:a16="http://schemas.microsoft.com/office/drawing/2014/main" id="{9C11319B-C0B6-43AE-943C-275DB93A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3810000" cy="3714750"/>
          </a:xfrm>
          <a:prstGeom xmlns:a="http://schemas.openxmlformats.org/drawingml/2006/main" prst="roundRect">
            <a:avLst>
              <a:gd name="adj" fmla="val 1795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8C2A85"/>
            </a:solidFill>
            <a:prstDash val="dash"/>
          </a:ln>
        </p:spPr>
      </p:sp>
      <p:sp>
        <p:nvSpPr>
          <p:cNvPr id="1313" name="TS-T fusion frame">
            <a:extLst xmlns:a="http://schemas.openxmlformats.org/drawingml/2006/main">
              <a:ext uri="{FF2B5EF4-FFF2-40B4-BE49-F238E27FC236}">
                <a16:creationId xmlns:a16="http://schemas.microsoft.com/office/drawing/2014/main" id="{37BC4F4F-6C65-43C3-99D9-F0E0CD16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33700"/>
            <a:ext cx="35052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5DFF5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</p:sp>
      <p:sp>
        <p:nvSpPr>
          <p:cNvPr id="1314" name="Fused TS-T loss variable">
            <a:extLst xmlns:a="http://schemas.openxmlformats.org/drawingml/2006/main">
              <a:ext uri="{FF2B5EF4-FFF2-40B4-BE49-F238E27FC236}">
                <a16:creationId xmlns:a16="http://schemas.microsoft.com/office/drawing/2014/main" id="{F1968113-387B-4F19-BB35-5B741FEB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7810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L_TS–T</a:t>
            </a:r>
          </a:p>
        </p:txBody>
      </p:sp>
      <p:sp>
        <p:nvSpPr>
          <p:cNvPr id="1315" name="Fusion equals">
            <a:extLst xmlns:a="http://schemas.openxmlformats.org/drawingml/2006/main">
              <a:ext uri="{FF2B5EF4-FFF2-40B4-BE49-F238E27FC236}">
                <a16:creationId xmlns:a16="http://schemas.microsoft.com/office/drawing/2014/main" id="{13B41951-6384-468F-9AE5-D5D762AA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2895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rPr>
              <a:t>=</a:t>
            </a:r>
          </a:p>
        </p:txBody>
      </p:sp>
      <p:sp>
        <p:nvSpPr>
          <p:cNvPr id="1316" name="Fusion beta">
            <a:extLst xmlns:a="http://schemas.openxmlformats.org/drawingml/2006/main">
              <a:ext uri="{FF2B5EF4-FFF2-40B4-BE49-F238E27FC236}">
                <a16:creationId xmlns:a16="http://schemas.microsoft.com/office/drawing/2014/main" id="{0ADEC51A-A7EC-4085-BF52-5DC8379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2895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β</a:t>
            </a:r>
          </a:p>
        </p:txBody>
      </p:sp>
      <p:sp>
        <p:nvSpPr>
          <p:cNvPr id="1317" name="Sequential loss variable top">
            <a:extLst xmlns:a="http://schemas.openxmlformats.org/drawingml/2006/main">
              <a:ext uri="{FF2B5EF4-FFF2-40B4-BE49-F238E27FC236}">
                <a16:creationId xmlns:a16="http://schemas.microsoft.com/office/drawing/2014/main" id="{85371122-A6F8-4A73-A822-7383D87A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19425"/>
            <a:ext cx="6286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L_seq</a:t>
            </a:r>
          </a:p>
        </p:txBody>
      </p:sp>
      <p:sp>
        <p:nvSpPr>
          <p:cNvPr id="1318" name="Fusion plus">
            <a:extLst xmlns:a="http://schemas.openxmlformats.org/drawingml/2006/main">
              <a:ext uri="{FF2B5EF4-FFF2-40B4-BE49-F238E27FC236}">
                <a16:creationId xmlns:a16="http://schemas.microsoft.com/office/drawing/2014/main" id="{955E2DE6-2861-4FBF-8048-265980A4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02895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1319" name="Fusion complement">
            <a:extLst xmlns:a="http://schemas.openxmlformats.org/drawingml/2006/main">
              <a:ext uri="{FF2B5EF4-FFF2-40B4-BE49-F238E27FC236}">
                <a16:creationId xmlns:a16="http://schemas.microsoft.com/office/drawing/2014/main" id="{4FA2060B-36BE-4560-976A-7D2A710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028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1−β</a:t>
            </a:r>
          </a:p>
        </p:txBody>
      </p:sp>
      <p:sp>
        <p:nvSpPr>
          <p:cNvPr id="1320" name="Final loss variable top">
            <a:extLst xmlns:a="http://schemas.openxmlformats.org/drawingml/2006/main">
              <a:ext uri="{FF2B5EF4-FFF2-40B4-BE49-F238E27FC236}">
                <a16:creationId xmlns:a16="http://schemas.microsoft.com/office/drawing/2014/main" id="{330ED019-2F90-4260-9B60-4BD3DC67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019425"/>
            <a:ext cx="7429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L_final</a:t>
            </a:r>
          </a:p>
        </p:txBody>
      </p:sp>
      <p:sp>
        <p:nvSpPr>
          <p:cNvPr id="1321" name="Z-score operation">
            <a:extLst xmlns:a="http://schemas.openxmlformats.org/drawingml/2006/main">
              <a:ext uri="{FF2B5EF4-FFF2-40B4-BE49-F238E27FC236}">
                <a16:creationId xmlns:a16="http://schemas.microsoft.com/office/drawing/2014/main" id="{5A5E54AD-7BCD-4F75-B804-9BAAC408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704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Z-score</a:t>
            </a:r>
          </a:p>
        </p:txBody>
      </p:sp>
      <p:sp>
        <p:nvSpPr>
          <p:cNvPr id="1322" name="Z-score arrow 1">
            <a:extLst xmlns:a="http://schemas.openxmlformats.org/drawingml/2006/main">
              <a:ext uri="{FF2B5EF4-FFF2-40B4-BE49-F238E27FC236}">
                <a16:creationId xmlns:a16="http://schemas.microsoft.com/office/drawing/2014/main" id="{8744691A-876D-48BB-A544-3033DB12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24250"/>
            <a:ext cx="15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818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→</a:t>
            </a:r>
          </a:p>
        </p:txBody>
      </p:sp>
      <p:sp>
        <p:nvSpPr>
          <p:cNvPr id="1323" name="Standardized logit variable">
            <a:extLst xmlns:a="http://schemas.openxmlformats.org/drawingml/2006/main">
              <a:ext uri="{FF2B5EF4-FFF2-40B4-BE49-F238E27FC236}">
                <a16:creationId xmlns:a16="http://schemas.microsoft.com/office/drawing/2014/main" id="{755D88CF-BCA8-4F16-8BE5-2D390487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524250"/>
            <a:ext cx="1466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ẑ=(z−μ)/(σ+ε)</a:t>
            </a:r>
          </a:p>
        </p:txBody>
      </p:sp>
      <p:sp>
        <p:nvSpPr>
          <p:cNvPr id="1324" name="Z-score arrow 2">
            <a:extLst xmlns:a="http://schemas.openxmlformats.org/drawingml/2006/main">
              <a:ext uri="{FF2B5EF4-FFF2-40B4-BE49-F238E27FC236}">
                <a16:creationId xmlns:a16="http://schemas.microsoft.com/office/drawing/2014/main" id="{1614058D-7F2E-4688-B3D6-5FE5E8A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524250"/>
            <a:ext cx="15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818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→</a:t>
            </a:r>
          </a:p>
        </p:txBody>
      </p:sp>
      <p:sp>
        <p:nvSpPr>
          <p:cNvPr id="1325" name="Adaptive temperature variable">
            <a:extLst xmlns:a="http://schemas.openxmlformats.org/drawingml/2006/main">
              <a:ext uri="{FF2B5EF4-FFF2-40B4-BE49-F238E27FC236}">
                <a16:creationId xmlns:a16="http://schemas.microsoft.com/office/drawing/2014/main" id="{035A8A0F-7E20-4502-8154-B286B06D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8382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5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σ = adaptive T</a:t>
            </a:r>
          </a:p>
        </p:txBody>
      </p:sp>
      <p:sp>
        <p:nvSpPr>
          <p:cNvPr id="1326" name="Temporal branch frame">
            <a:extLst xmlns:a="http://schemas.openxmlformats.org/drawingml/2006/main">
              <a:ext uri="{FF2B5EF4-FFF2-40B4-BE49-F238E27FC236}">
                <a16:creationId xmlns:a16="http://schemas.microsoft.com/office/drawing/2014/main" id="{4D92E150-08A7-48CC-90AA-908E9B9F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24300"/>
            <a:ext cx="2400300" cy="2057400"/>
          </a:xfrm>
          <a:prstGeom xmlns:a="http://schemas.openxmlformats.org/drawingml/2006/main" prst="roundRect">
            <a:avLst>
              <a:gd name="adj" fmla="val 3241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8C2A85"/>
            </a:solidFill>
            <a:prstDash val="solid"/>
          </a:ln>
        </p:spPr>
      </p:sp>
      <p:sp>
        <p:nvSpPr>
          <p:cNvPr id="1327" name="Final branch frame">
            <a:extLst xmlns:a="http://schemas.openxmlformats.org/drawingml/2006/main">
              <a:ext uri="{FF2B5EF4-FFF2-40B4-BE49-F238E27FC236}">
                <a16:creationId xmlns:a16="http://schemas.microsoft.com/office/drawing/2014/main" id="{13208BC5-1A09-4AC0-9382-2E3DE882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1123950" cy="2057400"/>
          </a:xfrm>
          <a:prstGeom xmlns:a="http://schemas.openxmlformats.org/drawingml/2006/main" prst="roundRect">
            <a:avLst>
              <a:gd name="adj" fmla="val 5932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8C2A85"/>
            </a:solidFill>
            <a:prstDash val="solid"/>
          </a:ln>
        </p:spPr>
      </p:sp>
      <p:sp>
        <p:nvSpPr>
          <p:cNvPr id="1328" name="Temporal branch title">
            <a:extLst xmlns:a="http://schemas.openxmlformats.org/drawingml/2006/main">
              <a:ext uri="{FF2B5EF4-FFF2-40B4-BE49-F238E27FC236}">
                <a16:creationId xmlns:a16="http://schemas.microsoft.com/office/drawing/2014/main" id="{93953A83-AA86-4B9E-82A4-CF0C9C8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62400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rPr>
              <a:t>Temporal branch</a:t>
            </a:r>
          </a:p>
        </p:txBody>
      </p:sp>
      <p:sp>
        <p:nvSpPr>
          <p:cNvPr id="1329" name="Final branch title">
            <a:extLst xmlns:a="http://schemas.openxmlformats.org/drawingml/2006/main">
              <a:ext uri="{FF2B5EF4-FFF2-40B4-BE49-F238E27FC236}">
                <a16:creationId xmlns:a16="http://schemas.microsoft.com/office/drawing/2014/main" id="{E98CE686-BC16-4983-88B7-E0DA363C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3962400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612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76206F"/>
                </a:solidFill>
                <a:latin typeface="Comic Sans MS"/>
                <a:ea typeface="Comic Sans MS"/>
                <a:cs typeface="Comic Sans MS"/>
              </a:rPr>
              <a:t>Final branch</a:t>
            </a:r>
          </a:p>
        </p:txBody>
      </p:sp>
      <p:sp>
        <p:nvSpPr>
          <p:cNvPr id="1330" name="Teacher final logit variable">
            <a:extLst xmlns:a="http://schemas.openxmlformats.org/drawingml/2006/main">
              <a:ext uri="{FF2B5EF4-FFF2-40B4-BE49-F238E27FC236}">
                <a16:creationId xmlns:a16="http://schemas.microsoft.com/office/drawing/2014/main" id="{6B7EFEAF-AEF3-4C6B-8733-34BC7F63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257675"/>
            <a:ext cx="43815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1248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</a:t>
            </a:r>
          </a:p>
        </p:txBody>
      </p:sp>
      <p:sp>
        <p:nvSpPr>
          <p:cNvPr id="1331" name="Broadcast input arrow">
            <a:extLst xmlns:a="http://schemas.openxmlformats.org/drawingml/2006/main">
              <a:ext uri="{FF2B5EF4-FFF2-40B4-BE49-F238E27FC236}">
                <a16:creationId xmlns:a16="http://schemas.microsoft.com/office/drawing/2014/main" id="{EEC983C9-FA8E-42F1-98F7-475C5AAD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576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41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83EA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4A83EA"/>
                </a:solidFill>
                <a:latin typeface="Comic Sans MS"/>
                <a:ea typeface="Comic Sans MS"/>
                <a:cs typeface="Comic Sans MS"/>
              </a:rPr>
              <a:t>→</a:t>
            </a:r>
          </a:p>
        </p:txBody>
      </p:sp>
      <p:sp>
        <p:nvSpPr>
          <p:cNvPr id="1332" name="Broadcast operation">
            <a:extLst xmlns:a="http://schemas.openxmlformats.org/drawingml/2006/main">
              <a:ext uri="{FF2B5EF4-FFF2-40B4-BE49-F238E27FC236}">
                <a16:creationId xmlns:a16="http://schemas.microsoft.com/office/drawing/2014/main" id="{357F0E51-5971-4990-8B71-6FB0663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57675"/>
            <a:ext cx="942975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1430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684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5EBE"/>
                </a:solidFill>
                <a:latin typeface="Comic Sans MS"/>
                <a:ea typeface="Comic Sans MS"/>
                <a:cs typeface="Comic Sans MS"/>
              </a:defRPr>
            </a:pPr>
            <a:r>
              <a:rPr sz="1200" b="1">
                <a:solidFill>
                  <a:srgbClr val="245EBE"/>
                </a:solidFill>
                <a:latin typeface="Comic Sans MS"/>
                <a:ea typeface="Comic Sans MS"/>
                <a:cs typeface="Comic Sans MS"/>
              </a:rPr>
              <a:t>Broadcast × T_s</a:t>
            </a:r>
          </a:p>
        </p:txBody>
      </p:sp>
      <p:sp>
        <p:nvSpPr>
          <p:cNvPr id="1333" name="Broadcast output arrow">
            <a:extLst xmlns:a="http://schemas.openxmlformats.org/drawingml/2006/main">
              <a:ext uri="{FF2B5EF4-FFF2-40B4-BE49-F238E27FC236}">
                <a16:creationId xmlns:a16="http://schemas.microsoft.com/office/drawing/2014/main" id="{BC24ACF6-6105-43D5-9C12-BFF3FB24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257675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41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83EA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4A83EA"/>
                </a:solidFill>
                <a:latin typeface="Comic Sans MS"/>
                <a:ea typeface="Comic Sans MS"/>
                <a:cs typeface="Comic Sans MS"/>
              </a:rPr>
              <a:t>→</a:t>
            </a:r>
          </a:p>
        </p:txBody>
      </p:sp>
      <p:sp>
        <p:nvSpPr>
          <p:cNvPr id="1334" name="Broadcast teacher sequence variable">
            <a:extLst xmlns:a="http://schemas.openxmlformats.org/drawingml/2006/main">
              <a:ext uri="{FF2B5EF4-FFF2-40B4-BE49-F238E27FC236}">
                <a16:creationId xmlns:a16="http://schemas.microsoft.com/office/drawing/2014/main" id="{18D16BFB-CBD4-4DD5-B42F-C45458B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57675"/>
            <a:ext cx="4572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605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Zᵀᵗ</a:t>
            </a:r>
          </a:p>
        </p:txBody>
      </p:sp>
      <p:sp>
        <p:nvSpPr>
          <p:cNvPr id="1335" name="Teacher temporal variable 1">
            <a:extLst xmlns:a="http://schemas.openxmlformats.org/drawingml/2006/main">
              <a:ext uri="{FF2B5EF4-FFF2-40B4-BE49-F238E27FC236}">
                <a16:creationId xmlns:a16="http://schemas.microsoft.com/office/drawing/2014/main" id="{CCF06F68-A8DE-4EFB-8704-F1E8FC35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63867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Zᵀ₁</a:t>
            </a:r>
          </a:p>
        </p:txBody>
      </p:sp>
      <p:sp>
        <p:nvSpPr>
          <p:cNvPr id="1336" name="Student temporal variable 1">
            <a:extLst xmlns:a="http://schemas.openxmlformats.org/drawingml/2006/main">
              <a:ext uri="{FF2B5EF4-FFF2-40B4-BE49-F238E27FC236}">
                <a16:creationId xmlns:a16="http://schemas.microsoft.com/office/drawing/2014/main" id="{494C65A7-4B5D-44CC-B169-FC96B423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5302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Zˢ₁</a:t>
            </a:r>
          </a:p>
        </p:txBody>
      </p:sp>
      <p:sp>
        <p:nvSpPr>
          <p:cNvPr id="1337" name="Teacher temporal variable 2">
            <a:extLst xmlns:a="http://schemas.openxmlformats.org/drawingml/2006/main">
              <a:ext uri="{FF2B5EF4-FFF2-40B4-BE49-F238E27FC236}">
                <a16:creationId xmlns:a16="http://schemas.microsoft.com/office/drawing/2014/main" id="{C634F435-85AB-4193-8EFC-ED53938B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463867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Zᵀ₂</a:t>
            </a:r>
          </a:p>
        </p:txBody>
      </p:sp>
      <p:sp>
        <p:nvSpPr>
          <p:cNvPr id="1338" name="Student temporal variable 2">
            <a:extLst xmlns:a="http://schemas.openxmlformats.org/drawingml/2006/main">
              <a:ext uri="{FF2B5EF4-FFF2-40B4-BE49-F238E27FC236}">
                <a16:creationId xmlns:a16="http://schemas.microsoft.com/office/drawing/2014/main" id="{DF9700E4-273C-4780-A069-F921D067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15302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Zˢ₂</a:t>
            </a:r>
          </a:p>
        </p:txBody>
      </p:sp>
      <p:sp>
        <p:nvSpPr>
          <p:cNvPr id="1339" name="Teacher temporal variable 3">
            <a:extLst xmlns:a="http://schemas.openxmlformats.org/drawingml/2006/main">
              <a:ext uri="{FF2B5EF4-FFF2-40B4-BE49-F238E27FC236}">
                <a16:creationId xmlns:a16="http://schemas.microsoft.com/office/drawing/2014/main" id="{B895926E-EAD5-49A6-99A1-111764EC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63867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40" name="Student temporal variable 3">
            <a:extLst xmlns:a="http://schemas.openxmlformats.org/drawingml/2006/main">
              <a:ext uri="{FF2B5EF4-FFF2-40B4-BE49-F238E27FC236}">
                <a16:creationId xmlns:a16="http://schemas.microsoft.com/office/drawing/2014/main" id="{BD5EA19D-8821-47DA-BD41-96E6BF2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15302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41" name="Teacher temporal variable 4">
            <a:extLst xmlns:a="http://schemas.openxmlformats.org/drawingml/2006/main">
              <a:ext uri="{FF2B5EF4-FFF2-40B4-BE49-F238E27FC236}">
                <a16:creationId xmlns:a16="http://schemas.microsoft.com/office/drawing/2014/main" id="{C545B94C-5C9F-4509-81AE-EFEE33B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463867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Zᵀₜ</a:t>
            </a:r>
          </a:p>
        </p:txBody>
      </p:sp>
      <p:sp>
        <p:nvSpPr>
          <p:cNvPr id="1342" name="Student temporal variable 4">
            <a:extLst xmlns:a="http://schemas.openxmlformats.org/drawingml/2006/main">
              <a:ext uri="{FF2B5EF4-FFF2-40B4-BE49-F238E27FC236}">
                <a16:creationId xmlns:a16="http://schemas.microsoft.com/office/drawing/2014/main" id="{4BC7A0CC-7B91-4697-953A-3E1643E0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5153025"/>
            <a:ext cx="4191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12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Zˢₜ</a:t>
            </a:r>
          </a:p>
        </p:txBody>
      </p:sp>
      <p:sp>
        <p:nvSpPr>
          <p:cNvPr id="1343" name="Per-step KL operation">
            <a:extLst xmlns:a="http://schemas.openxmlformats.org/drawingml/2006/main">
              <a:ext uri="{FF2B5EF4-FFF2-40B4-BE49-F238E27FC236}">
                <a16:creationId xmlns:a16="http://schemas.microsoft.com/office/drawing/2014/main" id="{5C882877-4875-492B-BB3C-6319BE36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14900"/>
            <a:ext cx="108585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60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KL per time step</a:t>
            </a:r>
          </a:p>
        </p:txBody>
      </p:sp>
      <p:sp>
        <p:nvSpPr>
          <p:cNvPr id="1344" name="Per-step KL left arrow">
            <a:extLst xmlns:a="http://schemas.openxmlformats.org/drawingml/2006/main">
              <a:ext uri="{FF2B5EF4-FFF2-40B4-BE49-F238E27FC236}">
                <a16:creationId xmlns:a16="http://schemas.microsoft.com/office/drawing/2014/main" id="{C148D7F1-573D-4D5E-9AD1-D7DAF0F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053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↕</a:t>
            </a:r>
          </a:p>
        </p:txBody>
      </p:sp>
      <p:sp>
        <p:nvSpPr>
          <p:cNvPr id="1345" name="Per-step KL right arrow">
            <a:extLst xmlns:a="http://schemas.openxmlformats.org/drawingml/2006/main">
              <a:ext uri="{FF2B5EF4-FFF2-40B4-BE49-F238E27FC236}">
                <a16:creationId xmlns:a16="http://schemas.microsoft.com/office/drawing/2014/main" id="{69395FC3-E649-458B-AF84-531C9CC8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905375"/>
            <a:ext cx="24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↕</a:t>
            </a:r>
          </a:p>
        </p:txBody>
      </p:sp>
      <p:sp>
        <p:nvSpPr>
          <p:cNvPr id="1346" name="Sequential reduction operation">
            <a:extLst xmlns:a="http://schemas.openxmlformats.org/drawingml/2006/main">
              <a:ext uri="{FF2B5EF4-FFF2-40B4-BE49-F238E27FC236}">
                <a16:creationId xmlns:a16="http://schemas.microsoft.com/office/drawing/2014/main" id="{C3FF336B-FDBF-4815-A623-1911A5D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14975"/>
            <a:ext cx="1323975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86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Σₜ wₜ KL</a:t>
            </a:r>
          </a:p>
          <a:p xmlns:a="http://schemas.openxmlformats.org/drawingml/2006/main">
            <a:pPr algn="ctr">
              <a:def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wₜ uniform</a:t>
            </a:r>
          </a:p>
        </p:txBody>
      </p:sp>
      <p:sp>
        <p:nvSpPr>
          <p:cNvPr id="1347" name="Sequential output arrow">
            <a:extLst xmlns:a="http://schemas.openxmlformats.org/drawingml/2006/main">
              <a:ext uri="{FF2B5EF4-FFF2-40B4-BE49-F238E27FC236}">
                <a16:creationId xmlns:a16="http://schemas.microsoft.com/office/drawing/2014/main" id="{0911EE44-8D24-4B72-B620-89FED643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5514975"/>
            <a:ext cx="13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741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→</a:t>
            </a:r>
          </a:p>
        </p:txBody>
      </p:sp>
      <p:sp>
        <p:nvSpPr>
          <p:cNvPr id="1348" name="Sequential loss output variable">
            <a:extLst xmlns:a="http://schemas.openxmlformats.org/drawingml/2006/main">
              <a:ext uri="{FF2B5EF4-FFF2-40B4-BE49-F238E27FC236}">
                <a16:creationId xmlns:a16="http://schemas.microsoft.com/office/drawing/2014/main" id="{E313F0B7-F560-41D5-8ED4-EE2642A0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514975"/>
            <a:ext cx="6667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L_seq</a:t>
            </a:r>
          </a:p>
        </p:txBody>
      </p:sp>
      <p:sp>
        <p:nvSpPr>
          <p:cNvPr id="1349" name="Final branch teacher variable">
            <a:extLst xmlns:a="http://schemas.openxmlformats.org/drawingml/2006/main">
              <a:ext uri="{FF2B5EF4-FFF2-40B4-BE49-F238E27FC236}">
                <a16:creationId xmlns:a16="http://schemas.microsoft.com/office/drawing/2014/main" id="{3AEDCDCC-61D4-4796-913A-A91D7984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324350"/>
            <a:ext cx="43815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9F1FF"/>
          </a:solidFill>
          <a:ln xmlns:a="http://schemas.openxmlformats.org/drawingml/2006/main" w="12383">
            <a:solidFill>
              <a:srgbClr val="4A83EA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245EBE"/>
                </a:solidFill>
                <a:latin typeface="Cambria Math"/>
                <a:ea typeface="Cambria Math"/>
                <a:cs typeface="Cambria Math"/>
              </a:rPr>
              <a:t>Zᵀ</a:t>
            </a:r>
          </a:p>
        </p:txBody>
      </p:sp>
      <p:sp>
        <p:nvSpPr>
          <p:cNvPr id="1350" name="Final branch student variable">
            <a:extLst xmlns:a="http://schemas.openxmlformats.org/drawingml/2006/main">
              <a:ext uri="{FF2B5EF4-FFF2-40B4-BE49-F238E27FC236}">
                <a16:creationId xmlns:a16="http://schemas.microsoft.com/office/drawing/2014/main" id="{067E8278-5B15-420F-8501-0079D2B7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324350"/>
            <a:ext cx="438150" cy="3048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8EC"/>
          </a:solidFill>
          <a:ln xmlns:a="http://schemas.openxmlformats.org/drawingml/2006/main" w="12383">
            <a:solidFill>
              <a:srgbClr val="35A446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9581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>
                <a:solidFill>
                  <a:srgbClr val="217C30"/>
                </a:solidFill>
                <a:latin typeface="Cambria Math"/>
                <a:ea typeface="Cambria Math"/>
                <a:cs typeface="Cambria Math"/>
              </a:rPr>
              <a:t>Zˢ</a:t>
            </a:r>
          </a:p>
        </p:txBody>
      </p:sp>
      <p:sp>
        <p:nvSpPr>
          <p:cNvPr id="1351" name="Final KL operation">
            <a:extLst xmlns:a="http://schemas.openxmlformats.org/drawingml/2006/main">
              <a:ext uri="{FF2B5EF4-FFF2-40B4-BE49-F238E27FC236}">
                <a16:creationId xmlns:a16="http://schemas.microsoft.com/office/drawing/2014/main" id="{5B3BE632-16CC-4B4F-BFB1-EB053B7F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857750"/>
            <a:ext cx="70485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C2A85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>
                <a:solidFill>
                  <a:srgbClr val="76206F"/>
                </a:solidFill>
                <a:latin typeface="Cambria Math"/>
                <a:ea typeface="Cambria Math"/>
                <a:cs typeface="Cambria Math"/>
              </a:rPr>
              <a:t>Final KL</a:t>
            </a:r>
          </a:p>
        </p:txBody>
      </p:sp>
      <p:sp>
        <p:nvSpPr>
          <p:cNvPr id="1352" name="Final loss output variable">
            <a:extLst xmlns:a="http://schemas.openxmlformats.org/drawingml/2006/main">
              <a:ext uri="{FF2B5EF4-FFF2-40B4-BE49-F238E27FC236}">
                <a16:creationId xmlns:a16="http://schemas.microsoft.com/office/drawing/2014/main" id="{372AAEFD-49FA-4204-8B05-5235CA45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457825"/>
            <a:ext cx="9144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76206F"/>
          </a:solidFill>
          <a:ln xmlns:a="http://schemas.openxmlformats.org/drawingml/2006/main" w="11430">
            <a:solidFill>
              <a:srgbClr val="76206F"/>
            </a:solidFill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1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L_final</a:t>
            </a:r>
          </a:p>
        </p:txBody>
      </p:sp>
      <p:sp>
        <p:nvSpPr>
          <p:cNvPr id="1353" name="Teacher to final KL arrow">
            <a:extLst xmlns:a="http://schemas.openxmlformats.org/drawingml/2006/main">
              <a:ext uri="{FF2B5EF4-FFF2-40B4-BE49-F238E27FC236}">
                <a16:creationId xmlns:a16="http://schemas.microsoft.com/office/drawing/2014/main" id="{2878A2BB-16A0-4423-BBE2-8F298B1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610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↘</a:t>
            </a:r>
          </a:p>
        </p:txBody>
      </p:sp>
      <p:sp>
        <p:nvSpPr>
          <p:cNvPr id="1354" name="Student to final KL arrow">
            <a:extLst xmlns:a="http://schemas.openxmlformats.org/drawingml/2006/main">
              <a:ext uri="{FF2B5EF4-FFF2-40B4-BE49-F238E27FC236}">
                <a16:creationId xmlns:a16="http://schemas.microsoft.com/office/drawing/2014/main" id="{15662A0D-9C25-43AB-84B4-AE6516D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6101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5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↙</a:t>
            </a:r>
          </a:p>
        </p:txBody>
      </p:sp>
      <p:sp>
        <p:nvSpPr>
          <p:cNvPr id="1355" name="Final KL to loss arrow">
            <a:extLst xmlns:a="http://schemas.openxmlformats.org/drawingml/2006/main">
              <a:ext uri="{FF2B5EF4-FFF2-40B4-BE49-F238E27FC236}">
                <a16:creationId xmlns:a16="http://schemas.microsoft.com/office/drawing/2014/main" id="{0739FE08-136F-47F7-9192-901B04E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191125"/>
            <a:ext cx="28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↓</a:t>
            </a:r>
          </a:p>
        </p:txBody>
      </p:sp>
      <p:sp>
        <p:nvSpPr>
          <p:cNvPr id="1356" name="TS-T node title">
            <a:extLst xmlns:a="http://schemas.openxmlformats.org/drawingml/2006/main">
              <a:ext uri="{FF2B5EF4-FFF2-40B4-BE49-F238E27FC236}">
                <a16:creationId xmlns:a16="http://schemas.microsoft.com/office/drawing/2014/main" id="{BEA8B9A8-49F6-4DD4-AD08-6720B86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1150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>
                <a:solidFill>
                  <a:srgbClr val="8C2A85"/>
                </a:solidFill>
                <a:latin typeface="Comic Sans MS"/>
                <a:ea typeface="Comic Sans MS"/>
                <a:cs typeface="Comic Sans MS"/>
              </a:rPr>
              <a:t>TS-T</a:t>
            </a:r>
          </a:p>
        </p:txBody>
      </p:sp>
    </p:spTree>
    <p:extLst>
      <p:ext uri="{BB962C8B-B14F-4D97-AF65-F5344CB8AC3E}">
        <p14:creationId xmlns:p14="http://schemas.microsoft.com/office/powerpoint/2010/main" val="562914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2026-07-17T15:15:39.0540000Z</dcterms:created>
  <dcterms:modified xsi:type="dcterms:W3CDTF">2026-07-17T15:15:39.0540000Z</dcterms:modified>
</coreProperties>
</file>