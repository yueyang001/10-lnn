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4201775" cy="10048875"/>
  <p:notesSz cx="6858000" cy="9144000"/>
  <p:custDataLst>
    <p:tags r:id="rId4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D197"/>
    <a:srgbClr val="FF6A00"/>
    <a:srgbClr val="55A83C"/>
    <a:srgbClr val="7834C8"/>
    <a:srgbClr val="4985EB"/>
    <a:srgbClr val="90B4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2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1.png"/><Relationship Id="rId21" Type="http://schemas.openxmlformats.org/officeDocument/2006/relationships/image" Target="../media/image17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5" Type="http://schemas.openxmlformats.org/officeDocument/2006/relationships/image" Target="../media/image11.png"/><Relationship Id="rId23" Type="http://schemas.openxmlformats.org/officeDocument/2006/relationships/image" Target="../media/image19.png"/><Relationship Id="rId10" Type="http://schemas.openxmlformats.org/officeDocument/2006/relationships/image" Target="../media/image60.png"/><Relationship Id="rId19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50.png"/><Relationship Id="rId14" Type="http://schemas.openxmlformats.org/officeDocument/2006/relationships/image" Target="../media/image10.pn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97"/>
          <p:cNvSpPr>
            <a:spLocks noGrp="1"/>
          </p:cNvSpPr>
          <p:nvPr/>
        </p:nvSpPr>
        <p:spPr>
          <a:xfrm>
            <a:off x="94615" y="7680325"/>
            <a:ext cx="1546225" cy="1855470"/>
          </a:xfrm>
          <a:prstGeom prst="roundRect">
            <a:avLst>
              <a:gd name="adj" fmla="val 5682"/>
            </a:avLst>
          </a:prstGeom>
          <a:solidFill>
            <a:srgbClr val="F9FCFE"/>
          </a:solidFill>
          <a:ln w="13335">
            <a:solidFill>
              <a:srgbClr val="CFE0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276225" y="8139430"/>
            <a:ext cx="1113790" cy="1009650"/>
            <a:chOff x="20190" y="7755"/>
            <a:chExt cx="1754" cy="1590"/>
          </a:xfrm>
        </p:grpSpPr>
        <p:grpSp>
          <p:nvGrpSpPr>
            <p:cNvPr id="60" name="组合 59"/>
            <p:cNvGrpSpPr/>
            <p:nvPr/>
          </p:nvGrpSpPr>
          <p:grpSpPr>
            <a:xfrm>
              <a:off x="20190" y="7755"/>
              <a:ext cx="1755" cy="1455"/>
              <a:chOff x="20190" y="7755"/>
              <a:chExt cx="1755" cy="1455"/>
            </a:xfrm>
          </p:grpSpPr>
          <p:sp>
            <p:nvSpPr>
              <p:cNvPr id="69" name="任意多边形 99"/>
              <p:cNvSpPr>
                <a:spLocks noGrp="1"/>
              </p:cNvSpPr>
              <p:nvPr/>
            </p:nvSpPr>
            <p:spPr>
              <a:xfrm>
                <a:off x="20325" y="7890"/>
                <a:ext cx="615" cy="330"/>
              </a:xfrm>
              <a:custGeom>
                <a:avLst/>
                <a:gdLst/>
                <a:ahLst/>
                <a:cxnLst/>
                <a:rect l="0" t="0" r="0" b="0"/>
                <a:pathLst>
                  <a:path w="390525" h="209550">
                    <a:moveTo>
                      <a:pt x="0" y="209550"/>
                    </a:moveTo>
                    <a:lnTo>
                      <a:pt x="390525" y="0"/>
                    </a:lnTo>
                  </a:path>
                </a:pathLst>
              </a:custGeom>
              <a:noFill/>
              <a:ln w="19050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任意多边形 100"/>
              <p:cNvSpPr>
                <a:spLocks noGrp="1"/>
              </p:cNvSpPr>
              <p:nvPr/>
            </p:nvSpPr>
            <p:spPr>
              <a:xfrm>
                <a:off x="20940" y="7890"/>
                <a:ext cx="660" cy="360"/>
              </a:xfrm>
              <a:custGeom>
                <a:avLst/>
                <a:gdLst/>
                <a:ahLst/>
                <a:cxnLst/>
                <a:rect l="0" t="0" r="0" b="0"/>
                <a:pathLst>
                  <a:path w="419100" h="228600">
                    <a:moveTo>
                      <a:pt x="0" y="0"/>
                    </a:moveTo>
                    <a:lnTo>
                      <a:pt x="419100" y="228600"/>
                    </a:lnTo>
                  </a:path>
                </a:pathLst>
              </a:custGeom>
              <a:noFill/>
              <a:ln w="19050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任意多边形 101"/>
              <p:cNvSpPr>
                <a:spLocks noGrp="1"/>
              </p:cNvSpPr>
              <p:nvPr/>
            </p:nvSpPr>
            <p:spPr>
              <a:xfrm>
                <a:off x="20325" y="8220"/>
                <a:ext cx="600" cy="510"/>
              </a:xfrm>
              <a:custGeom>
                <a:avLst/>
                <a:gdLst/>
                <a:ahLst/>
                <a:cxnLst/>
                <a:rect l="0" t="0" r="0" b="0"/>
                <a:pathLst>
                  <a:path w="381000" h="323850">
                    <a:moveTo>
                      <a:pt x="0" y="0"/>
                    </a:moveTo>
                    <a:lnTo>
                      <a:pt x="381000" y="323850"/>
                    </a:lnTo>
                  </a:path>
                </a:pathLst>
              </a:custGeom>
              <a:noFill/>
              <a:ln w="19050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任意多边形 102"/>
              <p:cNvSpPr>
                <a:spLocks noGrp="1"/>
              </p:cNvSpPr>
              <p:nvPr/>
            </p:nvSpPr>
            <p:spPr>
              <a:xfrm>
                <a:off x="20925" y="8250"/>
                <a:ext cx="675" cy="480"/>
              </a:xfrm>
              <a:custGeom>
                <a:avLst/>
                <a:gdLst/>
                <a:ahLst/>
                <a:cxnLst/>
                <a:rect l="0" t="0" r="0" b="0"/>
                <a:pathLst>
                  <a:path w="428625" h="304800">
                    <a:moveTo>
                      <a:pt x="0" y="304800"/>
                    </a:moveTo>
                    <a:lnTo>
                      <a:pt x="428625" y="0"/>
                    </a:lnTo>
                  </a:path>
                </a:pathLst>
              </a:custGeom>
              <a:noFill/>
              <a:ln w="19050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任意多边形 103"/>
              <p:cNvSpPr>
                <a:spLocks noGrp="1"/>
              </p:cNvSpPr>
              <p:nvPr/>
            </p:nvSpPr>
            <p:spPr>
              <a:xfrm>
                <a:off x="20925" y="8730"/>
                <a:ext cx="885" cy="270"/>
              </a:xfrm>
              <a:custGeom>
                <a:avLst/>
                <a:gdLst/>
                <a:ahLst/>
                <a:cxnLst/>
                <a:rect l="0" t="0" r="0" b="0"/>
                <a:pathLst>
                  <a:path w="561975" h="171450">
                    <a:moveTo>
                      <a:pt x="0" y="0"/>
                    </a:moveTo>
                    <a:lnTo>
                      <a:pt x="561975" y="171450"/>
                    </a:lnTo>
                  </a:path>
                </a:pathLst>
              </a:custGeom>
              <a:noFill/>
              <a:ln w="19050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任意多边形 104"/>
              <p:cNvSpPr>
                <a:spLocks noGrp="1"/>
              </p:cNvSpPr>
              <p:nvPr/>
            </p:nvSpPr>
            <p:spPr>
              <a:xfrm>
                <a:off x="20400" y="8730"/>
                <a:ext cx="525" cy="480"/>
              </a:xfrm>
              <a:custGeom>
                <a:avLst/>
                <a:gdLst/>
                <a:ahLst/>
                <a:cxnLst/>
                <a:rect l="0" t="0" r="0" b="0"/>
                <a:pathLst>
                  <a:path w="333375" h="304800">
                    <a:moveTo>
                      <a:pt x="0" y="30480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任意多边形 105"/>
              <p:cNvSpPr>
                <a:spLocks noGrp="1"/>
              </p:cNvSpPr>
              <p:nvPr/>
            </p:nvSpPr>
            <p:spPr>
              <a:xfrm>
                <a:off x="20940" y="7890"/>
                <a:ext cx="870" cy="1110"/>
              </a:xfrm>
              <a:custGeom>
                <a:avLst/>
                <a:gdLst/>
                <a:ahLst/>
                <a:cxnLst/>
                <a:rect l="0" t="0" r="0" b="0"/>
                <a:pathLst>
                  <a:path w="552450" h="704850">
                    <a:moveTo>
                      <a:pt x="0" y="0"/>
                    </a:moveTo>
                    <a:lnTo>
                      <a:pt x="552450" y="704850"/>
                    </a:lnTo>
                  </a:path>
                </a:pathLst>
              </a:custGeom>
              <a:noFill/>
              <a:ln w="19050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任意多边形 106"/>
              <p:cNvSpPr>
                <a:spLocks noGrp="1"/>
              </p:cNvSpPr>
              <p:nvPr/>
            </p:nvSpPr>
            <p:spPr>
              <a:xfrm>
                <a:off x="20325" y="8220"/>
                <a:ext cx="75" cy="990"/>
              </a:xfrm>
              <a:custGeom>
                <a:avLst/>
                <a:gdLst/>
                <a:ahLst/>
                <a:cxnLst/>
                <a:rect l="0" t="0" r="0" b="0"/>
                <a:pathLst>
                  <a:path w="47625" h="628650">
                    <a:moveTo>
                      <a:pt x="0" y="0"/>
                    </a:moveTo>
                    <a:lnTo>
                      <a:pt x="47625" y="628650"/>
                    </a:lnTo>
                  </a:path>
                </a:pathLst>
              </a:custGeom>
              <a:noFill/>
              <a:ln w="19050">
                <a:solidFill>
                  <a:srgbClr val="55A83C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椭圆 92"/>
              <p:cNvSpPr>
                <a:spLocks noGrp="1"/>
              </p:cNvSpPr>
              <p:nvPr/>
            </p:nvSpPr>
            <p:spPr>
              <a:xfrm>
                <a:off x="20190" y="8085"/>
                <a:ext cx="270" cy="270"/>
              </a:xfrm>
              <a:prstGeom prst="ellipse">
                <a:avLst/>
              </a:prstGeom>
              <a:solidFill>
                <a:srgbClr val="A4D197"/>
              </a:solidFill>
              <a:ln w="11430">
                <a:solidFill>
                  <a:srgbClr val="A4D197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椭圆 95"/>
              <p:cNvSpPr>
                <a:spLocks noGrp="1"/>
              </p:cNvSpPr>
              <p:nvPr/>
            </p:nvSpPr>
            <p:spPr>
              <a:xfrm>
                <a:off x="20805" y="7755"/>
                <a:ext cx="270" cy="270"/>
              </a:xfrm>
              <a:prstGeom prst="ellipse">
                <a:avLst/>
              </a:prstGeom>
              <a:solidFill>
                <a:srgbClr val="A4D197"/>
              </a:solidFill>
              <a:ln w="11430">
                <a:solidFill>
                  <a:srgbClr val="A4D197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椭圆 98"/>
              <p:cNvSpPr>
                <a:spLocks noGrp="1"/>
              </p:cNvSpPr>
              <p:nvPr/>
            </p:nvSpPr>
            <p:spPr>
              <a:xfrm>
                <a:off x="21465" y="8115"/>
                <a:ext cx="270" cy="270"/>
              </a:xfrm>
              <a:prstGeom prst="ellipse">
                <a:avLst/>
              </a:prstGeom>
              <a:solidFill>
                <a:srgbClr val="A4D197"/>
              </a:solidFill>
              <a:ln w="11430">
                <a:solidFill>
                  <a:srgbClr val="A4D197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椭圆 101"/>
              <p:cNvSpPr>
                <a:spLocks noGrp="1"/>
              </p:cNvSpPr>
              <p:nvPr/>
            </p:nvSpPr>
            <p:spPr>
              <a:xfrm>
                <a:off x="20790" y="8595"/>
                <a:ext cx="270" cy="270"/>
              </a:xfrm>
              <a:prstGeom prst="ellipse">
                <a:avLst/>
              </a:prstGeom>
              <a:solidFill>
                <a:srgbClr val="A4D197"/>
              </a:solidFill>
              <a:ln w="11430">
                <a:solidFill>
                  <a:srgbClr val="A4D197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椭圆 104"/>
              <p:cNvSpPr>
                <a:spLocks noGrp="1"/>
              </p:cNvSpPr>
              <p:nvPr/>
            </p:nvSpPr>
            <p:spPr>
              <a:xfrm>
                <a:off x="21675" y="8865"/>
                <a:ext cx="270" cy="270"/>
              </a:xfrm>
              <a:prstGeom prst="ellipse">
                <a:avLst/>
              </a:prstGeom>
              <a:solidFill>
                <a:srgbClr val="A4D197"/>
              </a:solidFill>
              <a:ln w="11430">
                <a:solidFill>
                  <a:srgbClr val="A4D197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" name="椭圆 62"/>
            <p:cNvSpPr>
              <a:spLocks noGrp="1"/>
            </p:cNvSpPr>
            <p:nvPr/>
          </p:nvSpPr>
          <p:spPr>
            <a:xfrm>
              <a:off x="20265" y="9075"/>
              <a:ext cx="270" cy="270"/>
            </a:xfrm>
            <a:prstGeom prst="ellipse">
              <a:avLst/>
            </a:prstGeom>
            <a:solidFill>
              <a:srgbClr val="A4D197"/>
            </a:solidFill>
            <a:ln w="11430">
              <a:solidFill>
                <a:srgbClr val="A4D19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" name="矩形 53"/>
          <p:cNvSpPr>
            <a:spLocks noGrp="1"/>
          </p:cNvSpPr>
          <p:nvPr/>
        </p:nvSpPr>
        <p:spPr>
          <a:xfrm>
            <a:off x="-36195" y="7734300"/>
            <a:ext cx="1711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00" b="1" dirty="0" err="1">
                <a:solidFill>
                  <a:srgbClr val="0B1F2A"/>
                </a:solidFill>
                <a:latin typeface="Aptos"/>
                <a:ea typeface="Aptos"/>
                <a:cs typeface="Aptos"/>
              </a:rPr>
              <a:t>AutoNCP</a:t>
            </a:r>
            <a:r>
              <a:rPr sz="900" b="1" dirty="0">
                <a:solidFill>
                  <a:srgbClr val="0B1F2A"/>
                </a:solidFill>
                <a:latin typeface="Aptos"/>
                <a:ea typeface="Aptos"/>
                <a:cs typeface="Aptos"/>
              </a:rPr>
              <a:t> sparse</a:t>
            </a:r>
          </a:p>
          <a:p>
            <a:pPr algn="ctr">
              <a:buNone/>
              <a:defRPr sz="1275" b="1">
                <a:solidFill>
                  <a:srgbClr val="0B1F2A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0B1F2A"/>
                </a:solidFill>
                <a:latin typeface="Aptos"/>
                <a:ea typeface="Aptos"/>
                <a:cs typeface="Aptos"/>
              </a:rPr>
              <a:t>liquid dynamics</a:t>
            </a:r>
          </a:p>
        </p:txBody>
      </p:sp>
      <p:sp>
        <p:nvSpPr>
          <p:cNvPr id="9" name="Input panel"/>
          <p:cNvSpPr>
            <a:spLocks noGrp="1"/>
          </p:cNvSpPr>
          <p:nvPr/>
        </p:nvSpPr>
        <p:spPr>
          <a:xfrm>
            <a:off x="94932" y="393700"/>
            <a:ext cx="1485900" cy="6994071"/>
          </a:xfrm>
          <a:prstGeom prst="roundRect">
            <a:avLst>
              <a:gd name="adj" fmla="val 7692"/>
            </a:avLst>
          </a:prstGeom>
          <a:solidFill>
            <a:srgbClr val="FBFBFB"/>
          </a:solidFill>
          <a:ln w="1333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Input title"/>
          <p:cNvSpPr>
            <a:spLocks noGrp="1"/>
          </p:cNvSpPr>
          <p:nvPr/>
        </p:nvSpPr>
        <p:spPr>
          <a:xfrm>
            <a:off x="123825" y="346392"/>
            <a:ext cx="1200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 dirty="0">
                <a:solidFill>
                  <a:srgbClr val="111111"/>
                </a:solidFill>
              </a:rPr>
              <a:t>Input</a:t>
            </a:r>
          </a:p>
        </p:txBody>
      </p:sp>
      <p:sp>
        <p:nvSpPr>
          <p:cNvPr id="7" name="anchor"/>
          <p:cNvSpPr>
            <a:spLocks noGrp="1"/>
          </p:cNvSpPr>
          <p:nvPr/>
        </p:nvSpPr>
        <p:spPr>
          <a:xfrm>
            <a:off x="266700" y="4781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anchor"/>
          <p:cNvSpPr>
            <a:spLocks noGrp="1"/>
          </p:cNvSpPr>
          <p:nvPr/>
        </p:nvSpPr>
        <p:spPr>
          <a:xfrm>
            <a:off x="266700" y="5105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nchor"/>
          <p:cNvSpPr>
            <a:spLocks noGrp="1"/>
          </p:cNvSpPr>
          <p:nvPr/>
        </p:nvSpPr>
        <p:spPr>
          <a:xfrm>
            <a:off x="289084" y="4732491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nchor"/>
          <p:cNvSpPr>
            <a:spLocks noGrp="1"/>
          </p:cNvSpPr>
          <p:nvPr/>
        </p:nvSpPr>
        <p:spPr>
          <a:xfrm>
            <a:off x="289084" y="5154459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audio-label"/>
          <p:cNvSpPr>
            <a:spLocks noGrp="1"/>
          </p:cNvSpPr>
          <p:nvPr/>
        </p:nvSpPr>
        <p:spPr>
          <a:xfrm>
            <a:off x="266700" y="5829300"/>
            <a:ext cx="1095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11111"/>
                </a:solidFill>
              </a:defRPr>
            </a:pPr>
            <a:r>
              <a:rPr sz="1050" b="1" dirty="0">
                <a:solidFill>
                  <a:srgbClr val="111111"/>
                </a:solidFill>
              </a:rPr>
              <a:t>single-channel</a:t>
            </a:r>
          </a:p>
          <a:p>
            <a:pPr algn="ctr">
              <a:defRPr sz="1050" b="0">
                <a:solidFill>
                  <a:srgbClr val="111111"/>
                </a:solidFill>
              </a:defRPr>
            </a:pPr>
            <a:r>
              <a:rPr sz="1050" b="1" dirty="0">
                <a:solidFill>
                  <a:srgbClr val="111111"/>
                </a:solidFill>
              </a:rPr>
              <a:t>underwater audio</a:t>
            </a:r>
          </a:p>
        </p:txBody>
      </p:sp>
      <p:sp>
        <p:nvSpPr>
          <p:cNvPr id="152" name="Teacher panel"/>
          <p:cNvSpPr>
            <a:spLocks noGrp="1"/>
          </p:cNvSpPr>
          <p:nvPr/>
        </p:nvSpPr>
        <p:spPr>
          <a:xfrm>
            <a:off x="1895475" y="114300"/>
            <a:ext cx="7810500" cy="2524125"/>
          </a:xfrm>
          <a:prstGeom prst="roundRect">
            <a:avLst>
              <a:gd name="adj" fmla="val 5283"/>
            </a:avLst>
          </a:prstGeom>
          <a:solidFill>
            <a:srgbClr val="F8FBFF"/>
          </a:solidFill>
          <a:ln w="12383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Teacher title"/>
          <p:cNvSpPr>
            <a:spLocks noGrp="1"/>
          </p:cNvSpPr>
          <p:nvPr/>
        </p:nvSpPr>
        <p:spPr>
          <a:xfrm>
            <a:off x="3543300" y="209550"/>
            <a:ext cx="4524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646AD"/>
                </a:solidFill>
              </a:defRPr>
            </a:pPr>
            <a:r>
              <a:rPr sz="1650" b="1">
                <a:solidFill>
                  <a:srgbClr val="0646AD"/>
                </a:solidFill>
              </a:rPr>
              <a:t>Teacher: pretrained wav2vec 2.0</a:t>
            </a:r>
          </a:p>
        </p:txBody>
      </p:sp>
      <p:sp>
        <p:nvSpPr>
          <p:cNvPr id="154" name="module-CNN&#10;encoder"/>
          <p:cNvSpPr>
            <a:spLocks noGrp="1"/>
          </p:cNvSpPr>
          <p:nvPr/>
        </p:nvSpPr>
        <p:spPr>
          <a:xfrm>
            <a:off x="2247900" y="523875"/>
            <a:ext cx="1133475" cy="115252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module-title-CNN&#10;encoder"/>
          <p:cNvSpPr>
            <a:spLocks noGrp="1"/>
          </p:cNvSpPr>
          <p:nvPr/>
        </p:nvSpPr>
        <p:spPr>
          <a:xfrm>
            <a:off x="2305050" y="619125"/>
            <a:ext cx="1019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CNN</a:t>
            </a:r>
          </a:p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encoder</a:t>
            </a:r>
          </a:p>
        </p:txBody>
      </p:sp>
      <p:sp>
        <p:nvSpPr>
          <p:cNvPr id="159" name="anchor"/>
          <p:cNvSpPr>
            <a:spLocks noGrp="1"/>
          </p:cNvSpPr>
          <p:nvPr/>
        </p:nvSpPr>
        <p:spPr>
          <a:xfrm>
            <a:off x="2714625" y="13525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anchor"/>
          <p:cNvSpPr>
            <a:spLocks noGrp="1"/>
          </p:cNvSpPr>
          <p:nvPr/>
        </p:nvSpPr>
        <p:spPr>
          <a:xfrm>
            <a:off x="2857500" y="12382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2" name="anchor"/>
          <p:cNvSpPr>
            <a:spLocks noGrp="1"/>
          </p:cNvSpPr>
          <p:nvPr/>
        </p:nvSpPr>
        <p:spPr>
          <a:xfrm>
            <a:off x="2914650" y="1381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anchor"/>
          <p:cNvSpPr>
            <a:spLocks noGrp="1"/>
          </p:cNvSpPr>
          <p:nvPr/>
        </p:nvSpPr>
        <p:spPr>
          <a:xfrm>
            <a:off x="3076575" y="1266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module-Transformer"/>
          <p:cNvSpPr>
            <a:spLocks noGrp="1"/>
          </p:cNvSpPr>
          <p:nvPr/>
        </p:nvSpPr>
        <p:spPr>
          <a:xfrm>
            <a:off x="3629025" y="523875"/>
            <a:ext cx="17716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66" name="module-title-Transformer"/>
          <p:cNvSpPr>
            <a:spLocks noGrp="1"/>
          </p:cNvSpPr>
          <p:nvPr/>
        </p:nvSpPr>
        <p:spPr>
          <a:xfrm>
            <a:off x="3686175" y="619125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Transformer</a:t>
            </a:r>
          </a:p>
        </p:txBody>
      </p:sp>
      <p:sp>
        <p:nvSpPr>
          <p:cNvPr id="167" name="tr-top"/>
          <p:cNvSpPr>
            <a:spLocks noGrp="1"/>
          </p:cNvSpPr>
          <p:nvPr/>
        </p:nvSpPr>
        <p:spPr>
          <a:xfrm>
            <a:off x="3895725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" name="tr-bot"/>
          <p:cNvSpPr>
            <a:spLocks noGrp="1"/>
          </p:cNvSpPr>
          <p:nvPr/>
        </p:nvSpPr>
        <p:spPr>
          <a:xfrm>
            <a:off x="3895725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tr-top"/>
          <p:cNvSpPr>
            <a:spLocks noGrp="1"/>
          </p:cNvSpPr>
          <p:nvPr/>
        </p:nvSpPr>
        <p:spPr>
          <a:xfrm>
            <a:off x="4257675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tr-bot"/>
          <p:cNvSpPr>
            <a:spLocks noGrp="1"/>
          </p:cNvSpPr>
          <p:nvPr/>
        </p:nvSpPr>
        <p:spPr>
          <a:xfrm>
            <a:off x="4257675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tr-top"/>
          <p:cNvSpPr>
            <a:spLocks noGrp="1"/>
          </p:cNvSpPr>
          <p:nvPr/>
        </p:nvSpPr>
        <p:spPr>
          <a:xfrm>
            <a:off x="4610100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" name="tr-bot"/>
          <p:cNvSpPr>
            <a:spLocks noGrp="1"/>
          </p:cNvSpPr>
          <p:nvPr/>
        </p:nvSpPr>
        <p:spPr>
          <a:xfrm>
            <a:off x="4610100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tr-top"/>
          <p:cNvSpPr>
            <a:spLocks noGrp="1"/>
          </p:cNvSpPr>
          <p:nvPr/>
        </p:nvSpPr>
        <p:spPr>
          <a:xfrm>
            <a:off x="5124450" y="103822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" name="tr-bot"/>
          <p:cNvSpPr>
            <a:spLocks noGrp="1"/>
          </p:cNvSpPr>
          <p:nvPr/>
        </p:nvSpPr>
        <p:spPr>
          <a:xfrm>
            <a:off x="5124450" y="1476375"/>
            <a:ext cx="142875" cy="142875"/>
          </a:xfrm>
          <a:prstGeom prst="rect">
            <a:avLst/>
          </a:prstGeom>
          <a:solidFill>
            <a:srgbClr val="2F73E8">
              <a:alpha val="53333"/>
            </a:srgbClr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anchor"/>
          <p:cNvSpPr>
            <a:spLocks noGrp="1"/>
          </p:cNvSpPr>
          <p:nvPr/>
        </p:nvSpPr>
        <p:spPr>
          <a:xfrm>
            <a:off x="395287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28" name="直接箭头连接符 827"/>
          <p:cNvCxnSpPr>
            <a:stCxn id="175" idx="5"/>
            <a:endCxn id="176" idx="1"/>
          </p:cNvCxnSpPr>
          <p:nvPr/>
        </p:nvCxnSpPr>
        <p:spPr>
          <a:xfrm>
            <a:off x="3969135" y="1187835"/>
            <a:ext cx="348480" cy="281805"/>
          </a:xfrm>
          <a:prstGeom prst="straightConnector1">
            <a:avLst/>
          </a:prstGeom>
          <a:ln w="11430">
            <a:solidFill>
              <a:srgbClr val="555555"/>
            </a:solidFill>
            <a:prstDash val="solid"/>
          </a:ln>
        </p:spPr>
      </p:cxnSp>
      <p:sp>
        <p:nvSpPr>
          <p:cNvPr id="178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anchor"/>
          <p:cNvSpPr>
            <a:spLocks noGrp="1"/>
          </p:cNvSpPr>
          <p:nvPr/>
        </p:nvSpPr>
        <p:spPr>
          <a:xfrm>
            <a:off x="395287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31" name="直接箭头连接符 830"/>
          <p:cNvCxnSpPr>
            <a:stCxn id="178" idx="3"/>
            <a:endCxn id="179" idx="7"/>
          </p:cNvCxnSpPr>
          <p:nvPr/>
        </p:nvCxnSpPr>
        <p:spPr>
          <a:xfrm flipH="1">
            <a:off x="3969135" y="1187835"/>
            <a:ext cx="348480" cy="281805"/>
          </a:xfrm>
          <a:prstGeom prst="straightConnector1">
            <a:avLst/>
          </a:prstGeom>
          <a:ln w="11430">
            <a:solidFill>
              <a:srgbClr val="555555"/>
            </a:solidFill>
            <a:prstDash val="solid"/>
          </a:ln>
        </p:spPr>
      </p:cxnSp>
      <p:sp>
        <p:nvSpPr>
          <p:cNvPr id="181" name="anchor"/>
          <p:cNvSpPr>
            <a:spLocks noGrp="1"/>
          </p:cNvSpPr>
          <p:nvPr/>
        </p:nvSpPr>
        <p:spPr>
          <a:xfrm>
            <a:off x="4314825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34" name="直接箭头连接符 833"/>
          <p:cNvCxnSpPr>
            <a:stCxn id="181" idx="5"/>
            <a:endCxn id="182" idx="1"/>
          </p:cNvCxnSpPr>
          <p:nvPr/>
        </p:nvCxnSpPr>
        <p:spPr>
          <a:xfrm>
            <a:off x="4331085" y="1187835"/>
            <a:ext cx="338955" cy="281805"/>
          </a:xfrm>
          <a:prstGeom prst="straightConnector1">
            <a:avLst/>
          </a:prstGeom>
          <a:ln w="11430">
            <a:solidFill>
              <a:srgbClr val="555555"/>
            </a:solidFill>
            <a:prstDash val="solid"/>
          </a:ln>
        </p:spPr>
      </p:cxnSp>
      <p:sp>
        <p:nvSpPr>
          <p:cNvPr id="184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anchor"/>
          <p:cNvSpPr>
            <a:spLocks noGrp="1"/>
          </p:cNvSpPr>
          <p:nvPr/>
        </p:nvSpPr>
        <p:spPr>
          <a:xfrm>
            <a:off x="4314825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37" name="直接箭头连接符 836"/>
          <p:cNvCxnSpPr>
            <a:stCxn id="184" idx="3"/>
            <a:endCxn id="185" idx="7"/>
          </p:cNvCxnSpPr>
          <p:nvPr/>
        </p:nvCxnSpPr>
        <p:spPr>
          <a:xfrm flipH="1">
            <a:off x="4331085" y="1187835"/>
            <a:ext cx="338955" cy="281805"/>
          </a:xfrm>
          <a:prstGeom prst="straightConnector1">
            <a:avLst/>
          </a:prstGeom>
          <a:ln w="11430">
            <a:solidFill>
              <a:srgbClr val="555555"/>
            </a:solidFill>
            <a:prstDash val="solid"/>
          </a:ln>
        </p:spPr>
      </p:cxnSp>
      <p:sp>
        <p:nvSpPr>
          <p:cNvPr id="187" name="anchor"/>
          <p:cNvSpPr>
            <a:spLocks noGrp="1"/>
          </p:cNvSpPr>
          <p:nvPr/>
        </p:nvSpPr>
        <p:spPr>
          <a:xfrm>
            <a:off x="466725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anchor"/>
          <p:cNvSpPr>
            <a:spLocks noGrp="1"/>
          </p:cNvSpPr>
          <p:nvPr/>
        </p:nvSpPr>
        <p:spPr>
          <a:xfrm>
            <a:off x="518160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anchor"/>
          <p:cNvSpPr>
            <a:spLocks noGrp="1"/>
          </p:cNvSpPr>
          <p:nvPr/>
        </p:nvSpPr>
        <p:spPr>
          <a:xfrm>
            <a:off x="5181600" y="117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anchor"/>
          <p:cNvSpPr>
            <a:spLocks noGrp="1"/>
          </p:cNvSpPr>
          <p:nvPr/>
        </p:nvSpPr>
        <p:spPr>
          <a:xfrm>
            <a:off x="4667250" y="1466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8" name="组合 137"/>
          <p:cNvGrpSpPr/>
          <p:nvPr/>
        </p:nvGrpSpPr>
        <p:grpSpPr>
          <a:xfrm>
            <a:off x="4683510" y="1187835"/>
            <a:ext cx="155190" cy="281805"/>
            <a:chOff x="4683510" y="1187835"/>
            <a:chExt cx="155190" cy="281805"/>
          </a:xfrm>
        </p:grpSpPr>
        <p:cxnSp>
          <p:nvCxnSpPr>
            <p:cNvPr id="840" name="直接箭头连接符 839"/>
            <p:cNvCxnSpPr>
              <a:stCxn id="187" idx="5"/>
            </p:cNvCxnSpPr>
            <p:nvPr/>
          </p:nvCxnSpPr>
          <p:spPr>
            <a:xfrm>
              <a:off x="4683510" y="1187835"/>
              <a:ext cx="155190" cy="138045"/>
            </a:xfrm>
            <a:prstGeom prst="straightConnector1">
              <a:avLst/>
            </a:prstGeom>
            <a:ln w="11430">
              <a:solidFill>
                <a:srgbClr val="555555"/>
              </a:solidFill>
              <a:prstDash val="solid"/>
            </a:ln>
          </p:spPr>
        </p:cxnSp>
        <p:cxnSp>
          <p:nvCxnSpPr>
            <p:cNvPr id="843" name="直接箭头连接符 842"/>
            <p:cNvCxnSpPr>
              <a:endCxn id="191" idx="7"/>
            </p:cNvCxnSpPr>
            <p:nvPr/>
          </p:nvCxnSpPr>
          <p:spPr>
            <a:xfrm flipH="1">
              <a:off x="4683510" y="1328420"/>
              <a:ext cx="150110" cy="141220"/>
            </a:xfrm>
            <a:prstGeom prst="straightConnector1">
              <a:avLst/>
            </a:prstGeom>
            <a:ln w="11430">
              <a:solidFill>
                <a:srgbClr val="555555"/>
              </a:solidFill>
              <a:prstDash val="solid"/>
            </a:ln>
          </p:spPr>
        </p:cxnSp>
      </p:grpSp>
      <p:sp>
        <p:nvSpPr>
          <p:cNvPr id="193" name="ellipsis"/>
          <p:cNvSpPr>
            <a:spLocks noGrp="1"/>
          </p:cNvSpPr>
          <p:nvPr/>
        </p:nvSpPr>
        <p:spPr>
          <a:xfrm>
            <a:off x="4757038" y="1134490"/>
            <a:ext cx="348362" cy="2955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 dirty="0">
                <a:solidFill>
                  <a:srgbClr val="111111"/>
                </a:solidFill>
              </a:rPr>
              <a:t>.</a:t>
            </a:r>
            <a:r>
              <a:rPr lang="en-US" altLang="zh-CN" sz="1275" dirty="0">
                <a:solidFill>
                  <a:srgbClr val="111111"/>
                </a:solidFill>
              </a:rPr>
              <a:t>.</a:t>
            </a:r>
            <a:r>
              <a:rPr sz="1275" b="0" dirty="0">
                <a:solidFill>
                  <a:srgbClr val="111111"/>
                </a:solidFill>
              </a:rPr>
              <a:t>.</a:t>
            </a:r>
          </a:p>
        </p:txBody>
      </p:sp>
      <p:sp>
        <p:nvSpPr>
          <p:cNvPr id="194" name="module-Classifier"/>
          <p:cNvSpPr>
            <a:spLocks noGrp="1"/>
          </p:cNvSpPr>
          <p:nvPr/>
        </p:nvSpPr>
        <p:spPr>
          <a:xfrm>
            <a:off x="5657850" y="523875"/>
            <a:ext cx="1238250" cy="1152525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14288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module-title-Classifier"/>
          <p:cNvSpPr>
            <a:spLocks noGrp="1"/>
          </p:cNvSpPr>
          <p:nvPr/>
        </p:nvSpPr>
        <p:spPr>
          <a:xfrm>
            <a:off x="5715000" y="619125"/>
            <a:ext cx="1123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Classifier</a:t>
            </a:r>
          </a:p>
        </p:txBody>
      </p:sp>
      <p:sp>
        <p:nvSpPr>
          <p:cNvPr id="196" name="bar-0"/>
          <p:cNvSpPr>
            <a:spLocks noGrp="1"/>
          </p:cNvSpPr>
          <p:nvPr/>
        </p:nvSpPr>
        <p:spPr>
          <a:xfrm>
            <a:off x="5916930" y="1351598"/>
            <a:ext cx="85725" cy="193357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bar-1"/>
          <p:cNvSpPr>
            <a:spLocks noGrp="1"/>
          </p:cNvSpPr>
          <p:nvPr/>
        </p:nvSpPr>
        <p:spPr>
          <a:xfrm>
            <a:off x="611695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" name="bar-2"/>
          <p:cNvSpPr>
            <a:spLocks noGrp="1"/>
          </p:cNvSpPr>
          <p:nvPr/>
        </p:nvSpPr>
        <p:spPr>
          <a:xfrm>
            <a:off x="6316980" y="1020128"/>
            <a:ext cx="85725" cy="524828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bar-3"/>
          <p:cNvSpPr>
            <a:spLocks noGrp="1"/>
          </p:cNvSpPr>
          <p:nvPr/>
        </p:nvSpPr>
        <p:spPr>
          <a:xfrm>
            <a:off x="6517005" y="1202436"/>
            <a:ext cx="85725" cy="342519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0" name="anchor"/>
          <p:cNvSpPr>
            <a:spLocks noGrp="1"/>
          </p:cNvSpPr>
          <p:nvPr/>
        </p:nvSpPr>
        <p:spPr>
          <a:xfrm>
            <a:off x="33813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" name="anchor"/>
          <p:cNvSpPr>
            <a:spLocks noGrp="1"/>
          </p:cNvSpPr>
          <p:nvPr/>
        </p:nvSpPr>
        <p:spPr>
          <a:xfrm>
            <a:off x="36290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53" name="直接箭头连接符 852"/>
          <p:cNvCxnSpPr>
            <a:stCxn id="200" idx="6"/>
            <a:endCxn id="201" idx="2"/>
          </p:cNvCxnSpPr>
          <p:nvPr/>
        </p:nvCxnSpPr>
        <p:spPr>
          <a:xfrm>
            <a:off x="34004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/>
          <p:cNvSpPr>
            <a:spLocks noGrp="1"/>
          </p:cNvSpPr>
          <p:nvPr/>
        </p:nvSpPr>
        <p:spPr>
          <a:xfrm>
            <a:off x="540067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" name="anchor"/>
          <p:cNvSpPr>
            <a:spLocks noGrp="1"/>
          </p:cNvSpPr>
          <p:nvPr/>
        </p:nvSpPr>
        <p:spPr>
          <a:xfrm>
            <a:off x="5648325" y="1095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56" name="直接箭头连接符 855"/>
          <p:cNvCxnSpPr>
            <a:stCxn id="203" idx="6"/>
            <a:endCxn id="204" idx="2"/>
          </p:cNvCxnSpPr>
          <p:nvPr/>
        </p:nvCxnSpPr>
        <p:spPr>
          <a:xfrm>
            <a:off x="5419725" y="1104900"/>
            <a:ext cx="22860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/>
          <p:cNvSpPr>
            <a:spLocks noGrp="1"/>
          </p:cNvSpPr>
          <p:nvPr/>
        </p:nvSpPr>
        <p:spPr>
          <a:xfrm>
            <a:off x="6896100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" name="anchor"/>
          <p:cNvSpPr>
            <a:spLocks noGrp="1"/>
          </p:cNvSpPr>
          <p:nvPr/>
        </p:nvSpPr>
        <p:spPr>
          <a:xfrm>
            <a:off x="7458075" y="12096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59" name="直接箭头连接符 858"/>
          <p:cNvCxnSpPr>
            <a:stCxn id="206" idx="6"/>
            <a:endCxn id="207" idx="2"/>
          </p:cNvCxnSpPr>
          <p:nvPr/>
        </p:nvCxnSpPr>
        <p:spPr>
          <a:xfrm>
            <a:off x="6915150" y="1219200"/>
            <a:ext cx="5429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/>
          <p:cNvSpPr>
            <a:spLocks noGrp="1"/>
          </p:cNvSpPr>
          <p:nvPr/>
        </p:nvSpPr>
        <p:spPr>
          <a:xfrm>
            <a:off x="7620000" y="1190625"/>
            <a:ext cx="85725" cy="200025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0" name="bar-1"/>
          <p:cNvSpPr>
            <a:spLocks noGrp="1"/>
          </p:cNvSpPr>
          <p:nvPr/>
        </p:nvSpPr>
        <p:spPr>
          <a:xfrm>
            <a:off x="7829550" y="1176338"/>
            <a:ext cx="85725" cy="214313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bar-2"/>
          <p:cNvSpPr>
            <a:spLocks noGrp="1"/>
          </p:cNvSpPr>
          <p:nvPr/>
        </p:nvSpPr>
        <p:spPr>
          <a:xfrm>
            <a:off x="8039100" y="1190625"/>
            <a:ext cx="85725" cy="200025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" name="bar-3"/>
          <p:cNvSpPr>
            <a:spLocks noGrp="1"/>
          </p:cNvSpPr>
          <p:nvPr/>
        </p:nvSpPr>
        <p:spPr>
          <a:xfrm>
            <a:off x="8248650" y="1162050"/>
            <a:ext cx="85725" cy="228600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bar-4"/>
          <p:cNvSpPr>
            <a:spLocks noGrp="1"/>
          </p:cNvSpPr>
          <p:nvPr/>
        </p:nvSpPr>
        <p:spPr>
          <a:xfrm>
            <a:off x="8458200" y="1184910"/>
            <a:ext cx="85725" cy="205740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bar-5"/>
          <p:cNvSpPr>
            <a:spLocks noGrp="1"/>
          </p:cNvSpPr>
          <p:nvPr/>
        </p:nvSpPr>
        <p:spPr>
          <a:xfrm>
            <a:off x="8667750" y="1196340"/>
            <a:ext cx="85725" cy="194310"/>
          </a:xfrm>
          <a:prstGeom prst="rect">
            <a:avLst/>
          </a:prstGeom>
          <a:solidFill>
            <a:srgbClr val="2F73E8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zt"/>
              <p:cNvSpPr>
                <a:spLocks noGrp="1"/>
              </p:cNvSpPr>
              <p:nvPr/>
            </p:nvSpPr>
            <p:spPr>
              <a:xfrm>
                <a:off x="8077200" y="781050"/>
                <a:ext cx="419100" cy="304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b="1" i="1" dirty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n-US" altLang="zh-CN" sz="1500" b="1" i="1" dirty="0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5" name="z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781050"/>
                <a:ext cx="419100" cy="3048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classes"/>
          <p:cNvSpPr>
            <a:spLocks noGrp="1"/>
          </p:cNvSpPr>
          <p:nvPr/>
        </p:nvSpPr>
        <p:spPr>
          <a:xfrm>
            <a:off x="7791450" y="14287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 dirty="0">
                <a:solidFill>
                  <a:srgbClr val="111111"/>
                </a:solidFill>
              </a:rPr>
              <a:t>(</a:t>
            </a:r>
            <a:r>
              <a:rPr sz="1125" b="1" i="1" dirty="0">
                <a:solidFill>
                  <a:srgbClr val="111111"/>
                </a:solidFill>
              </a:rPr>
              <a:t>C</a:t>
            </a:r>
            <a:r>
              <a:rPr sz="1125" b="0" dirty="0">
                <a:solidFill>
                  <a:srgbClr val="111111"/>
                </a:solidFill>
              </a:rPr>
              <a:t> classes)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HT"/>
              <p:cNvSpPr>
                <a:spLocks noGrp="1"/>
              </p:cNvSpPr>
              <p:nvPr/>
            </p:nvSpPr>
            <p:spPr>
              <a:xfrm>
                <a:off x="2143125" y="2019300"/>
                <a:ext cx="428625" cy="2476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5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altLang="zh-CN" sz="15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sz="1575" b="1" dirty="0">
                  <a:solidFill>
                    <a:srgbClr val="111111"/>
                  </a:solidFill>
                </a:endParaRPr>
              </a:p>
            </p:txBody>
          </p:sp>
        </mc:Choice>
        <mc:Fallback xmlns="">
          <p:sp>
            <p:nvSpPr>
              <p:cNvPr id="217" name="H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125" y="2019300"/>
                <a:ext cx="428625" cy="247650"/>
              </a:xfrm>
              <a:prstGeom prst="rect">
                <a:avLst/>
              </a:prstGeom>
              <a:blipFill rotWithShape="1">
                <a:blip r:embed="rId4"/>
                <a:stretch>
                  <a:fillRect b="-1564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teacher hidden"/>
          <p:cNvSpPr>
            <a:spLocks noGrp="1"/>
          </p:cNvSpPr>
          <p:nvPr/>
        </p:nvSpPr>
        <p:spPr>
          <a:xfrm>
            <a:off x="2628900" y="1933575"/>
            <a:ext cx="3943350" cy="409575"/>
          </a:xfrm>
          <a:prstGeom prst="roundRect">
            <a:avLst>
              <a:gd name="adj" fmla="val 13953"/>
            </a:avLst>
          </a:prstGeom>
          <a:solidFill>
            <a:srgbClr val="E9F2FF"/>
          </a:solidFill>
          <a:ln w="9525">
            <a:solidFill>
              <a:srgbClr val="2F73E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token-0"/>
          <p:cNvSpPr>
            <a:spLocks noGrp="1"/>
          </p:cNvSpPr>
          <p:nvPr/>
        </p:nvSpPr>
        <p:spPr>
          <a:xfrm>
            <a:off x="27717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token-label-0"/>
          <p:cNvSpPr>
            <a:spLocks noGrp="1"/>
          </p:cNvSpPr>
          <p:nvPr/>
        </p:nvSpPr>
        <p:spPr>
          <a:xfrm>
            <a:off x="27717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221" name="token-1"/>
          <p:cNvSpPr>
            <a:spLocks noGrp="1"/>
          </p:cNvSpPr>
          <p:nvPr/>
        </p:nvSpPr>
        <p:spPr>
          <a:xfrm>
            <a:off x="34194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2" name="token-label-1"/>
          <p:cNvSpPr>
            <a:spLocks noGrp="1"/>
          </p:cNvSpPr>
          <p:nvPr/>
        </p:nvSpPr>
        <p:spPr>
          <a:xfrm>
            <a:off x="34194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23" name="token-2"/>
          <p:cNvSpPr>
            <a:spLocks noGrp="1"/>
          </p:cNvSpPr>
          <p:nvPr/>
        </p:nvSpPr>
        <p:spPr>
          <a:xfrm>
            <a:off x="40671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4" name="token-label-2"/>
          <p:cNvSpPr>
            <a:spLocks noGrp="1"/>
          </p:cNvSpPr>
          <p:nvPr/>
        </p:nvSpPr>
        <p:spPr>
          <a:xfrm>
            <a:off x="40671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225" name="token-3"/>
          <p:cNvSpPr>
            <a:spLocks noGrp="1"/>
          </p:cNvSpPr>
          <p:nvPr/>
        </p:nvSpPr>
        <p:spPr>
          <a:xfrm>
            <a:off x="4714875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6" name="token-label-3"/>
          <p:cNvSpPr>
            <a:spLocks noGrp="1"/>
          </p:cNvSpPr>
          <p:nvPr/>
        </p:nvSpPr>
        <p:spPr>
          <a:xfrm>
            <a:off x="4714875" y="2038350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·</a:t>
            </a:r>
          </a:p>
        </p:txBody>
      </p:sp>
      <p:sp>
        <p:nvSpPr>
          <p:cNvPr id="227" name="teacher dots"/>
          <p:cNvSpPr>
            <a:spLocks noGrp="1"/>
          </p:cNvSpPr>
          <p:nvPr/>
        </p:nvSpPr>
        <p:spPr>
          <a:xfrm>
            <a:off x="5467350" y="200977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 dirty="0">
                <a:solidFill>
                  <a:srgbClr val="111111"/>
                </a:solidFill>
              </a:rPr>
              <a:t>⋯</a:t>
            </a:r>
          </a:p>
        </p:txBody>
      </p:sp>
      <p:sp>
        <p:nvSpPr>
          <p:cNvPr id="228" name="token-0"/>
          <p:cNvSpPr>
            <a:spLocks noGrp="1"/>
          </p:cNvSpPr>
          <p:nvPr/>
        </p:nvSpPr>
        <p:spPr>
          <a:xfrm>
            <a:off x="6210300" y="2028825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72A7F7"/>
          </a:solidFill>
          <a:ln w="952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oken-label-0"/>
              <p:cNvSpPr>
                <a:spLocks noGrp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975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sz="975" b="1" dirty="0">
                  <a:solidFill>
                    <a:srgbClr val="111111"/>
                  </a:solidFill>
                </a:endParaRPr>
              </a:p>
            </p:txBody>
          </p:sp>
        </mc:Choice>
        <mc:Fallback xmlns="">
          <p:sp>
            <p:nvSpPr>
              <p:cNvPr id="229" name="token-label-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2038350"/>
                <a:ext cx="304800" cy="209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" name="teacher hidden label"/>
          <p:cNvSpPr>
            <a:spLocks noGrp="1"/>
          </p:cNvSpPr>
          <p:nvPr/>
        </p:nvSpPr>
        <p:spPr>
          <a:xfrm>
            <a:off x="3181350" y="2381250"/>
            <a:ext cx="2619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teacher hidden sequence (time steps Tₜ)</a:t>
            </a:r>
          </a:p>
        </p:txBody>
      </p:sp>
      <p:sp>
        <p:nvSpPr>
          <p:cNvPr id="231" name="MemKD panel"/>
          <p:cNvSpPr>
            <a:spLocks noGrp="1"/>
          </p:cNvSpPr>
          <p:nvPr/>
        </p:nvSpPr>
        <p:spPr>
          <a:xfrm>
            <a:off x="2155825" y="2943225"/>
            <a:ext cx="4520565" cy="3390900"/>
          </a:xfrm>
          <a:prstGeom prst="roundRect">
            <a:avLst>
              <a:gd name="adj" fmla="val 3933"/>
            </a:avLst>
          </a:prstGeom>
          <a:solidFill>
            <a:srgbClr val="FFFDF9"/>
          </a:solidFill>
          <a:ln w="13335">
            <a:solidFill>
              <a:srgbClr val="FF6A0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" name="MemKD title"/>
          <p:cNvSpPr>
            <a:spLocks noGrp="1"/>
          </p:cNvSpPr>
          <p:nvPr/>
        </p:nvSpPr>
        <p:spPr>
          <a:xfrm>
            <a:off x="3924300" y="305752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6A00"/>
                </a:solidFill>
              </a:defRPr>
            </a:pPr>
            <a:r>
              <a:rPr sz="1800" b="1" dirty="0" err="1">
                <a:solidFill>
                  <a:srgbClr val="FF6A00"/>
                </a:solidFill>
                <a:latin typeface="Comic Sans MS" panose="030F0702030302020204" pitchFamily="66" charset="0"/>
              </a:rPr>
              <a:t>MemKD</a:t>
            </a:r>
            <a:endParaRPr sz="1800" b="1" dirty="0">
              <a:solidFill>
                <a:srgbClr val="FF6A00"/>
              </a:solidFill>
              <a:latin typeface="Comic Sans MS" panose="030F0702030302020204" pitchFamily="66" charset="0"/>
            </a:endParaRPr>
          </a:p>
        </p:txBody>
      </p:sp>
      <p:sp>
        <p:nvSpPr>
          <p:cNvPr id="235" name="anchor"/>
          <p:cNvSpPr>
            <a:spLocks noGrp="1"/>
          </p:cNvSpPr>
          <p:nvPr/>
        </p:nvSpPr>
        <p:spPr>
          <a:xfrm>
            <a:off x="4381500" y="5800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" name="legend-teacher"/>
          <p:cNvSpPr>
            <a:spLocks noGrp="1"/>
          </p:cNvSpPr>
          <p:nvPr/>
        </p:nvSpPr>
        <p:spPr>
          <a:xfrm>
            <a:off x="5923915" y="3139440"/>
            <a:ext cx="76200" cy="76200"/>
          </a:xfrm>
          <a:prstGeom prst="ellipse">
            <a:avLst/>
          </a:prstGeom>
          <a:solidFill>
            <a:srgbClr val="2F73E8"/>
          </a:solidFill>
          <a:ln w="13335">
            <a:solidFill>
              <a:srgbClr val="2F73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" name="legend-t"/>
          <p:cNvSpPr>
            <a:spLocks noGrp="1"/>
          </p:cNvSpPr>
          <p:nvPr/>
        </p:nvSpPr>
        <p:spPr>
          <a:xfrm>
            <a:off x="6012815" y="3082290"/>
            <a:ext cx="495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111111"/>
                </a:solidFill>
              </a:defRPr>
            </a:pPr>
            <a:r>
              <a:rPr sz="675" b="0" dirty="0">
                <a:solidFill>
                  <a:srgbClr val="111111"/>
                </a:solidFill>
              </a:rPr>
              <a:t>Teacher</a:t>
            </a:r>
          </a:p>
        </p:txBody>
      </p:sp>
      <p:sp>
        <p:nvSpPr>
          <p:cNvPr id="309" name="legend-student"/>
          <p:cNvSpPr>
            <a:spLocks noGrp="1"/>
          </p:cNvSpPr>
          <p:nvPr/>
        </p:nvSpPr>
        <p:spPr>
          <a:xfrm>
            <a:off x="5913755" y="3324860"/>
            <a:ext cx="76200" cy="76200"/>
          </a:xfrm>
          <a:prstGeom prst="ellipse">
            <a:avLst/>
          </a:prstGeom>
          <a:solidFill>
            <a:srgbClr val="55A83C"/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0" name="legend-s"/>
          <p:cNvSpPr>
            <a:spLocks noGrp="1"/>
          </p:cNvSpPr>
          <p:nvPr/>
        </p:nvSpPr>
        <p:spPr>
          <a:xfrm>
            <a:off x="6012815" y="3257550"/>
            <a:ext cx="495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111111"/>
                </a:solidFill>
              </a:defRPr>
            </a:pPr>
            <a:r>
              <a:rPr sz="675" b="0" dirty="0">
                <a:solidFill>
                  <a:srgbClr val="111111"/>
                </a:solidFill>
              </a:rPr>
              <a:t>Student</a:t>
            </a:r>
          </a:p>
        </p:txBody>
      </p:sp>
      <p:sp>
        <p:nvSpPr>
          <p:cNvPr id="393" name="MemKD note"/>
          <p:cNvSpPr>
            <a:spLocks noGrp="1"/>
          </p:cNvSpPr>
          <p:nvPr/>
        </p:nvSpPr>
        <p:spPr>
          <a:xfrm>
            <a:off x="2409825" y="5915025"/>
            <a:ext cx="4029075" cy="276225"/>
          </a:xfrm>
          <a:prstGeom prst="roundRect">
            <a:avLst>
              <a:gd name="adj" fmla="val 13793"/>
            </a:avLst>
          </a:prstGeom>
          <a:solidFill>
            <a:srgbClr val="FFD8B8"/>
          </a:solidFill>
          <a:ln w="13335">
            <a:solidFill>
              <a:srgbClr val="FFD8B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4" name="MemKD note text"/>
          <p:cNvSpPr>
            <a:spLocks noGrp="1"/>
          </p:cNvSpPr>
          <p:nvPr/>
        </p:nvSpPr>
        <p:spPr>
          <a:xfrm>
            <a:off x="2647950" y="5962650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Align dynamic trajectories, not rigid feature maps</a:t>
            </a:r>
          </a:p>
        </p:txBody>
      </p:sp>
      <p:sp>
        <p:nvSpPr>
          <p:cNvPr id="395" name="Student panel"/>
          <p:cNvSpPr>
            <a:spLocks noGrp="1"/>
          </p:cNvSpPr>
          <p:nvPr/>
        </p:nvSpPr>
        <p:spPr>
          <a:xfrm>
            <a:off x="1895475" y="6743700"/>
            <a:ext cx="6419850" cy="2819400"/>
          </a:xfrm>
          <a:prstGeom prst="roundRect">
            <a:avLst>
              <a:gd name="adj" fmla="val 4054"/>
            </a:avLst>
          </a:prstGeom>
          <a:solidFill>
            <a:srgbClr val="FBFFF8"/>
          </a:solidFill>
          <a:ln w="12383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6" name="Student title"/>
          <p:cNvSpPr>
            <a:spLocks noGrp="1"/>
          </p:cNvSpPr>
          <p:nvPr/>
        </p:nvSpPr>
        <p:spPr>
          <a:xfrm>
            <a:off x="3421380" y="674941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88326"/>
                </a:solidFill>
              </a:defRPr>
            </a:pPr>
            <a:r>
              <a:rPr sz="1725" b="1" dirty="0">
                <a:solidFill>
                  <a:srgbClr val="188326"/>
                </a:solidFill>
              </a:rPr>
              <a:t>Student: lightweight LNN</a:t>
            </a:r>
          </a:p>
        </p:txBody>
      </p:sp>
      <p:sp>
        <p:nvSpPr>
          <p:cNvPr id="397" name="module-1D CNN&#10;encoder"/>
          <p:cNvSpPr>
            <a:spLocks noGrp="1"/>
          </p:cNvSpPr>
          <p:nvPr/>
        </p:nvSpPr>
        <p:spPr>
          <a:xfrm>
            <a:off x="2114550" y="7143750"/>
            <a:ext cx="1057275" cy="129540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8" name="module-title-1D CNN&#10;encoder"/>
          <p:cNvSpPr>
            <a:spLocks noGrp="1"/>
          </p:cNvSpPr>
          <p:nvPr/>
        </p:nvSpPr>
        <p:spPr>
          <a:xfrm>
            <a:off x="2171700" y="7239000"/>
            <a:ext cx="942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1D CNN</a:t>
            </a:r>
          </a:p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encoder</a:t>
            </a:r>
          </a:p>
        </p:txBody>
      </p:sp>
      <p:sp>
        <p:nvSpPr>
          <p:cNvPr id="402" name="anchor"/>
          <p:cNvSpPr>
            <a:spLocks noGrp="1"/>
          </p:cNvSpPr>
          <p:nvPr/>
        </p:nvSpPr>
        <p:spPr>
          <a:xfrm>
            <a:off x="2581275" y="7972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3" name="anchor"/>
          <p:cNvSpPr>
            <a:spLocks noGrp="1"/>
          </p:cNvSpPr>
          <p:nvPr/>
        </p:nvSpPr>
        <p:spPr>
          <a:xfrm>
            <a:off x="2724150" y="7858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5" name="anchor"/>
          <p:cNvSpPr>
            <a:spLocks noGrp="1"/>
          </p:cNvSpPr>
          <p:nvPr/>
        </p:nvSpPr>
        <p:spPr>
          <a:xfrm>
            <a:off x="2781300" y="80010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6" name="anchor"/>
          <p:cNvSpPr>
            <a:spLocks noGrp="1"/>
          </p:cNvSpPr>
          <p:nvPr/>
        </p:nvSpPr>
        <p:spPr>
          <a:xfrm>
            <a:off x="2943225" y="78867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8" name="module-BPCSCfC"/>
          <p:cNvSpPr>
            <a:spLocks noGrp="1"/>
          </p:cNvSpPr>
          <p:nvPr/>
        </p:nvSpPr>
        <p:spPr>
          <a:xfrm>
            <a:off x="3409950" y="7143750"/>
            <a:ext cx="1724025" cy="12954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09" name="module-title-BPCSCfC"/>
          <p:cNvSpPr>
            <a:spLocks noGrp="1"/>
          </p:cNvSpPr>
          <p:nvPr/>
        </p:nvSpPr>
        <p:spPr>
          <a:xfrm>
            <a:off x="3467100" y="7239000"/>
            <a:ext cx="1609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BPCSCfC</a:t>
            </a:r>
          </a:p>
        </p:txBody>
      </p:sp>
      <p:sp>
        <p:nvSpPr>
          <p:cNvPr id="415" name="tr-top"/>
          <p:cNvSpPr>
            <a:spLocks noGrp="1"/>
          </p:cNvSpPr>
          <p:nvPr/>
        </p:nvSpPr>
        <p:spPr>
          <a:xfrm>
            <a:off x="3689985" y="7637145"/>
            <a:ext cx="283845" cy="142875"/>
          </a:xfrm>
          <a:prstGeom prst="rect">
            <a:avLst/>
          </a:prstGeom>
          <a:solidFill>
            <a:srgbClr val="55A83C">
              <a:alpha val="53333"/>
            </a:srgbClr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" name="anchor"/>
          <p:cNvSpPr>
            <a:spLocks noGrp="1"/>
          </p:cNvSpPr>
          <p:nvPr/>
        </p:nvSpPr>
        <p:spPr>
          <a:xfrm>
            <a:off x="3733800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" name="anchor"/>
          <p:cNvSpPr>
            <a:spLocks noGrp="1"/>
          </p:cNvSpPr>
          <p:nvPr/>
        </p:nvSpPr>
        <p:spPr>
          <a:xfrm>
            <a:off x="4095750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2" name="anchor"/>
          <p:cNvSpPr>
            <a:spLocks noGrp="1"/>
          </p:cNvSpPr>
          <p:nvPr/>
        </p:nvSpPr>
        <p:spPr>
          <a:xfrm>
            <a:off x="4095750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3" name="anchor"/>
          <p:cNvSpPr>
            <a:spLocks noGrp="1"/>
          </p:cNvSpPr>
          <p:nvPr/>
        </p:nvSpPr>
        <p:spPr>
          <a:xfrm>
            <a:off x="3733800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5" name="anchor"/>
          <p:cNvSpPr>
            <a:spLocks noGrp="1"/>
          </p:cNvSpPr>
          <p:nvPr/>
        </p:nvSpPr>
        <p:spPr>
          <a:xfrm>
            <a:off x="4095750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6" name="anchor"/>
          <p:cNvSpPr>
            <a:spLocks noGrp="1"/>
          </p:cNvSpPr>
          <p:nvPr/>
        </p:nvSpPr>
        <p:spPr>
          <a:xfrm>
            <a:off x="4448175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8" name="anchor"/>
          <p:cNvSpPr>
            <a:spLocks noGrp="1"/>
          </p:cNvSpPr>
          <p:nvPr/>
        </p:nvSpPr>
        <p:spPr>
          <a:xfrm>
            <a:off x="4448175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9" name="anchor"/>
          <p:cNvSpPr>
            <a:spLocks noGrp="1"/>
          </p:cNvSpPr>
          <p:nvPr/>
        </p:nvSpPr>
        <p:spPr>
          <a:xfrm>
            <a:off x="4095750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1" name="anchor"/>
          <p:cNvSpPr>
            <a:spLocks noGrp="1"/>
          </p:cNvSpPr>
          <p:nvPr/>
        </p:nvSpPr>
        <p:spPr>
          <a:xfrm>
            <a:off x="4448175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2" name="anchor"/>
          <p:cNvSpPr>
            <a:spLocks noGrp="1"/>
          </p:cNvSpPr>
          <p:nvPr/>
        </p:nvSpPr>
        <p:spPr>
          <a:xfrm>
            <a:off x="4962525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4" name="anchor"/>
          <p:cNvSpPr>
            <a:spLocks noGrp="1"/>
          </p:cNvSpPr>
          <p:nvPr/>
        </p:nvSpPr>
        <p:spPr>
          <a:xfrm>
            <a:off x="4962525" y="77914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5" name="anchor"/>
          <p:cNvSpPr>
            <a:spLocks noGrp="1"/>
          </p:cNvSpPr>
          <p:nvPr/>
        </p:nvSpPr>
        <p:spPr>
          <a:xfrm>
            <a:off x="4448175" y="80867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8" name="module-DRASP"/>
          <p:cNvSpPr>
            <a:spLocks noGrp="1"/>
          </p:cNvSpPr>
          <p:nvPr/>
        </p:nvSpPr>
        <p:spPr>
          <a:xfrm>
            <a:off x="5362575" y="7143750"/>
            <a:ext cx="1381125" cy="129540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9" name="module-title-DRASP"/>
          <p:cNvSpPr>
            <a:spLocks noGrp="1"/>
          </p:cNvSpPr>
          <p:nvPr/>
        </p:nvSpPr>
        <p:spPr>
          <a:xfrm>
            <a:off x="5419725" y="7239000"/>
            <a:ext cx="1266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DRASP</a:t>
            </a:r>
          </a:p>
        </p:txBody>
      </p:sp>
      <p:sp>
        <p:nvSpPr>
          <p:cNvPr id="441" name="bar-0"/>
          <p:cNvSpPr>
            <a:spLocks noGrp="1"/>
          </p:cNvSpPr>
          <p:nvPr/>
        </p:nvSpPr>
        <p:spPr>
          <a:xfrm>
            <a:off x="5532755" y="8141970"/>
            <a:ext cx="85725" cy="193357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2" name="bar-1"/>
          <p:cNvSpPr>
            <a:spLocks noGrp="1"/>
          </p:cNvSpPr>
          <p:nvPr/>
        </p:nvSpPr>
        <p:spPr>
          <a:xfrm>
            <a:off x="5667375" y="7995285"/>
            <a:ext cx="85725" cy="342519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3" name="bar-2"/>
          <p:cNvSpPr>
            <a:spLocks noGrp="1"/>
          </p:cNvSpPr>
          <p:nvPr/>
        </p:nvSpPr>
        <p:spPr>
          <a:xfrm>
            <a:off x="5800725" y="7809865"/>
            <a:ext cx="85725" cy="524828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" name="module-Classifier"/>
          <p:cNvSpPr>
            <a:spLocks noGrp="1"/>
          </p:cNvSpPr>
          <p:nvPr/>
        </p:nvSpPr>
        <p:spPr>
          <a:xfrm>
            <a:off x="6972300" y="7143750"/>
            <a:ext cx="1019175" cy="1295400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4288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" name="module-title-Classifier"/>
          <p:cNvSpPr>
            <a:spLocks noGrp="1"/>
          </p:cNvSpPr>
          <p:nvPr/>
        </p:nvSpPr>
        <p:spPr>
          <a:xfrm>
            <a:off x="7029450" y="7239000"/>
            <a:ext cx="904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Classifier</a:t>
            </a:r>
          </a:p>
        </p:txBody>
      </p:sp>
      <p:sp>
        <p:nvSpPr>
          <p:cNvPr id="447" name="bar-0"/>
          <p:cNvSpPr>
            <a:spLocks noGrp="1"/>
          </p:cNvSpPr>
          <p:nvPr/>
        </p:nvSpPr>
        <p:spPr>
          <a:xfrm>
            <a:off x="7100887" y="8001953"/>
            <a:ext cx="85725" cy="193357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8" name="bar-1"/>
          <p:cNvSpPr>
            <a:spLocks noGrp="1"/>
          </p:cNvSpPr>
          <p:nvPr/>
        </p:nvSpPr>
        <p:spPr>
          <a:xfrm>
            <a:off x="7300912" y="7852791"/>
            <a:ext cx="85725" cy="34251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" name="bar-2"/>
          <p:cNvSpPr>
            <a:spLocks noGrp="1"/>
          </p:cNvSpPr>
          <p:nvPr/>
        </p:nvSpPr>
        <p:spPr>
          <a:xfrm>
            <a:off x="7500937" y="7670483"/>
            <a:ext cx="85725" cy="52482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" name="bar-3"/>
          <p:cNvSpPr>
            <a:spLocks noGrp="1"/>
          </p:cNvSpPr>
          <p:nvPr/>
        </p:nvSpPr>
        <p:spPr>
          <a:xfrm>
            <a:off x="7700962" y="7852791"/>
            <a:ext cx="85725" cy="34251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1" name="anchor"/>
          <p:cNvSpPr>
            <a:spLocks noGrp="1"/>
          </p:cNvSpPr>
          <p:nvPr/>
        </p:nvSpPr>
        <p:spPr>
          <a:xfrm>
            <a:off x="3171825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2" name="anchor"/>
          <p:cNvSpPr>
            <a:spLocks noGrp="1"/>
          </p:cNvSpPr>
          <p:nvPr/>
        </p:nvSpPr>
        <p:spPr>
          <a:xfrm>
            <a:off x="3400425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04" name="直接箭头连接符 1103"/>
          <p:cNvCxnSpPr>
            <a:stCxn id="451" idx="6"/>
            <a:endCxn id="452" idx="2"/>
          </p:cNvCxnSpPr>
          <p:nvPr/>
        </p:nvCxnSpPr>
        <p:spPr>
          <a:xfrm>
            <a:off x="3190875" y="7791450"/>
            <a:ext cx="2095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4" name="anchor"/>
          <p:cNvSpPr>
            <a:spLocks noGrp="1"/>
          </p:cNvSpPr>
          <p:nvPr/>
        </p:nvSpPr>
        <p:spPr>
          <a:xfrm>
            <a:off x="5133975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5" name="anchor"/>
          <p:cNvSpPr>
            <a:spLocks noGrp="1"/>
          </p:cNvSpPr>
          <p:nvPr/>
        </p:nvSpPr>
        <p:spPr>
          <a:xfrm>
            <a:off x="5353050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07" name="直接箭头连接符 1106"/>
          <p:cNvCxnSpPr>
            <a:stCxn id="454" idx="6"/>
            <a:endCxn id="455" idx="2"/>
          </p:cNvCxnSpPr>
          <p:nvPr/>
        </p:nvCxnSpPr>
        <p:spPr>
          <a:xfrm>
            <a:off x="5153025" y="7791450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7" name="anchor"/>
          <p:cNvSpPr>
            <a:spLocks noGrp="1"/>
          </p:cNvSpPr>
          <p:nvPr/>
        </p:nvSpPr>
        <p:spPr>
          <a:xfrm>
            <a:off x="6743700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8" name="anchor"/>
          <p:cNvSpPr>
            <a:spLocks noGrp="1"/>
          </p:cNvSpPr>
          <p:nvPr/>
        </p:nvSpPr>
        <p:spPr>
          <a:xfrm>
            <a:off x="6962775" y="77819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10" name="直接箭头连接符 1109"/>
          <p:cNvCxnSpPr>
            <a:stCxn id="457" idx="6"/>
            <a:endCxn id="458" idx="2"/>
          </p:cNvCxnSpPr>
          <p:nvPr/>
        </p:nvCxnSpPr>
        <p:spPr>
          <a:xfrm>
            <a:off x="6762750" y="7791450"/>
            <a:ext cx="20002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60" name="HS"/>
          <p:cNvSpPr>
            <a:spLocks noGrp="1"/>
          </p:cNvSpPr>
          <p:nvPr/>
        </p:nvSpPr>
        <p:spPr>
          <a:xfrm>
            <a:off x="2114550" y="8829675"/>
            <a:ext cx="428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Hₛ</a:t>
            </a:r>
          </a:p>
        </p:txBody>
      </p:sp>
      <p:sp>
        <p:nvSpPr>
          <p:cNvPr id="461" name="student hidden"/>
          <p:cNvSpPr>
            <a:spLocks noGrp="1"/>
          </p:cNvSpPr>
          <p:nvPr/>
        </p:nvSpPr>
        <p:spPr>
          <a:xfrm>
            <a:off x="2562225" y="8724900"/>
            <a:ext cx="4133850" cy="409575"/>
          </a:xfrm>
          <a:prstGeom prst="roundRect">
            <a:avLst>
              <a:gd name="adj" fmla="val 13953"/>
            </a:avLst>
          </a:prstGeom>
          <a:solidFill>
            <a:srgbClr val="EFF9EB"/>
          </a:solidFill>
          <a:ln w="9525">
            <a:solidFill>
              <a:srgbClr val="55A83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2" name="token-0"/>
          <p:cNvSpPr>
            <a:spLocks noGrp="1"/>
          </p:cNvSpPr>
          <p:nvPr/>
        </p:nvSpPr>
        <p:spPr>
          <a:xfrm>
            <a:off x="276225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" name="token-label-0"/>
          <p:cNvSpPr>
            <a:spLocks noGrp="1"/>
          </p:cNvSpPr>
          <p:nvPr/>
        </p:nvSpPr>
        <p:spPr>
          <a:xfrm>
            <a:off x="276225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464" name="token-1"/>
          <p:cNvSpPr>
            <a:spLocks noGrp="1"/>
          </p:cNvSpPr>
          <p:nvPr/>
        </p:nvSpPr>
        <p:spPr>
          <a:xfrm>
            <a:off x="342900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5" name="token-label-1"/>
          <p:cNvSpPr>
            <a:spLocks noGrp="1"/>
          </p:cNvSpPr>
          <p:nvPr/>
        </p:nvSpPr>
        <p:spPr>
          <a:xfrm>
            <a:off x="342900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466" name="token-2"/>
          <p:cNvSpPr>
            <a:spLocks noGrp="1"/>
          </p:cNvSpPr>
          <p:nvPr/>
        </p:nvSpPr>
        <p:spPr>
          <a:xfrm>
            <a:off x="409575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7" name="token-label-2"/>
          <p:cNvSpPr>
            <a:spLocks noGrp="1"/>
          </p:cNvSpPr>
          <p:nvPr/>
        </p:nvSpPr>
        <p:spPr>
          <a:xfrm>
            <a:off x="409575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468" name="token-3"/>
          <p:cNvSpPr>
            <a:spLocks noGrp="1"/>
          </p:cNvSpPr>
          <p:nvPr/>
        </p:nvSpPr>
        <p:spPr>
          <a:xfrm>
            <a:off x="476250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9" name="token-label-3"/>
          <p:cNvSpPr>
            <a:spLocks noGrp="1"/>
          </p:cNvSpPr>
          <p:nvPr/>
        </p:nvSpPr>
        <p:spPr>
          <a:xfrm>
            <a:off x="476250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·</a:t>
            </a:r>
          </a:p>
        </p:txBody>
      </p:sp>
      <p:sp>
        <p:nvSpPr>
          <p:cNvPr id="470" name="student dots"/>
          <p:cNvSpPr>
            <a:spLocks noGrp="1"/>
          </p:cNvSpPr>
          <p:nvPr/>
        </p:nvSpPr>
        <p:spPr>
          <a:xfrm>
            <a:off x="5591175" y="88011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⋯</a:t>
            </a:r>
          </a:p>
        </p:txBody>
      </p:sp>
      <p:sp>
        <p:nvSpPr>
          <p:cNvPr id="471" name="token-0"/>
          <p:cNvSpPr>
            <a:spLocks noGrp="1"/>
          </p:cNvSpPr>
          <p:nvPr/>
        </p:nvSpPr>
        <p:spPr>
          <a:xfrm>
            <a:off x="6210300" y="8820150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43B94C"/>
          </a:solidFill>
          <a:ln w="9525">
            <a:solidFill>
              <a:srgbClr val="18832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2" name="token-label-0"/>
          <p:cNvSpPr>
            <a:spLocks noGrp="1"/>
          </p:cNvSpPr>
          <p:nvPr/>
        </p:nvSpPr>
        <p:spPr>
          <a:xfrm>
            <a:off x="6210300" y="8829675"/>
            <a:ext cx="304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Tₛ</a:t>
            </a:r>
          </a:p>
        </p:txBody>
      </p:sp>
      <p:sp>
        <p:nvSpPr>
          <p:cNvPr id="473" name="student hidden label"/>
          <p:cNvSpPr>
            <a:spLocks noGrp="1"/>
          </p:cNvSpPr>
          <p:nvPr/>
        </p:nvSpPr>
        <p:spPr>
          <a:xfrm>
            <a:off x="3105150" y="9172575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student hidden sequence (time steps Tₛ)</a:t>
            </a:r>
          </a:p>
        </p:txBody>
      </p:sp>
      <p:sp>
        <p:nvSpPr>
          <p:cNvPr id="474" name="TS-T panel"/>
          <p:cNvSpPr>
            <a:spLocks noGrp="1"/>
          </p:cNvSpPr>
          <p:nvPr/>
        </p:nvSpPr>
        <p:spPr>
          <a:xfrm>
            <a:off x="7100570" y="2943860"/>
            <a:ext cx="2590800" cy="3409315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3335">
            <a:solidFill>
              <a:srgbClr val="7A35CC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5" name="TS-T title"/>
          <p:cNvSpPr>
            <a:spLocks noGrp="1"/>
          </p:cNvSpPr>
          <p:nvPr/>
        </p:nvSpPr>
        <p:spPr>
          <a:xfrm>
            <a:off x="7953374" y="2981325"/>
            <a:ext cx="90614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7A35CC"/>
                </a:solidFill>
              </a:defRPr>
            </a:pPr>
            <a:r>
              <a:rPr sz="1800" b="1" dirty="0">
                <a:solidFill>
                  <a:srgbClr val="7A35CC"/>
                </a:solidFill>
                <a:latin typeface="Comic Sans MS" panose="030F0702030302020204" pitchFamily="66" charset="0"/>
              </a:rPr>
              <a:t>TS-T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7" name="broadcast"/>
              <p:cNvSpPr>
                <a:spLocks noGrp="1"/>
              </p:cNvSpPr>
              <p:nvPr/>
            </p:nvSpPr>
            <p:spPr>
              <a:xfrm>
                <a:off x="7486650" y="3215640"/>
                <a:ext cx="1809750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0">
                    <a:solidFill>
                      <a:srgbClr val="111111"/>
                    </a:solidFill>
                  </a:defRPr>
                </a:pPr>
                <a:r>
                  <a:rPr sz="1125" b="0" dirty="0">
                    <a:solidFill>
                      <a:srgbClr val="111111"/>
                    </a:solidFill>
                  </a:rPr>
                  <a:t>Broadcast teacher logits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25" b="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125" b="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125" b="0" i="1" dirty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sz="1125" b="0" dirty="0">
                  <a:solidFill>
                    <a:srgbClr val="111111"/>
                  </a:solidFill>
                </a:endParaRPr>
              </a:p>
              <a:p>
                <a:pPr algn="ctr">
                  <a:defRPr sz="1125" b="0">
                    <a:solidFill>
                      <a:srgbClr val="111111"/>
                    </a:solidFill>
                  </a:defRPr>
                </a:pPr>
                <a:r>
                  <a:rPr sz="1125" b="0" dirty="0">
                    <a:solidFill>
                      <a:srgbClr val="111111"/>
                    </a:solidFill>
                  </a:rPr>
                  <a:t>over time and to final</a:t>
                </a:r>
              </a:p>
            </p:txBody>
          </p:sp>
        </mc:Choice>
        <mc:Fallback xmlns="">
          <p:sp>
            <p:nvSpPr>
              <p:cNvPr id="477" name="broadca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650" y="3215640"/>
                <a:ext cx="1809750" cy="4000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组合 39"/>
          <p:cNvGrpSpPr/>
          <p:nvPr/>
        </p:nvGrpSpPr>
        <p:grpSpPr>
          <a:xfrm>
            <a:off x="7192010" y="3655060"/>
            <a:ext cx="2381250" cy="1628775"/>
            <a:chOff x="11325" y="6540"/>
            <a:chExt cx="3750" cy="2565"/>
          </a:xfrm>
        </p:grpSpPr>
        <p:sp>
          <p:nvSpPr>
            <p:cNvPr id="478" name="bar-0"/>
            <p:cNvSpPr>
              <a:spLocks noGrp="1"/>
            </p:cNvSpPr>
            <p:nvPr/>
          </p:nvSpPr>
          <p:spPr>
            <a:xfrm>
              <a:off x="11460" y="6681"/>
              <a:ext cx="135" cy="324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9" name="bar-1"/>
            <p:cNvSpPr>
              <a:spLocks noGrp="1"/>
            </p:cNvSpPr>
            <p:nvPr/>
          </p:nvSpPr>
          <p:spPr>
            <a:xfrm>
              <a:off x="11775" y="6699"/>
              <a:ext cx="135" cy="306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0" name="bar-2"/>
            <p:cNvSpPr>
              <a:spLocks noGrp="1"/>
            </p:cNvSpPr>
            <p:nvPr/>
          </p:nvSpPr>
          <p:spPr>
            <a:xfrm>
              <a:off x="12090" y="6690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" name="bar-3"/>
            <p:cNvSpPr>
              <a:spLocks noGrp="1"/>
            </p:cNvSpPr>
            <p:nvPr/>
          </p:nvSpPr>
          <p:spPr>
            <a:xfrm>
              <a:off x="12405" y="6708"/>
              <a:ext cx="135" cy="297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" name="tst dots top"/>
            <p:cNvSpPr>
              <a:spLocks noGrp="1"/>
            </p:cNvSpPr>
            <p:nvPr/>
          </p:nvSpPr>
          <p:spPr>
            <a:xfrm>
              <a:off x="13155" y="6540"/>
              <a:ext cx="525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1111"/>
                  </a:solidFill>
                </a:defRPr>
              </a:pPr>
              <a:r>
                <a:rPr sz="1350" b="1">
                  <a:solidFill>
                    <a:srgbClr val="111111"/>
                  </a:solidFill>
                </a:rPr>
                <a:t>⋯</a:t>
              </a:r>
            </a:p>
          </p:txBody>
        </p:sp>
        <p:sp>
          <p:nvSpPr>
            <p:cNvPr id="483" name="bar-0"/>
            <p:cNvSpPr>
              <a:spLocks noGrp="1"/>
            </p:cNvSpPr>
            <p:nvPr/>
          </p:nvSpPr>
          <p:spPr>
            <a:xfrm>
              <a:off x="13845" y="6704"/>
              <a:ext cx="135" cy="302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" name="bar-1"/>
            <p:cNvSpPr>
              <a:spLocks noGrp="1"/>
            </p:cNvSpPr>
            <p:nvPr/>
          </p:nvSpPr>
          <p:spPr>
            <a:xfrm>
              <a:off x="14160" y="6690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" name="bar-2"/>
            <p:cNvSpPr>
              <a:spLocks noGrp="1"/>
            </p:cNvSpPr>
            <p:nvPr/>
          </p:nvSpPr>
          <p:spPr>
            <a:xfrm>
              <a:off x="14475" y="6690"/>
              <a:ext cx="135" cy="315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6" name="bar-3"/>
            <p:cNvSpPr>
              <a:spLocks noGrp="1"/>
            </p:cNvSpPr>
            <p:nvPr/>
          </p:nvSpPr>
          <p:spPr>
            <a:xfrm>
              <a:off x="14790" y="6708"/>
              <a:ext cx="135" cy="297"/>
            </a:xfrm>
            <a:prstGeom prst="rect">
              <a:avLst/>
            </a:prstGeom>
            <a:solidFill>
              <a:srgbClr val="2F73E8"/>
            </a:solidFill>
            <a:ln w="9525">
              <a:solidFill>
                <a:srgbClr val="2F73E8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7" name="anchor"/>
            <p:cNvSpPr>
              <a:spLocks noGrp="1"/>
            </p:cNvSpPr>
            <p:nvPr/>
          </p:nvSpPr>
          <p:spPr>
            <a:xfrm>
              <a:off x="11865" y="71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8" name="anchor"/>
            <p:cNvSpPr>
              <a:spLocks noGrp="1"/>
            </p:cNvSpPr>
            <p:nvPr/>
          </p:nvSpPr>
          <p:spPr>
            <a:xfrm>
              <a:off x="11865" y="75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40" name="直接箭头连接符 1139"/>
            <p:cNvCxnSpPr/>
            <p:nvPr/>
          </p:nvCxnSpPr>
          <p:spPr>
            <a:xfrm>
              <a:off x="11704" y="7166"/>
              <a:ext cx="0" cy="405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0" name="anchor"/>
            <p:cNvSpPr>
              <a:spLocks noGrp="1"/>
            </p:cNvSpPr>
            <p:nvPr/>
          </p:nvSpPr>
          <p:spPr>
            <a:xfrm>
              <a:off x="12555" y="71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" name="anchor"/>
            <p:cNvSpPr>
              <a:spLocks noGrp="1"/>
            </p:cNvSpPr>
            <p:nvPr/>
          </p:nvSpPr>
          <p:spPr>
            <a:xfrm>
              <a:off x="12555" y="75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43" name="直接箭头连接符 1142"/>
            <p:cNvCxnSpPr/>
            <p:nvPr/>
          </p:nvCxnSpPr>
          <p:spPr>
            <a:xfrm>
              <a:off x="12328" y="7170"/>
              <a:ext cx="0" cy="405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3" name="anchor"/>
            <p:cNvSpPr>
              <a:spLocks noGrp="1"/>
            </p:cNvSpPr>
            <p:nvPr/>
          </p:nvSpPr>
          <p:spPr>
            <a:xfrm>
              <a:off x="14070" y="71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4" name="anchor"/>
            <p:cNvSpPr>
              <a:spLocks noGrp="1"/>
            </p:cNvSpPr>
            <p:nvPr/>
          </p:nvSpPr>
          <p:spPr>
            <a:xfrm>
              <a:off x="14070" y="75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46" name="直接箭头连接符 1145"/>
            <p:cNvCxnSpPr>
              <a:stCxn id="493" idx="4"/>
              <a:endCxn id="494" idx="0"/>
            </p:cNvCxnSpPr>
            <p:nvPr/>
          </p:nvCxnSpPr>
          <p:spPr>
            <a:xfrm>
              <a:off x="14085" y="7170"/>
              <a:ext cx="0" cy="405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p:sp>
          <p:nvSpPr>
            <p:cNvPr id="496" name="anchor"/>
            <p:cNvSpPr>
              <a:spLocks noGrp="1"/>
            </p:cNvSpPr>
            <p:nvPr/>
          </p:nvSpPr>
          <p:spPr>
            <a:xfrm>
              <a:off x="14640" y="71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7" name="anchor"/>
            <p:cNvSpPr>
              <a:spLocks noGrp="1"/>
            </p:cNvSpPr>
            <p:nvPr/>
          </p:nvSpPr>
          <p:spPr>
            <a:xfrm>
              <a:off x="14640" y="75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49" name="直接箭头连接符 1148"/>
            <p:cNvCxnSpPr>
              <a:stCxn id="496" idx="4"/>
              <a:endCxn id="497" idx="0"/>
            </p:cNvCxnSpPr>
            <p:nvPr/>
          </p:nvCxnSpPr>
          <p:spPr>
            <a:xfrm>
              <a:off x="14655" y="7170"/>
              <a:ext cx="0" cy="405"/>
            </a:xfrm>
            <a:prstGeom prst="straightConnector1">
              <a:avLst/>
            </a:prstGeom>
            <a:ln w="15240">
              <a:solidFill>
                <a:srgbClr val="7A35CC"/>
              </a:solidFill>
              <a:prstDash val="dash"/>
              <a:tailEnd type="triangle" w="med" len="med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9" name="align step"/>
                <p:cNvSpPr>
                  <a:spLocks noGrp="1"/>
                </p:cNvSpPr>
                <p:nvPr/>
              </p:nvSpPr>
              <p:spPr>
                <a:xfrm>
                  <a:off x="11325" y="7740"/>
                  <a:ext cx="1994" cy="645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ctr">
                    <a:defRPr sz="975" b="1">
                      <a:solidFill>
                        <a:srgbClr val="111111"/>
                      </a:solidFill>
                    </a:defRPr>
                  </a:pPr>
                  <a:r>
                    <a:rPr sz="975" b="1" dirty="0">
                      <a:solidFill>
                        <a:srgbClr val="111111"/>
                      </a:solidFill>
                    </a:rPr>
                    <a:t>Align with time-step</a:t>
                  </a:r>
                </a:p>
                <a:p>
                  <a:pPr algn="ctr">
                    <a:defRPr sz="975" b="1">
                      <a:solidFill>
                        <a:srgbClr val="111111"/>
                      </a:solidFill>
                    </a:defRPr>
                  </a:pPr>
                  <a:r>
                    <a:rPr sz="975" b="1" dirty="0">
                      <a:solidFill>
                        <a:srgbClr val="111111"/>
                      </a:solidFill>
                    </a:rPr>
                    <a:t>logits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975" b="1" i="1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a14:m>
                  <a:endParaRPr sz="975" b="1" dirty="0">
                    <a:solidFill>
                      <a:srgbClr val="111111"/>
                    </a:solidFill>
                  </a:endParaRPr>
                </a:p>
              </p:txBody>
            </p:sp>
          </mc:Choice>
          <mc:Fallback xmlns="">
            <p:sp>
              <p:nvSpPr>
                <p:cNvPr id="499" name="align step"/>
                <p:cNvSpPr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5" y="7740"/>
                  <a:ext cx="1994" cy="645"/>
                </a:xfrm>
                <a:prstGeom prst="rect">
                  <a:avLst/>
                </a:prstGeom>
                <a:blipFill>
                  <a:blip r:embed="rId7"/>
                  <a:stretch>
                    <a:fillRect b="-2985"/>
                  </a:stretch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0" name="align final"/>
                <p:cNvSpPr>
                  <a:spLocks noGrp="1"/>
                </p:cNvSpPr>
                <p:nvPr/>
              </p:nvSpPr>
              <p:spPr>
                <a:xfrm>
                  <a:off x="13500" y="7740"/>
                  <a:ext cx="1575" cy="645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ctr">
                    <a:defRPr sz="975" b="1">
                      <a:solidFill>
                        <a:srgbClr val="111111"/>
                      </a:solidFill>
                    </a:defRPr>
                  </a:pPr>
                  <a:r>
                    <a:rPr sz="975" b="1" dirty="0">
                      <a:solidFill>
                        <a:srgbClr val="111111"/>
                      </a:solidFill>
                    </a:rPr>
                    <a:t>Align with final</a:t>
                  </a:r>
                </a:p>
                <a:p>
                  <a:pPr algn="ctr">
                    <a:defRPr sz="975" b="1">
                      <a:solidFill>
                        <a:srgbClr val="111111"/>
                      </a:solidFill>
                    </a:defRPr>
                  </a:pPr>
                  <a:r>
                    <a:rPr sz="975" b="1" dirty="0">
                      <a:solidFill>
                        <a:srgbClr val="111111"/>
                      </a:solidFill>
                    </a:rPr>
                    <a:t>logits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975" b="1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</m:oMath>
                  </a14:m>
                  <a:endParaRPr sz="975" b="1" dirty="0">
                    <a:solidFill>
                      <a:srgbClr val="111111"/>
                    </a:solidFill>
                  </a:endParaRPr>
                </a:p>
              </p:txBody>
            </p:sp>
          </mc:Choice>
          <mc:Fallback xmlns="">
            <p:sp>
              <p:nvSpPr>
                <p:cNvPr id="500" name="align final"/>
                <p:cNvSpPr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00" y="7740"/>
                  <a:ext cx="1575" cy="645"/>
                </a:xfrm>
                <a:prstGeom prst="rect">
                  <a:avLst/>
                </a:prstGeom>
                <a:blipFill>
                  <a:blip r:embed="rId8"/>
                  <a:stretch>
                    <a:fillRect b="-1493"/>
                  </a:stretch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1" name="bar-0"/>
            <p:cNvSpPr>
              <a:spLocks noGrp="1"/>
            </p:cNvSpPr>
            <p:nvPr/>
          </p:nvSpPr>
          <p:spPr>
            <a:xfrm>
              <a:off x="11460" y="8543"/>
              <a:ext cx="135" cy="338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" name="bar-1"/>
            <p:cNvSpPr>
              <a:spLocks noGrp="1"/>
            </p:cNvSpPr>
            <p:nvPr/>
          </p:nvSpPr>
          <p:spPr>
            <a:xfrm>
              <a:off x="11865" y="8498"/>
              <a:ext cx="135" cy="383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3" name="bar-2"/>
            <p:cNvSpPr>
              <a:spLocks noGrp="1"/>
            </p:cNvSpPr>
            <p:nvPr/>
          </p:nvSpPr>
          <p:spPr>
            <a:xfrm>
              <a:off x="12270" y="8520"/>
              <a:ext cx="135" cy="360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4" name="tst dots bottom"/>
            <p:cNvSpPr>
              <a:spLocks noGrp="1"/>
            </p:cNvSpPr>
            <p:nvPr/>
          </p:nvSpPr>
          <p:spPr>
            <a:xfrm>
              <a:off x="12434" y="8494"/>
              <a:ext cx="450" cy="3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1111"/>
                  </a:solidFill>
                </a:defRPr>
              </a:pPr>
              <a:r>
                <a:rPr sz="1350" b="1" dirty="0">
                  <a:solidFill>
                    <a:srgbClr val="111111"/>
                  </a:solidFill>
                </a:rPr>
                <a:t>⋯</a:t>
              </a:r>
            </a:p>
          </p:txBody>
        </p:sp>
        <p:sp>
          <p:nvSpPr>
            <p:cNvPr id="505" name="bar-0"/>
            <p:cNvSpPr>
              <a:spLocks noGrp="1"/>
            </p:cNvSpPr>
            <p:nvPr/>
          </p:nvSpPr>
          <p:spPr>
            <a:xfrm>
              <a:off x="12870" y="8493"/>
              <a:ext cx="135" cy="38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6" name="bar-0"/>
            <p:cNvSpPr>
              <a:spLocks noGrp="1"/>
            </p:cNvSpPr>
            <p:nvPr/>
          </p:nvSpPr>
          <p:spPr>
            <a:xfrm>
              <a:off x="14340" y="8493"/>
              <a:ext cx="135" cy="387"/>
            </a:xfrm>
            <a:prstGeom prst="rect">
              <a:avLst/>
            </a:prstGeom>
            <a:solidFill>
              <a:srgbClr val="55A83C"/>
            </a:solidFill>
            <a:ln w="9525">
              <a:solidFill>
                <a:srgbClr val="55A83C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7" name="anchor"/>
            <p:cNvSpPr>
              <a:spLocks noGrp="1"/>
            </p:cNvSpPr>
            <p:nvPr/>
          </p:nvSpPr>
          <p:spPr>
            <a:xfrm>
              <a:off x="11355" y="90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8" name="anchor"/>
            <p:cNvSpPr>
              <a:spLocks noGrp="1"/>
            </p:cNvSpPr>
            <p:nvPr/>
          </p:nvSpPr>
          <p:spPr>
            <a:xfrm>
              <a:off x="14715" y="907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160" name="直接箭头连接符 1159"/>
            <p:cNvCxnSpPr>
              <a:stCxn id="507" idx="6"/>
              <a:endCxn id="508" idx="2"/>
            </p:cNvCxnSpPr>
            <p:nvPr/>
          </p:nvCxnSpPr>
          <p:spPr>
            <a:xfrm>
              <a:off x="11385" y="9090"/>
              <a:ext cx="3330" cy="0"/>
            </a:xfrm>
            <a:prstGeom prst="straightConnector1">
              <a:avLst/>
            </a:prstGeom>
            <a:ln w="9525">
              <a:solidFill>
                <a:srgbClr val="7A35CC"/>
              </a:solidFill>
              <a:prstDash val="dash"/>
            </a:ln>
          </p:spPr>
        </p:cxnSp>
      </p:grpSp>
      <p:sp>
        <p:nvSpPr>
          <p:cNvPr id="510" name="tst footer"/>
          <p:cNvSpPr>
            <a:spLocks noGrp="1"/>
          </p:cNvSpPr>
          <p:nvPr/>
        </p:nvSpPr>
        <p:spPr>
          <a:xfrm>
            <a:off x="7477559" y="5470525"/>
            <a:ext cx="1803601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 dirty="0">
                <a:solidFill>
                  <a:srgbClr val="111111"/>
                </a:solidFill>
              </a:rPr>
              <a:t>step-wise + final</a:t>
            </a:r>
          </a:p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 dirty="0">
                <a:solidFill>
                  <a:srgbClr val="111111"/>
                </a:solidFill>
              </a:rPr>
              <a:t>distribution alignment</a:t>
            </a:r>
          </a:p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 dirty="0">
                <a:solidFill>
                  <a:srgbClr val="111111"/>
                </a:solidFill>
              </a:rPr>
              <a:t>adaptive temperature via</a:t>
            </a:r>
          </a:p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 dirty="0">
                <a:solidFill>
                  <a:srgbClr val="111111"/>
                </a:solidFill>
              </a:rPr>
              <a:t>Z-score normalization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student-zst"/>
              <p:cNvSpPr>
                <a:spLocks noGrp="1"/>
              </p:cNvSpPr>
              <p:nvPr/>
            </p:nvSpPr>
            <p:spPr>
              <a:xfrm>
                <a:off x="8618220" y="6953250"/>
                <a:ext cx="428625" cy="2857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5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sz="1500" i="1" dirty="0">
                  <a:solidFill>
                    <a:srgbClr val="111111"/>
                  </a:solidFill>
                </a:endParaRPr>
              </a:p>
            </p:txBody>
          </p:sp>
        </mc:Choice>
        <mc:Fallback xmlns="">
          <p:sp>
            <p:nvSpPr>
              <p:cNvPr id="511" name="student-z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220" y="6953250"/>
                <a:ext cx="428625" cy="285750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" name="bar-0"/>
          <p:cNvSpPr>
            <a:spLocks noGrp="1"/>
          </p:cNvSpPr>
          <p:nvPr/>
        </p:nvSpPr>
        <p:spPr>
          <a:xfrm>
            <a:off x="8524875" y="7326630"/>
            <a:ext cx="95250" cy="236220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3" name="bar-1"/>
          <p:cNvSpPr>
            <a:spLocks noGrp="1"/>
          </p:cNvSpPr>
          <p:nvPr/>
        </p:nvSpPr>
        <p:spPr>
          <a:xfrm>
            <a:off x="8734425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4" name="bar-2"/>
          <p:cNvSpPr>
            <a:spLocks noGrp="1"/>
          </p:cNvSpPr>
          <p:nvPr/>
        </p:nvSpPr>
        <p:spPr>
          <a:xfrm>
            <a:off x="8943975" y="7338441"/>
            <a:ext cx="95250" cy="22440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5" name="per-step"/>
          <p:cNvSpPr>
            <a:spLocks noGrp="1"/>
          </p:cNvSpPr>
          <p:nvPr/>
        </p:nvSpPr>
        <p:spPr>
          <a:xfrm>
            <a:off x="9124950" y="72961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⋯</a:t>
            </a:r>
          </a:p>
        </p:txBody>
      </p:sp>
      <p:sp>
        <p:nvSpPr>
          <p:cNvPr id="516" name="bar-0"/>
          <p:cNvSpPr>
            <a:spLocks noGrp="1"/>
          </p:cNvSpPr>
          <p:nvPr/>
        </p:nvSpPr>
        <p:spPr>
          <a:xfrm>
            <a:off x="9525000" y="7341394"/>
            <a:ext cx="95250" cy="221456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7" name="bar-1"/>
          <p:cNvSpPr>
            <a:spLocks noGrp="1"/>
          </p:cNvSpPr>
          <p:nvPr/>
        </p:nvSpPr>
        <p:spPr>
          <a:xfrm>
            <a:off x="9791700" y="7350252"/>
            <a:ext cx="95250" cy="212598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8" name="per-label"/>
          <p:cNvSpPr>
            <a:spLocks noGrp="1"/>
          </p:cNvSpPr>
          <p:nvPr/>
        </p:nvSpPr>
        <p:spPr>
          <a:xfrm>
            <a:off x="8639175" y="77343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(per time step)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9" name="student-zs"/>
              <p:cNvSpPr>
                <a:spLocks noGrp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500" b="1">
                    <a:solidFill>
                      <a:srgbClr val="111111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50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500" b="0" i="1" smtClean="0">
                              <a:solidFill>
                                <a:srgbClr val="11111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sz="1500" dirty="0">
                  <a:solidFill>
                    <a:srgbClr val="111111"/>
                  </a:solidFill>
                </a:endParaRPr>
              </a:p>
            </p:txBody>
          </p:sp>
        </mc:Choice>
        <mc:Fallback xmlns="">
          <p:sp>
            <p:nvSpPr>
              <p:cNvPr id="519" name="student-z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612" y="8122920"/>
                <a:ext cx="428625" cy="266700"/>
              </a:xfrm>
              <a:prstGeom prst="rect">
                <a:avLst/>
              </a:prstGeom>
              <a:blipFill rotWithShape="1">
                <a:blip r:embed="rId10"/>
                <a:stretch>
                  <a:fillRect l="-74" r="74" b="-285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0" name="bar-0"/>
          <p:cNvSpPr>
            <a:spLocks noGrp="1"/>
          </p:cNvSpPr>
          <p:nvPr/>
        </p:nvSpPr>
        <p:spPr>
          <a:xfrm>
            <a:off x="8858250" y="8449151"/>
            <a:ext cx="95250" cy="370999"/>
          </a:xfrm>
          <a:prstGeom prst="rect">
            <a:avLst/>
          </a:prstGeom>
          <a:solidFill>
            <a:srgbClr val="55A83C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1" name="final-label"/>
          <p:cNvSpPr>
            <a:spLocks noGrp="1"/>
          </p:cNvSpPr>
          <p:nvPr/>
        </p:nvSpPr>
        <p:spPr>
          <a:xfrm>
            <a:off x="8562975" y="8839200"/>
            <a:ext cx="914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111111"/>
                </a:solidFill>
              </a:defRPr>
            </a:pPr>
            <a:r>
              <a:rPr sz="1125" b="1" i="1" dirty="0">
                <a:solidFill>
                  <a:srgbClr val="111111"/>
                </a:solidFill>
              </a:rPr>
              <a:t>C </a:t>
            </a:r>
            <a:r>
              <a:rPr sz="1125" b="0" dirty="0">
                <a:solidFill>
                  <a:srgbClr val="111111"/>
                </a:solidFill>
              </a:rPr>
              <a:t>classes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10478135" y="4051935"/>
            <a:ext cx="1657350" cy="1075690"/>
            <a:chOff x="16440" y="7260"/>
            <a:chExt cx="2610" cy="1694"/>
          </a:xfrm>
        </p:grpSpPr>
        <p:sp>
          <p:nvSpPr>
            <p:cNvPr id="522" name="loss"/>
            <p:cNvSpPr>
              <a:spLocks noGrp="1"/>
            </p:cNvSpPr>
            <p:nvPr/>
          </p:nvSpPr>
          <p:spPr>
            <a:xfrm>
              <a:off x="16440" y="7260"/>
              <a:ext cx="2610" cy="1695"/>
            </a:xfrm>
            <a:prstGeom prst="roundRect">
              <a:avLst>
                <a:gd name="adj" fmla="val 8850"/>
              </a:avLst>
            </a:prstGeom>
            <a:solidFill>
              <a:srgbClr val="FFF6F6"/>
            </a:solidFill>
            <a:ln w="14288">
              <a:solidFill>
                <a:srgbClr val="E600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3" name="loss equation"/>
                <p:cNvSpPr>
                  <a:spLocks noGrp="1"/>
                </p:cNvSpPr>
                <p:nvPr/>
              </p:nvSpPr>
              <p:spPr>
                <a:xfrm>
                  <a:off x="16634" y="7524"/>
                  <a:ext cx="2340" cy="825"/>
                </a:xfrm>
                <a:prstGeom prst="rect">
                  <a:avLst/>
                </a:prstGeom>
                <a:noFill/>
                <a:ln w="0">
                  <a:noFill/>
                  <a:prstDash val="solid"/>
                </a:ln>
              </p:spPr>
              <p:txBody>
                <a:bodyPr/>
                <a:lstStyle/>
                <a:p>
                  <a:pPr algn="ctr">
                    <a:defRPr sz="1350" b="0">
                      <a:solidFill>
                        <a:srgbClr val="111111"/>
                      </a:solidFill>
                    </a:defRPr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350" b="1" i="1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𝒕𝒐𝒕𝒂</m:t>
                            </m:r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  <m:r>
                          <a:rPr lang="en-US" altLang="zh-CN" sz="1350" b="1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𝑪𝑬</m:t>
                            </m:r>
                          </m:sub>
                        </m:sSub>
                        <m:r>
                          <a:rPr lang="en-US" altLang="zh-CN" sz="1350" b="1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b>
                        </m:sSub>
                        <m:r>
                          <a:rPr lang="en-US" altLang="zh-CN" sz="1350" b="1" i="1" smtClean="0">
                            <a:solidFill>
                              <a:srgbClr val="11111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350" b="1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350" b="1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1350" b="1" i="1" smtClean="0">
                                    <a:solidFill>
                                      <a:srgbClr val="111111"/>
                                    </a:solidFill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𝑻𝑺</m:t>
                            </m:r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350" b="1" i="1" smtClean="0">
                                <a:solidFill>
                                  <a:srgbClr val="11111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</m:oMath>
                    </m:oMathPara>
                  </a14:m>
                  <a:endParaRPr sz="1350" b="1" i="1" dirty="0">
                    <a:solidFill>
                      <a:srgbClr val="111111"/>
                    </a:solidFill>
                  </a:endParaRPr>
                </a:p>
              </p:txBody>
            </p:sp>
          </mc:Choice>
          <mc:Fallback xmlns="">
            <p:sp>
              <p:nvSpPr>
                <p:cNvPr id="523" name="loss equation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34" y="7524"/>
                  <a:ext cx="2340" cy="825"/>
                </a:xfrm>
                <a:prstGeom prst="rect">
                  <a:avLst/>
                </a:prstGeom>
                <a:blipFill rotWithShape="1">
                  <a:blip r:embed="rId11"/>
                </a:blipFill>
                <a:ln w="0">
                  <a:noFill/>
                  <a:prstDash val="solid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4" name="anchor"/>
          <p:cNvSpPr>
            <a:spLocks noGrp="1"/>
          </p:cNvSpPr>
          <p:nvPr/>
        </p:nvSpPr>
        <p:spPr>
          <a:xfrm>
            <a:off x="9658350" y="4000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5" name="anchor"/>
          <p:cNvSpPr>
            <a:spLocks noGrp="1"/>
          </p:cNvSpPr>
          <p:nvPr/>
        </p:nvSpPr>
        <p:spPr>
          <a:xfrm>
            <a:off x="11277600" y="4600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7" name="anchor"/>
          <p:cNvSpPr>
            <a:spLocks noGrp="1"/>
          </p:cNvSpPr>
          <p:nvPr/>
        </p:nvSpPr>
        <p:spPr>
          <a:xfrm>
            <a:off x="9363075" y="8277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8" name="anchor"/>
          <p:cNvSpPr>
            <a:spLocks noGrp="1"/>
          </p:cNvSpPr>
          <p:nvPr/>
        </p:nvSpPr>
        <p:spPr>
          <a:xfrm>
            <a:off x="11268075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80" name="连接符: 肘形 1179"/>
          <p:cNvCxnSpPr/>
          <p:nvPr/>
        </p:nvCxnSpPr>
        <p:spPr>
          <a:xfrm rot="16200000">
            <a:off x="9409430" y="5877560"/>
            <a:ext cx="2339340" cy="845820"/>
          </a:xfrm>
          <a:prstGeom prst="bentConnector3">
            <a:avLst>
              <a:gd name="adj1" fmla="val -515"/>
            </a:avLst>
          </a:prstGeom>
          <a:ln w="2540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30" name="anchor"/>
          <p:cNvSpPr>
            <a:spLocks noGrp="1"/>
          </p:cNvSpPr>
          <p:nvPr/>
        </p:nvSpPr>
        <p:spPr>
          <a:xfrm>
            <a:off x="8886825" y="87915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1" name="anchor"/>
          <p:cNvSpPr>
            <a:spLocks noGrp="1"/>
          </p:cNvSpPr>
          <p:nvPr/>
        </p:nvSpPr>
        <p:spPr>
          <a:xfrm>
            <a:off x="11830050" y="56864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83" name="连接符: 肘形 1182"/>
          <p:cNvCxnSpPr/>
          <p:nvPr/>
        </p:nvCxnSpPr>
        <p:spPr>
          <a:xfrm rot="16200000">
            <a:off x="8659495" y="5725160"/>
            <a:ext cx="3435985" cy="2329815"/>
          </a:xfrm>
          <a:prstGeom prst="bentConnector3">
            <a:avLst>
              <a:gd name="adj1" fmla="val 92"/>
            </a:avLst>
          </a:prstGeom>
          <a:ln w="25400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533" name="anchor"/>
          <p:cNvSpPr>
            <a:spLocks noGrp="1"/>
          </p:cNvSpPr>
          <p:nvPr/>
        </p:nvSpPr>
        <p:spPr>
          <a:xfrm>
            <a:off x="12087225" y="51720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186" name="直接箭头连接符 1185"/>
          <p:cNvCxnSpPr/>
          <p:nvPr/>
        </p:nvCxnSpPr>
        <p:spPr>
          <a:xfrm flipH="1" flipV="1">
            <a:off x="11607800" y="3102610"/>
            <a:ext cx="2540" cy="910590"/>
          </a:xfrm>
          <a:prstGeom prst="straightConnector1">
            <a:avLst/>
          </a:prstGeom>
          <a:ln w="3810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89" name="Legend"/>
          <p:cNvSpPr>
            <a:spLocks noGrp="1"/>
          </p:cNvSpPr>
          <p:nvPr/>
        </p:nvSpPr>
        <p:spPr>
          <a:xfrm>
            <a:off x="11679555" y="6943725"/>
            <a:ext cx="2447291" cy="1771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0" name="anchor"/>
          <p:cNvSpPr>
            <a:spLocks noGrp="1"/>
          </p:cNvSpPr>
          <p:nvPr/>
        </p:nvSpPr>
        <p:spPr>
          <a:xfrm>
            <a:off x="157162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1" name="anchor"/>
          <p:cNvSpPr>
            <a:spLocks noGrp="1"/>
          </p:cNvSpPr>
          <p:nvPr/>
        </p:nvSpPr>
        <p:spPr>
          <a:xfrm>
            <a:off x="2238375" y="10858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3" name="anchor"/>
          <p:cNvSpPr>
            <a:spLocks noGrp="1"/>
          </p:cNvSpPr>
          <p:nvPr/>
        </p:nvSpPr>
        <p:spPr>
          <a:xfrm>
            <a:off x="1485900" y="47148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" name="anchor"/>
          <p:cNvSpPr>
            <a:spLocks noGrp="1"/>
          </p:cNvSpPr>
          <p:nvPr/>
        </p:nvSpPr>
        <p:spPr>
          <a:xfrm>
            <a:off x="1885950" y="47148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" name="anchor"/>
          <p:cNvSpPr>
            <a:spLocks noGrp="1"/>
          </p:cNvSpPr>
          <p:nvPr/>
        </p:nvSpPr>
        <p:spPr>
          <a:xfrm>
            <a:off x="1485900" y="50863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" name="anchor"/>
          <p:cNvSpPr>
            <a:spLocks noGrp="1"/>
          </p:cNvSpPr>
          <p:nvPr/>
        </p:nvSpPr>
        <p:spPr>
          <a:xfrm>
            <a:off x="1885950" y="77628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9" name="anchor"/>
          <p:cNvSpPr>
            <a:spLocks noGrp="1"/>
          </p:cNvSpPr>
          <p:nvPr/>
        </p:nvSpPr>
        <p:spPr>
          <a:xfrm>
            <a:off x="4371975" y="2619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0" name="anchor"/>
          <p:cNvSpPr>
            <a:spLocks noGrp="1"/>
          </p:cNvSpPr>
          <p:nvPr/>
        </p:nvSpPr>
        <p:spPr>
          <a:xfrm>
            <a:off x="4371975" y="29432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72" name="直接箭头连接符 1271"/>
          <p:cNvCxnSpPr>
            <a:stCxn id="619" idx="4"/>
            <a:endCxn id="620" idx="0"/>
          </p:cNvCxnSpPr>
          <p:nvPr/>
        </p:nvCxnSpPr>
        <p:spPr>
          <a:xfrm>
            <a:off x="4381500" y="2638425"/>
            <a:ext cx="0" cy="304800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2" name="anchor"/>
          <p:cNvSpPr>
            <a:spLocks noGrp="1"/>
          </p:cNvSpPr>
          <p:nvPr/>
        </p:nvSpPr>
        <p:spPr>
          <a:xfrm>
            <a:off x="4371975" y="6334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3" name="anchor"/>
          <p:cNvSpPr>
            <a:spLocks noGrp="1"/>
          </p:cNvSpPr>
          <p:nvPr/>
        </p:nvSpPr>
        <p:spPr>
          <a:xfrm>
            <a:off x="4371975" y="6734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75" name="直接箭头连接符 1274"/>
          <p:cNvCxnSpPr>
            <a:stCxn id="622" idx="4"/>
            <a:endCxn id="623" idx="0"/>
          </p:cNvCxnSpPr>
          <p:nvPr/>
        </p:nvCxnSpPr>
        <p:spPr>
          <a:xfrm>
            <a:off x="4381500" y="6353175"/>
            <a:ext cx="0" cy="381000"/>
          </a:xfrm>
          <a:prstGeom prst="straightConnector1">
            <a:avLst/>
          </a:prstGeom>
          <a:ln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6" name="anchor"/>
          <p:cNvSpPr>
            <a:spLocks noGrp="1"/>
          </p:cNvSpPr>
          <p:nvPr/>
        </p:nvSpPr>
        <p:spPr>
          <a:xfrm>
            <a:off x="7058025" y="46863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78" name="直接箭头连接符 1277"/>
          <p:cNvCxnSpPr>
            <a:endCxn id="626" idx="2"/>
          </p:cNvCxnSpPr>
          <p:nvPr/>
        </p:nvCxnSpPr>
        <p:spPr>
          <a:xfrm flipV="1">
            <a:off x="6675120" y="4695825"/>
            <a:ext cx="382905" cy="0"/>
          </a:xfrm>
          <a:prstGeom prst="straightConnector1">
            <a:avLst/>
          </a:prstGeom>
          <a:ln w="20955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8" name="anchor"/>
          <p:cNvSpPr>
            <a:spLocks noGrp="1"/>
          </p:cNvSpPr>
          <p:nvPr/>
        </p:nvSpPr>
        <p:spPr>
          <a:xfrm>
            <a:off x="8362950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9" name="anchor"/>
          <p:cNvSpPr>
            <a:spLocks noGrp="1"/>
          </p:cNvSpPr>
          <p:nvPr/>
        </p:nvSpPr>
        <p:spPr>
          <a:xfrm>
            <a:off x="8362950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81" name="直接箭头连接符 1280"/>
          <p:cNvCxnSpPr>
            <a:stCxn id="628" idx="4"/>
            <a:endCxn id="629" idx="0"/>
          </p:cNvCxnSpPr>
          <p:nvPr/>
        </p:nvCxnSpPr>
        <p:spPr>
          <a:xfrm>
            <a:off x="8372475" y="2162175"/>
            <a:ext cx="0" cy="628650"/>
          </a:xfrm>
          <a:prstGeom prst="straightConnector1">
            <a:avLst/>
          </a:prstGeom>
          <a:ln w="17145">
            <a:solidFill>
              <a:srgbClr val="7A35CC"/>
            </a:solidFill>
            <a:prstDash val="dash"/>
            <a:tailEnd type="triangle" w="med" len="med"/>
          </a:ln>
        </p:spPr>
      </p:cxnSp>
      <p:sp>
        <p:nvSpPr>
          <p:cNvPr id="631" name="anchor"/>
          <p:cNvSpPr>
            <a:spLocks noGrp="1"/>
          </p:cNvSpPr>
          <p:nvPr/>
        </p:nvSpPr>
        <p:spPr>
          <a:xfrm>
            <a:off x="8639175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2" name="anchor"/>
          <p:cNvSpPr>
            <a:spLocks noGrp="1"/>
          </p:cNvSpPr>
          <p:nvPr/>
        </p:nvSpPr>
        <p:spPr>
          <a:xfrm>
            <a:off x="8639175" y="27908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4" name="anchor"/>
          <p:cNvSpPr>
            <a:spLocks noGrp="1"/>
          </p:cNvSpPr>
          <p:nvPr/>
        </p:nvSpPr>
        <p:spPr>
          <a:xfrm>
            <a:off x="8905875" y="120015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5" name="anchor"/>
          <p:cNvSpPr>
            <a:spLocks noGrp="1"/>
          </p:cNvSpPr>
          <p:nvPr/>
        </p:nvSpPr>
        <p:spPr>
          <a:xfrm>
            <a:off x="10077450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87" name="连接符: 肘形 1286"/>
          <p:cNvCxnSpPr/>
          <p:nvPr/>
        </p:nvCxnSpPr>
        <p:spPr>
          <a:xfrm rot="16200000" flipH="1">
            <a:off x="8178232" y="1929832"/>
            <a:ext cx="1597910" cy="211705"/>
          </a:xfrm>
          <a:prstGeom prst="bentConnector3">
            <a:avLst>
              <a:gd name="adj1" fmla="val 405"/>
            </a:avLst>
          </a:prstGeom>
          <a:ln w="17145">
            <a:solidFill>
              <a:srgbClr val="7A35CC"/>
            </a:solidFill>
            <a:prstDash val="dash"/>
            <a:tailEnd type="triangle" w="med" len="med"/>
          </a:ln>
        </p:spPr>
      </p:cxnSp>
      <p:sp>
        <p:nvSpPr>
          <p:cNvPr id="637" name="anchor"/>
          <p:cNvSpPr>
            <a:spLocks noGrp="1"/>
          </p:cNvSpPr>
          <p:nvPr/>
        </p:nvSpPr>
        <p:spPr>
          <a:xfrm>
            <a:off x="10077450" y="21431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8" name="anchor"/>
          <p:cNvSpPr>
            <a:spLocks noGrp="1"/>
          </p:cNvSpPr>
          <p:nvPr/>
        </p:nvSpPr>
        <p:spPr>
          <a:xfrm>
            <a:off x="9648825" y="60960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0" name="anchor"/>
          <p:cNvSpPr>
            <a:spLocks noGrp="1"/>
          </p:cNvSpPr>
          <p:nvPr/>
        </p:nvSpPr>
        <p:spPr>
          <a:xfrm>
            <a:off x="9896475" y="74199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1" name="anchor"/>
          <p:cNvSpPr>
            <a:spLocks noGrp="1"/>
          </p:cNvSpPr>
          <p:nvPr/>
        </p:nvSpPr>
        <p:spPr>
          <a:xfrm>
            <a:off x="92487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3" name="anchor"/>
          <p:cNvSpPr>
            <a:spLocks noGrp="1"/>
          </p:cNvSpPr>
          <p:nvPr/>
        </p:nvSpPr>
        <p:spPr>
          <a:xfrm>
            <a:off x="9163050" y="869632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4" name="anchor"/>
          <p:cNvSpPr>
            <a:spLocks noGrp="1"/>
          </p:cNvSpPr>
          <p:nvPr/>
        </p:nvSpPr>
        <p:spPr>
          <a:xfrm>
            <a:off x="9210675" y="66675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6" name="anchor"/>
          <p:cNvSpPr>
            <a:spLocks noGrp="1"/>
          </p:cNvSpPr>
          <p:nvPr/>
        </p:nvSpPr>
        <p:spPr>
          <a:xfrm>
            <a:off x="7981950" y="7772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7" name="anchor"/>
          <p:cNvSpPr>
            <a:spLocks noGrp="1"/>
          </p:cNvSpPr>
          <p:nvPr/>
        </p:nvSpPr>
        <p:spPr>
          <a:xfrm>
            <a:off x="8334375" y="7772400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299" name="直接箭头连接符 1298"/>
          <p:cNvCxnSpPr>
            <a:stCxn id="646" idx="6"/>
            <a:endCxn id="647" idx="2"/>
          </p:cNvCxnSpPr>
          <p:nvPr/>
        </p:nvCxnSpPr>
        <p:spPr>
          <a:xfrm>
            <a:off x="8001000" y="7781925"/>
            <a:ext cx="333375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49" name="anchor"/>
          <p:cNvSpPr>
            <a:spLocks noGrp="1"/>
          </p:cNvSpPr>
          <p:nvPr/>
        </p:nvSpPr>
        <p:spPr>
          <a:xfrm>
            <a:off x="7981950" y="8258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0" name="anchor"/>
          <p:cNvSpPr>
            <a:spLocks noGrp="1"/>
          </p:cNvSpPr>
          <p:nvPr/>
        </p:nvSpPr>
        <p:spPr>
          <a:xfrm>
            <a:off x="8515350" y="82581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1302" name="直接箭头连接符 1301"/>
          <p:cNvCxnSpPr>
            <a:stCxn id="649" idx="6"/>
            <a:endCxn id="650" idx="2"/>
          </p:cNvCxnSpPr>
          <p:nvPr/>
        </p:nvCxnSpPr>
        <p:spPr>
          <a:xfrm>
            <a:off x="8001000" y="8267700"/>
            <a:ext cx="514350" cy="0"/>
          </a:xfrm>
          <a:prstGeom prst="straightConnector1">
            <a:avLst/>
          </a:prstGeom>
          <a:ln w="20955">
            <a:solidFill>
              <a:srgbClr val="111111"/>
            </a:solidFill>
            <a:prstDash val="solid"/>
            <a:tailEnd type="triangle" w="med" len="med"/>
          </a:ln>
        </p:spPr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204" y="760741"/>
            <a:ext cx="492826" cy="492826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18" y="1422888"/>
            <a:ext cx="1047750" cy="69874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00889" y="2224833"/>
            <a:ext cx="890790" cy="677407"/>
          </a:xfrm>
          <a:prstGeom prst="rect">
            <a:avLst/>
          </a:prstGeom>
        </p:spPr>
      </p:pic>
      <p:cxnSp>
        <p:nvCxnSpPr>
          <p:cNvPr id="45" name="直接连接符 44"/>
          <p:cNvCxnSpPr>
            <a:cxnSpLocks/>
            <a:stCxn id="6" idx="3"/>
          </p:cNvCxnSpPr>
          <p:nvPr/>
        </p:nvCxnSpPr>
        <p:spPr>
          <a:xfrm>
            <a:off x="1459865" y="4732491"/>
            <a:ext cx="21526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/>
          <p:cNvCxnSpPr/>
          <p:nvPr/>
        </p:nvCxnSpPr>
        <p:spPr>
          <a:xfrm rot="5400000" flipH="1" flipV="1">
            <a:off x="43052" y="2732296"/>
            <a:ext cx="3851057" cy="58674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/>
          <p:cNvCxnSpPr/>
          <p:nvPr/>
        </p:nvCxnSpPr>
        <p:spPr>
          <a:xfrm rot="16200000" flipH="1">
            <a:off x="488141" y="6133744"/>
            <a:ext cx="2833718" cy="45720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立方体 11"/>
          <p:cNvSpPr/>
          <p:nvPr/>
        </p:nvSpPr>
        <p:spPr>
          <a:xfrm>
            <a:off x="2423160" y="1112520"/>
            <a:ext cx="381000" cy="472440"/>
          </a:xfrm>
          <a:prstGeom prst="cube">
            <a:avLst>
              <a:gd name="adj" fmla="val 60185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立方体 32"/>
          <p:cNvSpPr/>
          <p:nvPr/>
        </p:nvSpPr>
        <p:spPr>
          <a:xfrm>
            <a:off x="2880360" y="1196340"/>
            <a:ext cx="381000" cy="358140"/>
          </a:xfrm>
          <a:prstGeom prst="cube">
            <a:avLst>
              <a:gd name="adj" fmla="val 47419"/>
            </a:avLst>
          </a:prstGeom>
          <a:solidFill>
            <a:srgbClr val="90B4F3"/>
          </a:solidFill>
          <a:ln>
            <a:solidFill>
              <a:srgbClr val="4985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428" y="2124075"/>
            <a:ext cx="425132" cy="425132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11858625" y="7004050"/>
            <a:ext cx="2409825" cy="1587500"/>
            <a:chOff x="18766" y="12979"/>
            <a:chExt cx="3795" cy="2500"/>
          </a:xfrm>
        </p:grpSpPr>
        <p:grpSp>
          <p:nvGrpSpPr>
            <p:cNvPr id="37" name="组合 36"/>
            <p:cNvGrpSpPr/>
            <p:nvPr/>
          </p:nvGrpSpPr>
          <p:grpSpPr>
            <a:xfrm>
              <a:off x="19711" y="13935"/>
              <a:ext cx="2850" cy="735"/>
              <a:chOff x="19711" y="13935"/>
              <a:chExt cx="2850" cy="735"/>
            </a:xfrm>
          </p:grpSpPr>
          <p:sp>
            <p:nvSpPr>
              <p:cNvPr id="597" name="leg2"/>
              <p:cNvSpPr>
                <a:spLocks noGrp="1"/>
              </p:cNvSpPr>
              <p:nvPr/>
            </p:nvSpPr>
            <p:spPr>
              <a:xfrm>
                <a:off x="19711" y="13935"/>
                <a:ext cx="285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975" b="0">
                    <a:solidFill>
                      <a:srgbClr val="111111"/>
                    </a:solidFill>
                  </a:defRPr>
                </a:pPr>
                <a:r>
                  <a:rPr sz="975" b="0">
                    <a:solidFill>
                      <a:srgbClr val="111111"/>
                    </a:solidFill>
                  </a:rPr>
                  <a:t>MemKD (trajectory alignment)</a:t>
                </a:r>
              </a:p>
            </p:txBody>
          </p:sp>
          <p:sp>
            <p:nvSpPr>
              <p:cNvPr id="601" name="leg3"/>
              <p:cNvSpPr>
                <a:spLocks noGrp="1"/>
              </p:cNvSpPr>
              <p:nvPr/>
            </p:nvSpPr>
            <p:spPr>
              <a:xfrm>
                <a:off x="19711" y="14340"/>
                <a:ext cx="285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975" b="0">
                    <a:solidFill>
                      <a:srgbClr val="111111"/>
                    </a:solidFill>
                  </a:defRPr>
                </a:pPr>
                <a:r>
                  <a:rPr sz="975" b="0">
                    <a:solidFill>
                      <a:srgbClr val="111111"/>
                    </a:solidFill>
                  </a:rPr>
                  <a:t>TS-T (temporal separation)</a:t>
                </a: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8766" y="12979"/>
              <a:ext cx="3119" cy="2501"/>
              <a:chOff x="18766" y="12979"/>
              <a:chExt cx="3119" cy="2501"/>
            </a:xfrm>
          </p:grpSpPr>
          <p:sp>
            <p:nvSpPr>
              <p:cNvPr id="590" name="anchor"/>
              <p:cNvSpPr>
                <a:spLocks noGrp="1"/>
              </p:cNvSpPr>
              <p:nvPr/>
            </p:nvSpPr>
            <p:spPr>
              <a:xfrm>
                <a:off x="18766" y="1368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1" name="anchor"/>
              <p:cNvSpPr>
                <a:spLocks noGrp="1"/>
              </p:cNvSpPr>
              <p:nvPr/>
            </p:nvSpPr>
            <p:spPr>
              <a:xfrm>
                <a:off x="19486" y="1368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243" name="直接箭头连接符 1242"/>
              <p:cNvCxnSpPr>
                <a:stCxn id="590" idx="6"/>
                <a:endCxn id="591" idx="2"/>
              </p:cNvCxnSpPr>
              <p:nvPr/>
            </p:nvCxnSpPr>
            <p:spPr>
              <a:xfrm>
                <a:off x="18796" y="13695"/>
                <a:ext cx="690" cy="0"/>
              </a:xfrm>
              <a:prstGeom prst="straightConnector1">
                <a:avLst/>
              </a:prstGeom>
              <a:ln w="18098">
                <a:solidFill>
                  <a:srgbClr val="111111"/>
                </a:solidFill>
                <a:prstDash val="solid"/>
                <a:tailEnd type="triangle" w="med" len="med"/>
              </a:ln>
            </p:spPr>
          </p:cxnSp>
          <p:sp>
            <p:nvSpPr>
              <p:cNvPr id="593" name="leg1"/>
              <p:cNvSpPr>
                <a:spLocks noGrp="1"/>
              </p:cNvSpPr>
              <p:nvPr/>
            </p:nvSpPr>
            <p:spPr>
              <a:xfrm>
                <a:off x="19687" y="13530"/>
                <a:ext cx="180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975" b="0">
                    <a:solidFill>
                      <a:srgbClr val="111111"/>
                    </a:solidFill>
                  </a:defRPr>
                </a:pPr>
                <a:r>
                  <a:rPr sz="975" b="0" dirty="0">
                    <a:solidFill>
                      <a:srgbClr val="111111"/>
                    </a:solidFill>
                  </a:rPr>
                  <a:t>Data flow</a:t>
                </a:r>
              </a:p>
            </p:txBody>
          </p:sp>
          <p:sp>
            <p:nvSpPr>
              <p:cNvPr id="594" name="anchor"/>
              <p:cNvSpPr>
                <a:spLocks noGrp="1"/>
              </p:cNvSpPr>
              <p:nvPr/>
            </p:nvSpPr>
            <p:spPr>
              <a:xfrm>
                <a:off x="18766" y="1408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5" name="anchor"/>
              <p:cNvSpPr>
                <a:spLocks noGrp="1"/>
              </p:cNvSpPr>
              <p:nvPr/>
            </p:nvSpPr>
            <p:spPr>
              <a:xfrm>
                <a:off x="19486" y="1408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247" name="直接箭头连接符 1246"/>
              <p:cNvCxnSpPr>
                <a:stCxn id="594" idx="6"/>
                <a:endCxn id="595" idx="2"/>
              </p:cNvCxnSpPr>
              <p:nvPr/>
            </p:nvCxnSpPr>
            <p:spPr>
              <a:xfrm>
                <a:off x="18796" y="14100"/>
                <a:ext cx="690" cy="0"/>
              </a:xfrm>
              <a:prstGeom prst="straightConnector1">
                <a:avLst/>
              </a:prstGeom>
              <a:ln w="18098">
                <a:solidFill>
                  <a:srgbClr val="FF6A00"/>
                </a:solidFill>
                <a:prstDash val="solid"/>
                <a:tailEnd type="triangle" w="med" len="med"/>
              </a:ln>
            </p:spPr>
          </p:cxnSp>
          <p:sp>
            <p:nvSpPr>
              <p:cNvPr id="598" name="anchor"/>
              <p:cNvSpPr>
                <a:spLocks noGrp="1"/>
              </p:cNvSpPr>
              <p:nvPr/>
            </p:nvSpPr>
            <p:spPr>
              <a:xfrm>
                <a:off x="18766" y="1449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9" name="anchor"/>
              <p:cNvSpPr>
                <a:spLocks noGrp="1"/>
              </p:cNvSpPr>
              <p:nvPr/>
            </p:nvSpPr>
            <p:spPr>
              <a:xfrm>
                <a:off x="19486" y="1449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251" name="直接箭头连接符 1250"/>
              <p:cNvCxnSpPr>
                <a:stCxn id="598" idx="6"/>
                <a:endCxn id="599" idx="2"/>
              </p:cNvCxnSpPr>
              <p:nvPr/>
            </p:nvCxnSpPr>
            <p:spPr>
              <a:xfrm>
                <a:off x="18796" y="14505"/>
                <a:ext cx="690" cy="0"/>
              </a:xfrm>
              <a:prstGeom prst="straightConnector1">
                <a:avLst/>
              </a:prstGeom>
              <a:ln w="18098">
                <a:solidFill>
                  <a:srgbClr val="7A35CC"/>
                </a:solidFill>
                <a:prstDash val="dash"/>
                <a:tailEnd type="triangle" w="med" len="med"/>
              </a:ln>
            </p:spPr>
          </p:cxnSp>
          <p:sp>
            <p:nvSpPr>
              <p:cNvPr id="602" name="anchor"/>
              <p:cNvSpPr>
                <a:spLocks noGrp="1"/>
              </p:cNvSpPr>
              <p:nvPr/>
            </p:nvSpPr>
            <p:spPr>
              <a:xfrm>
                <a:off x="18766" y="148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3" name="anchor"/>
              <p:cNvSpPr>
                <a:spLocks noGrp="1"/>
              </p:cNvSpPr>
              <p:nvPr/>
            </p:nvSpPr>
            <p:spPr>
              <a:xfrm>
                <a:off x="19486" y="148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255" name="直接箭头连接符 1254"/>
              <p:cNvCxnSpPr>
                <a:stCxn id="602" idx="6"/>
                <a:endCxn id="603" idx="2"/>
              </p:cNvCxnSpPr>
              <p:nvPr/>
            </p:nvCxnSpPr>
            <p:spPr>
              <a:xfrm>
                <a:off x="18796" y="14910"/>
                <a:ext cx="690" cy="0"/>
              </a:xfrm>
              <a:prstGeom prst="straightConnector1">
                <a:avLst/>
              </a:prstGeom>
              <a:ln w="18098">
                <a:solidFill>
                  <a:srgbClr val="C00000"/>
                </a:solidFill>
                <a:prstDash val="solid"/>
                <a:tailEnd type="triangle" w="med" len="med"/>
              </a:ln>
            </p:spPr>
          </p:cxnSp>
          <p:sp>
            <p:nvSpPr>
              <p:cNvPr id="605" name="leg4"/>
              <p:cNvSpPr>
                <a:spLocks noGrp="1"/>
              </p:cNvSpPr>
              <p:nvPr/>
            </p:nvSpPr>
            <p:spPr>
              <a:xfrm>
                <a:off x="19711" y="14745"/>
                <a:ext cx="2175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975" b="0">
                    <a:solidFill>
                      <a:srgbClr val="111111"/>
                    </a:solidFill>
                  </a:defRPr>
                </a:pPr>
                <a:r>
                  <a:rPr sz="975" b="0">
                    <a:solidFill>
                      <a:srgbClr val="111111"/>
                    </a:solidFill>
                  </a:rPr>
                  <a:t>Loss supervision</a:t>
                </a:r>
              </a:p>
            </p:txBody>
          </p:sp>
          <p:sp>
            <p:nvSpPr>
              <p:cNvPr id="606" name="anchor"/>
              <p:cNvSpPr>
                <a:spLocks noGrp="1"/>
              </p:cNvSpPr>
              <p:nvPr/>
            </p:nvSpPr>
            <p:spPr>
              <a:xfrm>
                <a:off x="18766" y="1530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7" name="anchor"/>
              <p:cNvSpPr>
                <a:spLocks noGrp="1"/>
              </p:cNvSpPr>
              <p:nvPr/>
            </p:nvSpPr>
            <p:spPr>
              <a:xfrm>
                <a:off x="19486" y="1530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259" name="直接箭头连接符 1258"/>
              <p:cNvCxnSpPr>
                <a:stCxn id="606" idx="6"/>
                <a:endCxn id="607" idx="2"/>
              </p:cNvCxnSpPr>
              <p:nvPr/>
            </p:nvCxnSpPr>
            <p:spPr>
              <a:xfrm>
                <a:off x="18796" y="15315"/>
                <a:ext cx="690" cy="0"/>
              </a:xfrm>
              <a:prstGeom prst="straightConnector1">
                <a:avLst/>
              </a:prstGeom>
              <a:ln w="18098">
                <a:solidFill>
                  <a:srgbClr val="111111"/>
                </a:solidFill>
                <a:prstDash val="solid"/>
                <a:tailEnd type="triangle" w="med" len="med"/>
              </a:ln>
            </p:spPr>
          </p:cxnSp>
          <p:sp>
            <p:nvSpPr>
              <p:cNvPr id="609" name="leg5"/>
              <p:cNvSpPr>
                <a:spLocks noGrp="1"/>
              </p:cNvSpPr>
              <p:nvPr/>
            </p:nvSpPr>
            <p:spPr>
              <a:xfrm>
                <a:off x="19711" y="15150"/>
                <a:ext cx="2175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975" b="0">
                    <a:solidFill>
                      <a:srgbClr val="111111"/>
                    </a:solidFill>
                  </a:defRPr>
                </a:pPr>
                <a:r>
                  <a:rPr sz="975" b="0">
                    <a:solidFill>
                      <a:srgbClr val="111111"/>
                    </a:solidFill>
                  </a:rPr>
                  <a:t>Final prediction</a:t>
                </a:r>
              </a:p>
            </p:txBody>
          </p:sp>
          <p:pic>
            <p:nvPicPr>
              <p:cNvPr id="111" name="图片 110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11" y="12979"/>
                <a:ext cx="469" cy="469"/>
              </a:xfrm>
              <a:prstGeom prst="rect">
                <a:avLst/>
              </a:prstGeom>
            </p:spPr>
          </p:pic>
          <p:sp>
            <p:nvSpPr>
              <p:cNvPr id="114" name="leg1"/>
              <p:cNvSpPr>
                <a:spLocks noGrp="1"/>
              </p:cNvSpPr>
              <p:nvPr/>
            </p:nvSpPr>
            <p:spPr>
              <a:xfrm>
                <a:off x="19651" y="13048"/>
                <a:ext cx="180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l">
                  <a:defRPr sz="975" b="0">
                    <a:solidFill>
                      <a:srgbClr val="111111"/>
                    </a:solidFill>
                  </a:defRPr>
                </a:pPr>
                <a:r>
                  <a:rPr lang="en-US" sz="975" b="0" dirty="0">
                    <a:solidFill>
                      <a:srgbClr val="111111"/>
                    </a:solidFill>
                  </a:rPr>
                  <a:t>F</a:t>
                </a:r>
                <a:r>
                  <a:rPr lang="en-US" altLang="zh-CN" sz="975" b="0" dirty="0">
                    <a:solidFill>
                      <a:srgbClr val="111111"/>
                    </a:solidFill>
                  </a:rPr>
                  <a:t>rozen</a:t>
                </a:r>
                <a:endParaRPr sz="975" b="0" dirty="0">
                  <a:solidFill>
                    <a:srgbClr val="111111"/>
                  </a:solidFill>
                </a:endParaRPr>
              </a:p>
            </p:txBody>
          </p:sp>
        </p:grpSp>
      </p:grpSp>
      <p:cxnSp>
        <p:nvCxnSpPr>
          <p:cNvPr id="120" name="直接连接符 119"/>
          <p:cNvCxnSpPr>
            <a:endCxn id="168" idx="0"/>
          </p:cNvCxnSpPr>
          <p:nvPr/>
        </p:nvCxnSpPr>
        <p:spPr>
          <a:xfrm>
            <a:off x="3967163" y="119634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4320223" y="118110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4675823" y="118364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1" name="组合 140"/>
          <p:cNvGrpSpPr/>
          <p:nvPr/>
        </p:nvGrpSpPr>
        <p:grpSpPr>
          <a:xfrm flipH="1">
            <a:off x="5028950" y="1187835"/>
            <a:ext cx="155190" cy="281805"/>
            <a:chOff x="4683510" y="1187835"/>
            <a:chExt cx="155190" cy="281805"/>
          </a:xfrm>
        </p:grpSpPr>
        <p:cxnSp>
          <p:nvCxnSpPr>
            <p:cNvPr id="144" name="直接箭头连接符 143"/>
            <p:cNvCxnSpPr/>
            <p:nvPr/>
          </p:nvCxnSpPr>
          <p:spPr>
            <a:xfrm>
              <a:off x="4683510" y="1187835"/>
              <a:ext cx="155190" cy="138045"/>
            </a:xfrm>
            <a:prstGeom prst="straightConnector1">
              <a:avLst/>
            </a:prstGeom>
            <a:ln w="11430">
              <a:solidFill>
                <a:srgbClr val="555555"/>
              </a:solidFill>
              <a:prstDash val="solid"/>
            </a:ln>
          </p:spPr>
        </p:cxnSp>
        <p:cxnSp>
          <p:nvCxnSpPr>
            <p:cNvPr id="147" name="直接箭头连接符 146"/>
            <p:cNvCxnSpPr/>
            <p:nvPr/>
          </p:nvCxnSpPr>
          <p:spPr>
            <a:xfrm flipH="1">
              <a:off x="4683510" y="1328420"/>
              <a:ext cx="150110" cy="141220"/>
            </a:xfrm>
            <a:prstGeom prst="straightConnector1">
              <a:avLst/>
            </a:prstGeom>
            <a:ln w="11430">
              <a:solidFill>
                <a:srgbClr val="555555"/>
              </a:solidFill>
              <a:prstDash val="solid"/>
            </a:ln>
          </p:spPr>
        </p:cxnSp>
      </p:grpSp>
      <p:cxnSp>
        <p:nvCxnSpPr>
          <p:cNvPr id="150" name="直接连接符 149"/>
          <p:cNvCxnSpPr/>
          <p:nvPr/>
        </p:nvCxnSpPr>
        <p:spPr>
          <a:xfrm>
            <a:off x="5188903" y="1188720"/>
            <a:ext cx="0" cy="28003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anchor"/>
          <p:cNvSpPr>
            <a:spLocks noGrp="1"/>
          </p:cNvSpPr>
          <p:nvPr/>
        </p:nvSpPr>
        <p:spPr>
          <a:xfrm>
            <a:off x="10017760" y="3000375"/>
            <a:ext cx="19050" cy="1905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6" name="Predicted class panel"/>
          <p:cNvSpPr>
            <a:spLocks noGrp="1"/>
          </p:cNvSpPr>
          <p:nvPr/>
        </p:nvSpPr>
        <p:spPr>
          <a:xfrm>
            <a:off x="9990455" y="196215"/>
            <a:ext cx="3227705" cy="288607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143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7" name="Pred title"/>
          <p:cNvSpPr>
            <a:spLocks noGrp="1"/>
          </p:cNvSpPr>
          <p:nvPr/>
        </p:nvSpPr>
        <p:spPr>
          <a:xfrm>
            <a:off x="10483850" y="266700"/>
            <a:ext cx="224091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 dirty="0">
                <a:solidFill>
                  <a:srgbClr val="111111"/>
                </a:solidFill>
                <a:latin typeface="Comic Sans MS" panose="030F0702030302020204" pitchFamily="66" charset="0"/>
              </a:rPr>
              <a:t>Predicted class</a:t>
            </a:r>
          </a:p>
        </p:txBody>
      </p:sp>
      <p:sp>
        <p:nvSpPr>
          <p:cNvPr id="541" name="class-Passenger ship"/>
          <p:cNvSpPr>
            <a:spLocks noGrp="1"/>
          </p:cNvSpPr>
          <p:nvPr/>
        </p:nvSpPr>
        <p:spPr>
          <a:xfrm>
            <a:off x="10641965" y="7239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11111"/>
                </a:solidFill>
              </a:defRPr>
            </a:pPr>
            <a:r>
              <a:rPr sz="1050" b="0" dirty="0">
                <a:solidFill>
                  <a:srgbClr val="111111"/>
                </a:solidFill>
                <a:latin typeface="Comic Sans MS" panose="030F0702030302020204" pitchFamily="66" charset="0"/>
              </a:rPr>
              <a:t>Passenger ship</a:t>
            </a:r>
          </a:p>
        </p:txBody>
      </p:sp>
      <p:grpSp>
        <p:nvGrpSpPr>
          <p:cNvPr id="68" name="组合 67"/>
          <p:cNvGrpSpPr/>
          <p:nvPr/>
        </p:nvGrpSpPr>
        <p:grpSpPr>
          <a:xfrm>
            <a:off x="11607800" y="1351915"/>
            <a:ext cx="1657350" cy="285750"/>
            <a:chOff x="16091" y="4620"/>
            <a:chExt cx="2610" cy="450"/>
          </a:xfrm>
        </p:grpSpPr>
        <p:sp>
          <p:nvSpPr>
            <p:cNvPr id="556" name="ship-hull"/>
            <p:cNvSpPr>
              <a:spLocks noGrp="1"/>
            </p:cNvSpPr>
            <p:nvPr/>
          </p:nvSpPr>
          <p:spPr>
            <a:xfrm>
              <a:off x="16121" y="4860"/>
              <a:ext cx="630" cy="120"/>
            </a:xfrm>
            <a:prstGeom prst="parallelogram">
              <a:avLst/>
            </a:prstGeom>
            <a:solidFill>
              <a:srgbClr val="111111"/>
            </a:solidFill>
            <a:ln w="13335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7" name="ship-block"/>
            <p:cNvSpPr>
              <a:spLocks noGrp="1"/>
            </p:cNvSpPr>
            <p:nvPr/>
          </p:nvSpPr>
          <p:spPr>
            <a:xfrm>
              <a:off x="16211" y="4680"/>
              <a:ext cx="105" cy="180"/>
            </a:xfrm>
            <a:prstGeom prst="rect">
              <a:avLst/>
            </a:prstGeom>
            <a:solidFill>
              <a:srgbClr val="111111"/>
            </a:solidFill>
            <a:ln w="13335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8" name="ship-block"/>
            <p:cNvSpPr>
              <a:spLocks noGrp="1"/>
            </p:cNvSpPr>
            <p:nvPr/>
          </p:nvSpPr>
          <p:spPr>
            <a:xfrm>
              <a:off x="16331" y="4620"/>
              <a:ext cx="105" cy="240"/>
            </a:xfrm>
            <a:prstGeom prst="rect">
              <a:avLst/>
            </a:prstGeom>
            <a:solidFill>
              <a:srgbClr val="111111"/>
            </a:solidFill>
            <a:ln w="13335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9" name="ship-block"/>
            <p:cNvSpPr>
              <a:spLocks noGrp="1"/>
            </p:cNvSpPr>
            <p:nvPr/>
          </p:nvSpPr>
          <p:spPr>
            <a:xfrm>
              <a:off x="16451" y="4680"/>
              <a:ext cx="105" cy="180"/>
            </a:xfrm>
            <a:prstGeom prst="rect">
              <a:avLst/>
            </a:prstGeom>
            <a:solidFill>
              <a:srgbClr val="111111"/>
            </a:solidFill>
            <a:ln w="13335">
              <a:solidFill>
                <a:srgbClr val="111111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0" name="anchor"/>
            <p:cNvSpPr>
              <a:spLocks noGrp="1"/>
            </p:cNvSpPr>
            <p:nvPr/>
          </p:nvSpPr>
          <p:spPr>
            <a:xfrm>
              <a:off x="16091" y="50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" name="anchor"/>
            <p:cNvSpPr>
              <a:spLocks noGrp="1"/>
            </p:cNvSpPr>
            <p:nvPr/>
          </p:nvSpPr>
          <p:spPr>
            <a:xfrm>
              <a:off x="16736" y="50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13" name="直接箭头连接符 1212"/>
            <p:cNvCxnSpPr>
              <a:stCxn id="560" idx="6"/>
              <a:endCxn id="561" idx="2"/>
            </p:cNvCxnSpPr>
            <p:nvPr/>
          </p:nvCxnSpPr>
          <p:spPr>
            <a:xfrm>
              <a:off x="16121" y="5055"/>
              <a:ext cx="615" cy="0"/>
            </a:xfrm>
            <a:prstGeom prst="straightConnector1">
              <a:avLst/>
            </a:prstGeom>
            <a:ln w="11430">
              <a:solidFill>
                <a:srgbClr val="111111"/>
              </a:solidFill>
              <a:prstDash val="solid"/>
            </a:ln>
          </p:spPr>
        </p:cxnSp>
        <p:sp>
          <p:nvSpPr>
            <p:cNvPr id="563" name="class-Tugboat"/>
            <p:cNvSpPr>
              <a:spLocks noGrp="1"/>
            </p:cNvSpPr>
            <p:nvPr/>
          </p:nvSpPr>
          <p:spPr>
            <a:xfrm>
              <a:off x="16901" y="4620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Tugboat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2230" y="688340"/>
            <a:ext cx="300990" cy="300990"/>
          </a:xfrm>
          <a:prstGeom prst="rect">
            <a:avLst/>
          </a:prstGeom>
        </p:spPr>
      </p:pic>
      <p:grpSp>
        <p:nvGrpSpPr>
          <p:cNvPr id="59" name="组合 58"/>
          <p:cNvGrpSpPr/>
          <p:nvPr/>
        </p:nvGrpSpPr>
        <p:grpSpPr>
          <a:xfrm>
            <a:off x="11679555" y="672465"/>
            <a:ext cx="1657985" cy="347980"/>
            <a:chOff x="16090" y="1956"/>
            <a:chExt cx="2611" cy="548"/>
          </a:xfrm>
        </p:grpSpPr>
        <p:sp>
          <p:nvSpPr>
            <p:cNvPr id="545" name="class-Tanker"/>
            <p:cNvSpPr>
              <a:spLocks noGrp="1"/>
            </p:cNvSpPr>
            <p:nvPr/>
          </p:nvSpPr>
          <p:spPr>
            <a:xfrm>
              <a:off x="16901" y="2010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Tanker</a:t>
              </a: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90" y="1956"/>
              <a:ext cx="551" cy="548"/>
            </a:xfrm>
            <a:prstGeom prst="rect">
              <a:avLst/>
            </a:prstGeom>
          </p:spPr>
        </p:pic>
      </p:grpSp>
      <p:grpSp>
        <p:nvGrpSpPr>
          <p:cNvPr id="65" name="组合 64"/>
          <p:cNvGrpSpPr/>
          <p:nvPr/>
        </p:nvGrpSpPr>
        <p:grpSpPr>
          <a:xfrm>
            <a:off x="10196195" y="1328420"/>
            <a:ext cx="1630680" cy="351155"/>
            <a:chOff x="16133" y="2880"/>
            <a:chExt cx="2568" cy="553"/>
          </a:xfrm>
        </p:grpSpPr>
        <p:sp>
          <p:nvSpPr>
            <p:cNvPr id="551" name="class-Cargo ship"/>
            <p:cNvSpPr>
              <a:spLocks noGrp="1"/>
            </p:cNvSpPr>
            <p:nvPr/>
          </p:nvSpPr>
          <p:spPr>
            <a:xfrm>
              <a:off x="16901" y="2880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Cargo ship</a:t>
              </a:r>
            </a:p>
          </p:txBody>
        </p:sp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33" y="2883"/>
              <a:ext cx="550" cy="550"/>
            </a:xfrm>
            <a:prstGeom prst="rect">
              <a:avLst/>
            </a:prstGeom>
          </p:spPr>
        </p:pic>
      </p:grpSp>
      <p:grpSp>
        <p:nvGrpSpPr>
          <p:cNvPr id="67" name="组合 66"/>
          <p:cNvGrpSpPr/>
          <p:nvPr/>
        </p:nvGrpSpPr>
        <p:grpSpPr>
          <a:xfrm>
            <a:off x="10156190" y="1933575"/>
            <a:ext cx="1764030" cy="388620"/>
            <a:chOff x="15923" y="3674"/>
            <a:chExt cx="2778" cy="612"/>
          </a:xfrm>
        </p:grpSpPr>
        <p:sp>
          <p:nvSpPr>
            <p:cNvPr id="555" name="class-Ro-Ro ship"/>
            <p:cNvSpPr>
              <a:spLocks noGrp="1"/>
            </p:cNvSpPr>
            <p:nvPr/>
          </p:nvSpPr>
          <p:spPr>
            <a:xfrm>
              <a:off x="16901" y="3750"/>
              <a:ext cx="180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Ro-Ro ship</a:t>
              </a: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23" y="3674"/>
              <a:ext cx="916" cy="613"/>
            </a:xfrm>
            <a:prstGeom prst="rect">
              <a:avLst/>
            </a:prstGeom>
          </p:spPr>
        </p:pic>
      </p:grpSp>
      <p:grpSp>
        <p:nvGrpSpPr>
          <p:cNvPr id="73" name="组合 72"/>
          <p:cNvGrpSpPr/>
          <p:nvPr/>
        </p:nvGrpSpPr>
        <p:grpSpPr>
          <a:xfrm>
            <a:off x="11586210" y="1897380"/>
            <a:ext cx="1771650" cy="445770"/>
            <a:chOff x="16057" y="6267"/>
            <a:chExt cx="2790" cy="702"/>
          </a:xfrm>
        </p:grpSpPr>
        <p:sp>
          <p:nvSpPr>
            <p:cNvPr id="588" name="class-Biological sound"/>
            <p:cNvSpPr>
              <a:spLocks noGrp="1"/>
            </p:cNvSpPr>
            <p:nvPr/>
          </p:nvSpPr>
          <p:spPr>
            <a:xfrm>
              <a:off x="16901" y="6360"/>
              <a:ext cx="1946" cy="36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Biological sound</a:t>
              </a:r>
            </a:p>
          </p:txBody>
        </p:sp>
        <p:pic>
          <p:nvPicPr>
            <p:cNvPr id="164" name="图片 163"/>
            <p:cNvPicPr>
              <a:picLocks noChangeAspect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57" y="6267"/>
              <a:ext cx="702" cy="702"/>
            </a:xfrm>
            <a:prstGeom prst="rect">
              <a:avLst/>
            </a:prstGeom>
          </p:spPr>
        </p:pic>
      </p:grpSp>
      <p:cxnSp>
        <p:nvCxnSpPr>
          <p:cNvPr id="183" name="直接连接符 182"/>
          <p:cNvCxnSpPr/>
          <p:nvPr/>
        </p:nvCxnSpPr>
        <p:spPr>
          <a:xfrm flipH="1">
            <a:off x="6677975" y="2176041"/>
            <a:ext cx="1701479" cy="0"/>
          </a:xfrm>
          <a:prstGeom prst="line">
            <a:avLst/>
          </a:prstGeom>
          <a:ln w="17145">
            <a:solidFill>
              <a:srgbClr val="7834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立方体 240"/>
          <p:cNvSpPr/>
          <p:nvPr/>
        </p:nvSpPr>
        <p:spPr>
          <a:xfrm>
            <a:off x="2257063" y="7863840"/>
            <a:ext cx="381000" cy="506730"/>
          </a:xfrm>
          <a:prstGeom prst="cube">
            <a:avLst>
              <a:gd name="adj" fmla="val 60185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4" name="立方体 243"/>
          <p:cNvSpPr/>
          <p:nvPr/>
        </p:nvSpPr>
        <p:spPr>
          <a:xfrm>
            <a:off x="2714263" y="7981950"/>
            <a:ext cx="303257" cy="358140"/>
          </a:xfrm>
          <a:prstGeom prst="cube">
            <a:avLst>
              <a:gd name="adj" fmla="val 47419"/>
            </a:avLst>
          </a:prstGeom>
          <a:solidFill>
            <a:srgbClr val="A4D197"/>
          </a:solidFill>
          <a:ln>
            <a:solidFill>
              <a:srgbClr val="55A8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tr-top"/>
          <p:cNvSpPr>
            <a:spLocks noGrp="1"/>
          </p:cNvSpPr>
          <p:nvPr/>
        </p:nvSpPr>
        <p:spPr>
          <a:xfrm>
            <a:off x="4642485" y="7637145"/>
            <a:ext cx="283845" cy="142875"/>
          </a:xfrm>
          <a:prstGeom prst="rect">
            <a:avLst/>
          </a:prstGeom>
          <a:solidFill>
            <a:srgbClr val="55A83C">
              <a:alpha val="53333"/>
            </a:srgbClr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2" name="tr-top"/>
          <p:cNvSpPr>
            <a:spLocks noGrp="1"/>
          </p:cNvSpPr>
          <p:nvPr/>
        </p:nvSpPr>
        <p:spPr>
          <a:xfrm>
            <a:off x="3691890" y="8046720"/>
            <a:ext cx="283845" cy="142875"/>
          </a:xfrm>
          <a:prstGeom prst="rect">
            <a:avLst/>
          </a:prstGeom>
          <a:solidFill>
            <a:srgbClr val="55A83C">
              <a:alpha val="53333"/>
            </a:srgbClr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5" name="tr-top"/>
          <p:cNvSpPr>
            <a:spLocks noGrp="1"/>
          </p:cNvSpPr>
          <p:nvPr/>
        </p:nvSpPr>
        <p:spPr>
          <a:xfrm>
            <a:off x="4634865" y="8031480"/>
            <a:ext cx="283845" cy="142875"/>
          </a:xfrm>
          <a:prstGeom prst="rect">
            <a:avLst/>
          </a:prstGeom>
          <a:solidFill>
            <a:srgbClr val="55A83C">
              <a:alpha val="53333"/>
            </a:srgbClr>
          </a:solidFill>
          <a:ln w="1333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61" name="直接箭头连接符 260"/>
          <p:cNvCxnSpPr/>
          <p:nvPr/>
        </p:nvCxnSpPr>
        <p:spPr>
          <a:xfrm flipH="1">
            <a:off x="3998595" y="7708900"/>
            <a:ext cx="156210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直接箭头连接符 263"/>
          <p:cNvCxnSpPr/>
          <p:nvPr/>
        </p:nvCxnSpPr>
        <p:spPr>
          <a:xfrm flipH="1">
            <a:off x="4002405" y="8110855"/>
            <a:ext cx="156210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/>
          <p:cNvCxnSpPr/>
          <p:nvPr/>
        </p:nvCxnSpPr>
        <p:spPr>
          <a:xfrm>
            <a:off x="4450080" y="7710805"/>
            <a:ext cx="156210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箭头连接符 269"/>
          <p:cNvCxnSpPr/>
          <p:nvPr/>
        </p:nvCxnSpPr>
        <p:spPr>
          <a:xfrm>
            <a:off x="4438650" y="8112760"/>
            <a:ext cx="156210" cy="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teacher dots"/>
          <p:cNvSpPr>
            <a:spLocks noGrp="1"/>
          </p:cNvSpPr>
          <p:nvPr/>
        </p:nvSpPr>
        <p:spPr>
          <a:xfrm>
            <a:off x="4146550" y="752856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 dirty="0">
                <a:solidFill>
                  <a:srgbClr val="111111"/>
                </a:solidFill>
              </a:rPr>
              <a:t>⋯</a:t>
            </a:r>
          </a:p>
        </p:txBody>
      </p:sp>
      <p:sp>
        <p:nvSpPr>
          <p:cNvPr id="276" name="teacher dots"/>
          <p:cNvSpPr>
            <a:spLocks noGrp="1"/>
          </p:cNvSpPr>
          <p:nvPr/>
        </p:nvSpPr>
        <p:spPr>
          <a:xfrm>
            <a:off x="4126230" y="792480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 dirty="0">
                <a:solidFill>
                  <a:srgbClr val="111111"/>
                </a:solidFill>
              </a:rPr>
              <a:t>⋯</a:t>
            </a:r>
          </a:p>
        </p:txBody>
      </p:sp>
      <p:sp>
        <p:nvSpPr>
          <p:cNvPr id="6" name="waveform image frame"/>
          <p:cNvSpPr>
            <a:spLocks noGrp="1"/>
          </p:cNvSpPr>
          <p:nvPr/>
        </p:nvSpPr>
        <p:spPr>
          <a:xfrm>
            <a:off x="145415" y="3994303"/>
            <a:ext cx="1314450" cy="1476375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3335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5" name="图片 35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7383" y="4277440"/>
            <a:ext cx="928767" cy="929151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2114550" y="3455035"/>
            <a:ext cx="4525010" cy="2193290"/>
            <a:chOff x="3630" y="5430"/>
            <a:chExt cx="7126" cy="3454"/>
          </a:xfrm>
        </p:grpSpPr>
        <p:sp>
          <p:nvSpPr>
            <p:cNvPr id="234" name="anchor"/>
            <p:cNvSpPr>
              <a:spLocks noGrp="1"/>
            </p:cNvSpPr>
            <p:nvPr/>
          </p:nvSpPr>
          <p:spPr>
            <a:xfrm>
              <a:off x="6900" y="571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887" name="直接箭头连接符 886"/>
            <p:cNvCxnSpPr/>
            <p:nvPr/>
          </p:nvCxnSpPr>
          <p:spPr>
            <a:xfrm>
              <a:off x="7133" y="5430"/>
              <a:ext cx="0" cy="3390"/>
            </a:xfrm>
            <a:prstGeom prst="straightConnector1">
              <a:avLst/>
            </a:prstGeom>
            <a:ln w="9525">
              <a:solidFill>
                <a:srgbClr val="FF6A00"/>
              </a:solidFill>
              <a:prstDash val="dash"/>
            </a:ln>
          </p:spPr>
        </p:cxnSp>
        <p:sp>
          <p:nvSpPr>
            <p:cNvPr id="238" name="mini-title-(a)"/>
            <p:cNvSpPr>
              <a:spLocks noGrp="1"/>
            </p:cNvSpPr>
            <p:nvPr/>
          </p:nvSpPr>
          <p:spPr>
            <a:xfrm>
              <a:off x="3825" y="5700"/>
              <a:ext cx="2910" cy="8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125" b="1">
                  <a:solidFill>
                    <a:srgbClr val="111111"/>
                  </a:solidFill>
                </a:defRPr>
              </a:pPr>
              <a:r>
                <a:rPr sz="1125" b="1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(a) Short-term memory</a:t>
              </a:r>
            </a:p>
            <a:p>
              <a:pPr algn="ctr">
                <a:defRPr sz="1125" b="1">
                  <a:solidFill>
                    <a:srgbClr val="111111"/>
                  </a:solidFill>
                </a:defRPr>
              </a:pPr>
              <a:r>
                <a:rPr sz="1125" b="1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discrepancy (z = 1)</a:t>
              </a:r>
            </a:p>
          </p:txBody>
        </p:sp>
        <p:sp>
          <p:nvSpPr>
            <p:cNvPr id="317" name="mini-title-(b)"/>
            <p:cNvSpPr>
              <a:spLocks noGrp="1"/>
            </p:cNvSpPr>
            <p:nvPr/>
          </p:nvSpPr>
          <p:spPr>
            <a:xfrm>
              <a:off x="7274" y="5449"/>
              <a:ext cx="3121" cy="8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125" b="1">
                  <a:solidFill>
                    <a:srgbClr val="111111"/>
                  </a:solidFill>
                </a:defRPr>
              </a:pPr>
              <a:r>
                <a:rPr sz="1125" b="1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(b) Long-term memory</a:t>
              </a:r>
            </a:p>
            <a:p>
              <a:pPr algn="ctr">
                <a:defRPr sz="1125" b="1">
                  <a:solidFill>
                    <a:srgbClr val="111111"/>
                  </a:solidFill>
                </a:defRPr>
              </a:pPr>
              <a:r>
                <a:rPr sz="1125" b="1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discrepancy</a:t>
              </a:r>
            </a:p>
            <a:p>
              <a:pPr algn="ctr">
                <a:defRPr sz="1125" b="1">
                  <a:solidFill>
                    <a:srgbClr val="111111"/>
                  </a:solidFill>
                </a:defRPr>
              </a:pPr>
              <a:r>
                <a:rPr sz="1125" b="1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(z ~ U(2, floor(T/2)))</a:t>
              </a:r>
            </a:p>
          </p:txBody>
        </p:sp>
        <p:sp>
          <p:nvSpPr>
            <p:cNvPr id="318" name="anchor"/>
            <p:cNvSpPr>
              <a:spLocks noGrp="1"/>
            </p:cNvSpPr>
            <p:nvPr/>
          </p:nvSpPr>
          <p:spPr>
            <a:xfrm>
              <a:off x="7575" y="6765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" name="anchor"/>
            <p:cNvSpPr>
              <a:spLocks noGrp="1"/>
            </p:cNvSpPr>
            <p:nvPr/>
          </p:nvSpPr>
          <p:spPr>
            <a:xfrm>
              <a:off x="7575" y="86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anchor"/>
            <p:cNvSpPr>
              <a:spLocks noGrp="1"/>
            </p:cNvSpPr>
            <p:nvPr/>
          </p:nvSpPr>
          <p:spPr>
            <a:xfrm>
              <a:off x="7575" y="86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anchor"/>
            <p:cNvSpPr>
              <a:spLocks noGrp="1"/>
            </p:cNvSpPr>
            <p:nvPr/>
          </p:nvSpPr>
          <p:spPr>
            <a:xfrm>
              <a:off x="9795" y="8640"/>
              <a:ext cx="30" cy="30"/>
            </a:xfrm>
            <a:prstGeom prst="ellipse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7623" y="7065"/>
              <a:ext cx="2640" cy="1095"/>
              <a:chOff x="7830" y="7050"/>
              <a:chExt cx="2640" cy="1095"/>
            </a:xfrm>
          </p:grpSpPr>
          <p:sp>
            <p:nvSpPr>
              <p:cNvPr id="326" name="anchor"/>
              <p:cNvSpPr>
                <a:spLocks noGrp="1"/>
              </p:cNvSpPr>
              <p:nvPr/>
            </p:nvSpPr>
            <p:spPr>
              <a:xfrm>
                <a:off x="7875" y="73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" name="anchor"/>
              <p:cNvSpPr>
                <a:spLocks noGrp="1"/>
              </p:cNvSpPr>
              <p:nvPr/>
            </p:nvSpPr>
            <p:spPr>
              <a:xfrm>
                <a:off x="8355" y="727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79" name="直接箭头连接符 978"/>
              <p:cNvCxnSpPr>
                <a:stCxn id="326" idx="6"/>
                <a:endCxn id="327" idx="2"/>
              </p:cNvCxnSpPr>
              <p:nvPr/>
            </p:nvCxnSpPr>
            <p:spPr>
              <a:xfrm flipV="1">
                <a:off x="7905" y="7290"/>
                <a:ext cx="450" cy="60"/>
              </a:xfrm>
              <a:prstGeom prst="straightConnector1">
                <a:avLst/>
              </a:prstGeom>
              <a:ln w="13335">
                <a:solidFill>
                  <a:srgbClr val="2F73E8"/>
                </a:solidFill>
                <a:prstDash val="solid"/>
              </a:ln>
            </p:spPr>
          </p:cxnSp>
          <p:sp>
            <p:nvSpPr>
              <p:cNvPr id="329" name="anchor"/>
              <p:cNvSpPr>
                <a:spLocks noGrp="1"/>
              </p:cNvSpPr>
              <p:nvPr/>
            </p:nvSpPr>
            <p:spPr>
              <a:xfrm>
                <a:off x="7875" y="79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0" name="anchor"/>
              <p:cNvSpPr>
                <a:spLocks noGrp="1"/>
              </p:cNvSpPr>
              <p:nvPr/>
            </p:nvSpPr>
            <p:spPr>
              <a:xfrm>
                <a:off x="8355" y="80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82" name="直接箭头连接符 981"/>
              <p:cNvCxnSpPr>
                <a:stCxn id="329" idx="6"/>
                <a:endCxn id="330" idx="2"/>
              </p:cNvCxnSpPr>
              <p:nvPr/>
            </p:nvCxnSpPr>
            <p:spPr>
              <a:xfrm>
                <a:off x="7905" y="8010"/>
                <a:ext cx="450" cy="75"/>
              </a:xfrm>
              <a:prstGeom prst="straightConnector1">
                <a:avLst/>
              </a:prstGeom>
              <a:ln w="13335">
                <a:solidFill>
                  <a:srgbClr val="188326"/>
                </a:solidFill>
                <a:prstDash val="solid"/>
              </a:ln>
            </p:spPr>
          </p:cxnSp>
          <p:sp>
            <p:nvSpPr>
              <p:cNvPr id="332" name="anchor"/>
              <p:cNvSpPr>
                <a:spLocks noGrp="1"/>
              </p:cNvSpPr>
              <p:nvPr/>
            </p:nvSpPr>
            <p:spPr>
              <a:xfrm>
                <a:off x="8355" y="727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3" name="anchor"/>
              <p:cNvSpPr>
                <a:spLocks noGrp="1"/>
              </p:cNvSpPr>
              <p:nvPr/>
            </p:nvSpPr>
            <p:spPr>
              <a:xfrm>
                <a:off x="8835" y="718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85" name="直接箭头连接符 984"/>
              <p:cNvCxnSpPr>
                <a:stCxn id="332" idx="6"/>
                <a:endCxn id="333" idx="2"/>
              </p:cNvCxnSpPr>
              <p:nvPr/>
            </p:nvCxnSpPr>
            <p:spPr>
              <a:xfrm flipV="1">
                <a:off x="8385" y="7200"/>
                <a:ext cx="450" cy="90"/>
              </a:xfrm>
              <a:prstGeom prst="straightConnector1">
                <a:avLst/>
              </a:prstGeom>
              <a:ln w="13335">
                <a:solidFill>
                  <a:srgbClr val="2F73E8"/>
                </a:solidFill>
                <a:prstDash val="solid"/>
              </a:ln>
            </p:spPr>
          </p:cxnSp>
          <p:sp>
            <p:nvSpPr>
              <p:cNvPr id="335" name="anchor"/>
              <p:cNvSpPr>
                <a:spLocks noGrp="1"/>
              </p:cNvSpPr>
              <p:nvPr/>
            </p:nvSpPr>
            <p:spPr>
              <a:xfrm>
                <a:off x="8355" y="807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6" name="anchor"/>
              <p:cNvSpPr>
                <a:spLocks noGrp="1"/>
              </p:cNvSpPr>
              <p:nvPr/>
            </p:nvSpPr>
            <p:spPr>
              <a:xfrm>
                <a:off x="8835" y="802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88" name="直接箭头连接符 987"/>
              <p:cNvCxnSpPr>
                <a:stCxn id="335" idx="6"/>
                <a:endCxn id="336" idx="2"/>
              </p:cNvCxnSpPr>
              <p:nvPr/>
            </p:nvCxnSpPr>
            <p:spPr>
              <a:xfrm flipV="1">
                <a:off x="8385" y="8040"/>
                <a:ext cx="450" cy="45"/>
              </a:xfrm>
              <a:prstGeom prst="straightConnector1">
                <a:avLst/>
              </a:prstGeom>
              <a:ln w="13335">
                <a:solidFill>
                  <a:srgbClr val="188326"/>
                </a:solidFill>
                <a:prstDash val="solid"/>
              </a:ln>
            </p:spPr>
          </p:cxnSp>
          <p:sp>
            <p:nvSpPr>
              <p:cNvPr id="338" name="anchor"/>
              <p:cNvSpPr>
                <a:spLocks noGrp="1"/>
              </p:cNvSpPr>
              <p:nvPr/>
            </p:nvSpPr>
            <p:spPr>
              <a:xfrm>
                <a:off x="8835" y="718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" name="anchor"/>
              <p:cNvSpPr>
                <a:spLocks noGrp="1"/>
              </p:cNvSpPr>
              <p:nvPr/>
            </p:nvSpPr>
            <p:spPr>
              <a:xfrm>
                <a:off x="9315" y="718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91" name="直接箭头连接符 990"/>
              <p:cNvCxnSpPr>
                <a:stCxn id="338" idx="6"/>
                <a:endCxn id="339" idx="2"/>
              </p:cNvCxnSpPr>
              <p:nvPr/>
            </p:nvCxnSpPr>
            <p:spPr>
              <a:xfrm>
                <a:off x="8865" y="7200"/>
                <a:ext cx="450" cy="0"/>
              </a:xfrm>
              <a:prstGeom prst="straightConnector1">
                <a:avLst/>
              </a:prstGeom>
              <a:ln w="13335">
                <a:solidFill>
                  <a:srgbClr val="2F73E8"/>
                </a:solidFill>
                <a:prstDash val="solid"/>
              </a:ln>
            </p:spPr>
          </p:cxnSp>
          <p:sp>
            <p:nvSpPr>
              <p:cNvPr id="341" name="anchor"/>
              <p:cNvSpPr>
                <a:spLocks noGrp="1"/>
              </p:cNvSpPr>
              <p:nvPr/>
            </p:nvSpPr>
            <p:spPr>
              <a:xfrm>
                <a:off x="8835" y="802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2" name="anchor"/>
              <p:cNvSpPr>
                <a:spLocks noGrp="1"/>
              </p:cNvSpPr>
              <p:nvPr/>
            </p:nvSpPr>
            <p:spPr>
              <a:xfrm>
                <a:off x="9315" y="79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94" name="直接箭头连接符 993"/>
              <p:cNvCxnSpPr>
                <a:stCxn id="341" idx="6"/>
                <a:endCxn id="342" idx="2"/>
              </p:cNvCxnSpPr>
              <p:nvPr/>
            </p:nvCxnSpPr>
            <p:spPr>
              <a:xfrm flipV="1">
                <a:off x="8865" y="7950"/>
                <a:ext cx="450" cy="90"/>
              </a:xfrm>
              <a:prstGeom prst="straightConnector1">
                <a:avLst/>
              </a:prstGeom>
              <a:ln w="13335">
                <a:solidFill>
                  <a:srgbClr val="188326"/>
                </a:solidFill>
                <a:prstDash val="solid"/>
              </a:ln>
            </p:spPr>
          </p:cxnSp>
          <p:sp>
            <p:nvSpPr>
              <p:cNvPr id="344" name="anchor"/>
              <p:cNvSpPr>
                <a:spLocks noGrp="1"/>
              </p:cNvSpPr>
              <p:nvPr/>
            </p:nvSpPr>
            <p:spPr>
              <a:xfrm>
                <a:off x="9315" y="718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5" name="anchor"/>
              <p:cNvSpPr>
                <a:spLocks noGrp="1"/>
              </p:cNvSpPr>
              <p:nvPr/>
            </p:nvSpPr>
            <p:spPr>
              <a:xfrm>
                <a:off x="9825" y="70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997" name="直接箭头连接符 996"/>
              <p:cNvCxnSpPr>
                <a:stCxn id="344" idx="6"/>
                <a:endCxn id="345" idx="2"/>
              </p:cNvCxnSpPr>
              <p:nvPr/>
            </p:nvCxnSpPr>
            <p:spPr>
              <a:xfrm flipV="1">
                <a:off x="9345" y="7110"/>
                <a:ext cx="480" cy="90"/>
              </a:xfrm>
              <a:prstGeom prst="straightConnector1">
                <a:avLst/>
              </a:prstGeom>
              <a:ln w="13335">
                <a:solidFill>
                  <a:srgbClr val="2F73E8"/>
                </a:solidFill>
                <a:prstDash val="solid"/>
              </a:ln>
            </p:spPr>
          </p:cxnSp>
          <p:sp>
            <p:nvSpPr>
              <p:cNvPr id="347" name="anchor"/>
              <p:cNvSpPr>
                <a:spLocks noGrp="1"/>
              </p:cNvSpPr>
              <p:nvPr/>
            </p:nvSpPr>
            <p:spPr>
              <a:xfrm>
                <a:off x="9315" y="79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" name="anchor"/>
              <p:cNvSpPr>
                <a:spLocks noGrp="1"/>
              </p:cNvSpPr>
              <p:nvPr/>
            </p:nvSpPr>
            <p:spPr>
              <a:xfrm>
                <a:off x="9825" y="778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000" name="直接箭头连接符 999"/>
              <p:cNvCxnSpPr>
                <a:stCxn id="347" idx="6"/>
                <a:endCxn id="348" idx="2"/>
              </p:cNvCxnSpPr>
              <p:nvPr/>
            </p:nvCxnSpPr>
            <p:spPr>
              <a:xfrm flipV="1">
                <a:off x="9345" y="7800"/>
                <a:ext cx="480" cy="150"/>
              </a:xfrm>
              <a:prstGeom prst="straightConnector1">
                <a:avLst/>
              </a:prstGeom>
              <a:ln w="13335">
                <a:solidFill>
                  <a:srgbClr val="188326"/>
                </a:solidFill>
                <a:prstDash val="solid"/>
              </a:ln>
            </p:spPr>
          </p:cxnSp>
          <p:sp>
            <p:nvSpPr>
              <p:cNvPr id="350" name="anchor"/>
              <p:cNvSpPr>
                <a:spLocks noGrp="1"/>
              </p:cNvSpPr>
              <p:nvPr/>
            </p:nvSpPr>
            <p:spPr>
              <a:xfrm>
                <a:off x="9825" y="70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" name="anchor"/>
              <p:cNvSpPr>
                <a:spLocks noGrp="1"/>
              </p:cNvSpPr>
              <p:nvPr/>
            </p:nvSpPr>
            <p:spPr>
              <a:xfrm>
                <a:off x="10305" y="718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003" name="直接箭头连接符 1002"/>
              <p:cNvCxnSpPr>
                <a:stCxn id="350" idx="6"/>
                <a:endCxn id="351" idx="2"/>
              </p:cNvCxnSpPr>
              <p:nvPr/>
            </p:nvCxnSpPr>
            <p:spPr>
              <a:xfrm>
                <a:off x="9855" y="7110"/>
                <a:ext cx="450" cy="90"/>
              </a:xfrm>
              <a:prstGeom prst="straightConnector1">
                <a:avLst/>
              </a:prstGeom>
              <a:ln w="13335">
                <a:solidFill>
                  <a:srgbClr val="2F73E8"/>
                </a:solidFill>
                <a:prstDash val="solid"/>
              </a:ln>
            </p:spPr>
          </p:cxnSp>
          <p:sp>
            <p:nvSpPr>
              <p:cNvPr id="353" name="anchor"/>
              <p:cNvSpPr>
                <a:spLocks noGrp="1"/>
              </p:cNvSpPr>
              <p:nvPr/>
            </p:nvSpPr>
            <p:spPr>
              <a:xfrm>
                <a:off x="9825" y="778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4" name="anchor"/>
              <p:cNvSpPr>
                <a:spLocks noGrp="1"/>
              </p:cNvSpPr>
              <p:nvPr/>
            </p:nvSpPr>
            <p:spPr>
              <a:xfrm>
                <a:off x="10305" y="76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006" name="直接箭头连接符 1005"/>
              <p:cNvCxnSpPr>
                <a:stCxn id="353" idx="6"/>
                <a:endCxn id="354" idx="2"/>
              </p:cNvCxnSpPr>
              <p:nvPr/>
            </p:nvCxnSpPr>
            <p:spPr>
              <a:xfrm flipV="1">
                <a:off x="9855" y="7710"/>
                <a:ext cx="450" cy="90"/>
              </a:xfrm>
              <a:prstGeom prst="straightConnector1">
                <a:avLst/>
              </a:prstGeom>
              <a:ln w="13335">
                <a:solidFill>
                  <a:srgbClr val="188326"/>
                </a:solidFill>
                <a:prstDash val="solid"/>
              </a:ln>
            </p:spPr>
          </p:cxnSp>
          <p:sp>
            <p:nvSpPr>
              <p:cNvPr id="356" name="teacher-point"/>
              <p:cNvSpPr>
                <a:spLocks noGrp="1"/>
              </p:cNvSpPr>
              <p:nvPr/>
            </p:nvSpPr>
            <p:spPr>
              <a:xfrm>
                <a:off x="7830" y="7290"/>
                <a:ext cx="120" cy="120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7" name="student-point"/>
              <p:cNvSpPr>
                <a:spLocks noGrp="1"/>
              </p:cNvSpPr>
              <p:nvPr/>
            </p:nvSpPr>
            <p:spPr>
              <a:xfrm>
                <a:off x="7830" y="7950"/>
                <a:ext cx="120" cy="120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" name="anchor"/>
              <p:cNvSpPr>
                <a:spLocks noGrp="1"/>
              </p:cNvSpPr>
              <p:nvPr/>
            </p:nvSpPr>
            <p:spPr>
              <a:xfrm>
                <a:off x="7875" y="739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" name="anchor"/>
              <p:cNvSpPr>
                <a:spLocks noGrp="1"/>
              </p:cNvSpPr>
              <p:nvPr/>
            </p:nvSpPr>
            <p:spPr>
              <a:xfrm>
                <a:off x="7875" y="79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1" name="teacher-point"/>
              <p:cNvSpPr>
                <a:spLocks noGrp="1"/>
              </p:cNvSpPr>
              <p:nvPr/>
            </p:nvSpPr>
            <p:spPr>
              <a:xfrm>
                <a:off x="8310" y="7230"/>
                <a:ext cx="120" cy="120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" name="student-point"/>
              <p:cNvSpPr>
                <a:spLocks noGrp="1"/>
              </p:cNvSpPr>
              <p:nvPr/>
            </p:nvSpPr>
            <p:spPr>
              <a:xfrm>
                <a:off x="8310" y="8025"/>
                <a:ext cx="120" cy="120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" name="anchor"/>
              <p:cNvSpPr>
                <a:spLocks noGrp="1"/>
              </p:cNvSpPr>
              <p:nvPr/>
            </p:nvSpPr>
            <p:spPr>
              <a:xfrm>
                <a:off x="8355" y="73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4" name="anchor"/>
              <p:cNvSpPr>
                <a:spLocks noGrp="1"/>
              </p:cNvSpPr>
              <p:nvPr/>
            </p:nvSpPr>
            <p:spPr>
              <a:xfrm>
                <a:off x="8355" y="801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" name="teacher-point"/>
              <p:cNvSpPr>
                <a:spLocks noGrp="1"/>
              </p:cNvSpPr>
              <p:nvPr/>
            </p:nvSpPr>
            <p:spPr>
              <a:xfrm>
                <a:off x="8790" y="7140"/>
                <a:ext cx="120" cy="120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7" name="student-point"/>
              <p:cNvSpPr>
                <a:spLocks noGrp="1"/>
              </p:cNvSpPr>
              <p:nvPr/>
            </p:nvSpPr>
            <p:spPr>
              <a:xfrm>
                <a:off x="8790" y="7980"/>
                <a:ext cx="120" cy="120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" name="anchor"/>
              <p:cNvSpPr>
                <a:spLocks noGrp="1"/>
              </p:cNvSpPr>
              <p:nvPr/>
            </p:nvSpPr>
            <p:spPr>
              <a:xfrm>
                <a:off x="8835" y="724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" name="anchor"/>
              <p:cNvSpPr>
                <a:spLocks noGrp="1"/>
              </p:cNvSpPr>
              <p:nvPr/>
            </p:nvSpPr>
            <p:spPr>
              <a:xfrm>
                <a:off x="8835" y="796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1" name="teacher-point"/>
              <p:cNvSpPr>
                <a:spLocks noGrp="1"/>
              </p:cNvSpPr>
              <p:nvPr/>
            </p:nvSpPr>
            <p:spPr>
              <a:xfrm>
                <a:off x="9270" y="7140"/>
                <a:ext cx="120" cy="120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2" name="student-point"/>
              <p:cNvSpPr>
                <a:spLocks noGrp="1"/>
              </p:cNvSpPr>
              <p:nvPr/>
            </p:nvSpPr>
            <p:spPr>
              <a:xfrm>
                <a:off x="9270" y="7890"/>
                <a:ext cx="120" cy="120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3" name="anchor"/>
              <p:cNvSpPr>
                <a:spLocks noGrp="1"/>
              </p:cNvSpPr>
              <p:nvPr/>
            </p:nvSpPr>
            <p:spPr>
              <a:xfrm>
                <a:off x="9315" y="724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4" name="anchor"/>
              <p:cNvSpPr>
                <a:spLocks noGrp="1"/>
              </p:cNvSpPr>
              <p:nvPr/>
            </p:nvSpPr>
            <p:spPr>
              <a:xfrm>
                <a:off x="9315" y="787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6" name="teacher-point"/>
              <p:cNvSpPr>
                <a:spLocks noGrp="1"/>
              </p:cNvSpPr>
              <p:nvPr/>
            </p:nvSpPr>
            <p:spPr>
              <a:xfrm>
                <a:off x="9780" y="7050"/>
                <a:ext cx="120" cy="120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7" name="student-point"/>
              <p:cNvSpPr>
                <a:spLocks noGrp="1"/>
              </p:cNvSpPr>
              <p:nvPr/>
            </p:nvSpPr>
            <p:spPr>
              <a:xfrm>
                <a:off x="9780" y="7740"/>
                <a:ext cx="120" cy="120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8" name="anchor"/>
              <p:cNvSpPr>
                <a:spLocks noGrp="1"/>
              </p:cNvSpPr>
              <p:nvPr/>
            </p:nvSpPr>
            <p:spPr>
              <a:xfrm>
                <a:off x="9825" y="715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" name="anchor"/>
              <p:cNvSpPr>
                <a:spLocks noGrp="1"/>
              </p:cNvSpPr>
              <p:nvPr/>
            </p:nvSpPr>
            <p:spPr>
              <a:xfrm>
                <a:off x="9825" y="772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1" name="teacher-point"/>
              <p:cNvSpPr>
                <a:spLocks noGrp="1"/>
              </p:cNvSpPr>
              <p:nvPr/>
            </p:nvSpPr>
            <p:spPr>
              <a:xfrm>
                <a:off x="10260" y="7140"/>
                <a:ext cx="120" cy="120"/>
              </a:xfrm>
              <a:prstGeom prst="ellipse">
                <a:avLst/>
              </a:prstGeom>
              <a:solidFill>
                <a:srgbClr val="9DBCF7"/>
              </a:solidFill>
              <a:ln w="9525">
                <a:solidFill>
                  <a:srgbClr val="2F73E8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2" name="student-point"/>
              <p:cNvSpPr>
                <a:spLocks noGrp="1"/>
              </p:cNvSpPr>
              <p:nvPr/>
            </p:nvSpPr>
            <p:spPr>
              <a:xfrm>
                <a:off x="10260" y="7650"/>
                <a:ext cx="120" cy="120"/>
              </a:xfrm>
              <a:prstGeom prst="ellipse">
                <a:avLst/>
              </a:prstGeom>
              <a:solidFill>
                <a:srgbClr val="61C15D"/>
              </a:solidFill>
              <a:ln w="9525">
                <a:solidFill>
                  <a:srgbClr val="188326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3" name="anchor"/>
              <p:cNvSpPr>
                <a:spLocks noGrp="1"/>
              </p:cNvSpPr>
              <p:nvPr/>
            </p:nvSpPr>
            <p:spPr>
              <a:xfrm>
                <a:off x="10305" y="724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4" name="anchor"/>
              <p:cNvSpPr>
                <a:spLocks noGrp="1"/>
              </p:cNvSpPr>
              <p:nvPr/>
            </p:nvSpPr>
            <p:spPr>
              <a:xfrm>
                <a:off x="10305" y="7635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5" name="anchor"/>
              <p:cNvSpPr>
                <a:spLocks noGrp="1"/>
              </p:cNvSpPr>
              <p:nvPr/>
            </p:nvSpPr>
            <p:spPr>
              <a:xfrm>
                <a:off x="10440" y="7380"/>
                <a:ext cx="30" cy="30"/>
              </a:xfrm>
              <a:prstGeom prst="ellipse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3630" y="6384"/>
              <a:ext cx="7126" cy="2500"/>
              <a:chOff x="3630" y="6384"/>
              <a:chExt cx="7126" cy="2500"/>
            </a:xfrm>
          </p:grpSpPr>
          <p:sp>
            <p:nvSpPr>
              <p:cNvPr id="246" name="time-axis"/>
              <p:cNvSpPr>
                <a:spLocks noGrp="1"/>
              </p:cNvSpPr>
              <p:nvPr/>
            </p:nvSpPr>
            <p:spPr>
              <a:xfrm>
                <a:off x="10173" y="8404"/>
                <a:ext cx="583" cy="351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675" b="0">
                    <a:solidFill>
                      <a:srgbClr val="111111"/>
                    </a:solidFill>
                  </a:defRPr>
                </a:pPr>
                <a:r>
                  <a:rPr sz="675" b="0" dirty="0">
                    <a:solidFill>
                      <a:srgbClr val="111111"/>
                    </a:solidFill>
                  </a:rPr>
                  <a:t>time</a:t>
                </a:r>
              </a:p>
            </p:txBody>
          </p:sp>
          <p:grpSp>
            <p:nvGrpSpPr>
              <p:cNvPr id="17" name="组合 16"/>
              <p:cNvGrpSpPr/>
              <p:nvPr/>
            </p:nvGrpSpPr>
            <p:grpSpPr>
              <a:xfrm>
                <a:off x="3630" y="6384"/>
                <a:ext cx="3276" cy="2500"/>
                <a:chOff x="3630" y="6384"/>
                <a:chExt cx="3276" cy="2500"/>
              </a:xfrm>
            </p:grpSpPr>
            <p:grpSp>
              <p:nvGrpSpPr>
                <p:cNvPr id="5" name="组合 4"/>
                <p:cNvGrpSpPr/>
                <p:nvPr/>
              </p:nvGrpSpPr>
              <p:grpSpPr>
                <a:xfrm>
                  <a:off x="3630" y="6384"/>
                  <a:ext cx="3276" cy="2500"/>
                  <a:chOff x="3630" y="6384"/>
                  <a:chExt cx="3276" cy="2500"/>
                </a:xfrm>
              </p:grpSpPr>
              <p:sp>
                <p:nvSpPr>
                  <p:cNvPr id="315" name="xlab"/>
                  <p:cNvSpPr>
                    <a:spLocks noGrp="1"/>
                  </p:cNvSpPr>
                  <p:nvPr/>
                </p:nvSpPr>
                <p:spPr>
                  <a:xfrm>
                    <a:off x="6405" y="8647"/>
                    <a:ext cx="375" cy="225"/>
                  </a:xfrm>
                  <a:prstGeom prst="rect">
                    <a:avLst/>
                  </a:prstGeom>
                  <a:noFill/>
                  <a:ln w="0">
                    <a:noFill/>
                    <a:prstDash val="solid"/>
                  </a:ln>
                </p:spPr>
                <p:txBody>
                  <a:bodyPr/>
                  <a:lstStyle/>
                  <a:p>
                    <a:pPr algn="ctr">
                      <a:defRPr sz="900" b="1">
                        <a:solidFill>
                          <a:srgbClr val="111111"/>
                        </a:solidFill>
                      </a:defRPr>
                    </a:pPr>
                    <a:r>
                      <a:rPr sz="900" b="1">
                        <a:solidFill>
                          <a:srgbClr val="111111"/>
                        </a:solidFill>
                      </a:rPr>
                      <a:t>T</a:t>
                    </a:r>
                  </a:p>
                </p:txBody>
              </p:sp>
              <p:grpSp>
                <p:nvGrpSpPr>
                  <p:cNvPr id="3" name="组合 2"/>
                  <p:cNvGrpSpPr/>
                  <p:nvPr/>
                </p:nvGrpSpPr>
                <p:grpSpPr>
                  <a:xfrm>
                    <a:off x="3630" y="6384"/>
                    <a:ext cx="3276" cy="2500"/>
                    <a:chOff x="3945" y="6339"/>
                    <a:chExt cx="3276" cy="2500"/>
                  </a:xfrm>
                </p:grpSpPr>
                <p:sp>
                  <p:nvSpPr>
                    <p:cNvPr id="239" name="anchor"/>
                    <p:cNvSpPr>
                      <a:spLocks noGrp="1"/>
                    </p:cNvSpPr>
                    <p:nvPr/>
                  </p:nvSpPr>
                  <p:spPr>
                    <a:xfrm>
                      <a:off x="4170" y="676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40" name="anchor"/>
                    <p:cNvSpPr>
                      <a:spLocks noGrp="1"/>
                    </p:cNvSpPr>
                    <p:nvPr/>
                  </p:nvSpPr>
                  <p:spPr>
                    <a:xfrm>
                      <a:off x="4170" y="8640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42" name="anchor"/>
                    <p:cNvSpPr>
                      <a:spLocks noGrp="1"/>
                    </p:cNvSpPr>
                    <p:nvPr/>
                  </p:nvSpPr>
                  <p:spPr>
                    <a:xfrm>
                      <a:off x="4170" y="8640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43" name="anchor"/>
                    <p:cNvSpPr>
                      <a:spLocks noGrp="1"/>
                    </p:cNvSpPr>
                    <p:nvPr/>
                  </p:nvSpPr>
                  <p:spPr>
                    <a:xfrm>
                      <a:off x="6480" y="8640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45" name="feature-space"/>
                    <p:cNvSpPr>
                      <a:spLocks noGrp="1"/>
                    </p:cNvSpPr>
                    <p:nvPr/>
                  </p:nvSpPr>
                  <p:spPr>
                    <a:xfrm>
                      <a:off x="3945" y="6339"/>
                      <a:ext cx="870" cy="570"/>
                    </a:xfrm>
                    <a:prstGeom prst="rect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pPr algn="l">
                        <a:defRPr sz="675" b="0">
                          <a:solidFill>
                            <a:srgbClr val="111111"/>
                          </a:solidFill>
                        </a:defRPr>
                      </a:pPr>
                      <a:r>
                        <a:rPr sz="675" b="0" dirty="0">
                          <a:solidFill>
                            <a:srgbClr val="111111"/>
                          </a:solidFill>
                          <a:latin typeface="Comic Sans MS" panose="030F0702030302020204" pitchFamily="66" charset="0"/>
                        </a:rPr>
                        <a:t>feature</a:t>
                      </a:r>
                    </a:p>
                    <a:p>
                      <a:pPr algn="l">
                        <a:defRPr sz="675" b="0">
                          <a:solidFill>
                            <a:srgbClr val="111111"/>
                          </a:solidFill>
                        </a:defRPr>
                      </a:pPr>
                      <a:r>
                        <a:rPr sz="675" b="0" dirty="0">
                          <a:solidFill>
                            <a:srgbClr val="111111"/>
                          </a:solidFill>
                          <a:latin typeface="Comic Sans MS" panose="030F0702030302020204" pitchFamily="66" charset="0"/>
                        </a:rPr>
                        <a:t>space</a:t>
                      </a:r>
                    </a:p>
                  </p:txBody>
                </p:sp>
                <p:sp>
                  <p:nvSpPr>
                    <p:cNvPr id="247" name="anchor"/>
                    <p:cNvSpPr>
                      <a:spLocks noGrp="1"/>
                    </p:cNvSpPr>
                    <p:nvPr/>
                  </p:nvSpPr>
                  <p:spPr>
                    <a:xfrm>
                      <a:off x="4470" y="751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48" name="anchor"/>
                    <p:cNvSpPr>
                      <a:spLocks noGrp="1"/>
                    </p:cNvSpPr>
                    <p:nvPr/>
                  </p:nvSpPr>
                  <p:spPr>
                    <a:xfrm>
                      <a:off x="4950" y="700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00" name="直接箭头连接符 899"/>
                    <p:cNvCxnSpPr>
                      <a:stCxn id="247" idx="7"/>
                      <a:endCxn id="248" idx="3"/>
                    </p:cNvCxnSpPr>
                    <p:nvPr/>
                  </p:nvCxnSpPr>
                  <p:spPr>
                    <a:xfrm flipV="1">
                      <a:off x="4496" y="7031"/>
                      <a:ext cx="459" cy="489"/>
                    </a:xfrm>
                    <a:prstGeom prst="straightConnector1">
                      <a:avLst/>
                    </a:prstGeom>
                    <a:ln w="13335">
                      <a:solidFill>
                        <a:srgbClr val="2F73E8"/>
                      </a:solidFill>
                      <a:prstDash val="solid"/>
                    </a:ln>
                  </p:spPr>
                </p:cxnSp>
                <p:sp>
                  <p:nvSpPr>
                    <p:cNvPr id="250" name="anchor"/>
                    <p:cNvSpPr>
                      <a:spLocks noGrp="1"/>
                    </p:cNvSpPr>
                    <p:nvPr/>
                  </p:nvSpPr>
                  <p:spPr>
                    <a:xfrm>
                      <a:off x="4470" y="835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1" name="anchor"/>
                    <p:cNvSpPr>
                      <a:spLocks noGrp="1"/>
                    </p:cNvSpPr>
                    <p:nvPr/>
                  </p:nvSpPr>
                  <p:spPr>
                    <a:xfrm>
                      <a:off x="4950" y="796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03" name="直接箭头连接符 902"/>
                    <p:cNvCxnSpPr>
                      <a:stCxn id="250" idx="7"/>
                      <a:endCxn id="251" idx="3"/>
                    </p:cNvCxnSpPr>
                    <p:nvPr/>
                  </p:nvCxnSpPr>
                  <p:spPr>
                    <a:xfrm flipV="1">
                      <a:off x="4496" y="7991"/>
                      <a:ext cx="459" cy="369"/>
                    </a:xfrm>
                    <a:prstGeom prst="straightConnector1">
                      <a:avLst/>
                    </a:prstGeom>
                    <a:ln w="13335">
                      <a:solidFill>
                        <a:srgbClr val="188326"/>
                      </a:solidFill>
                      <a:prstDash val="solid"/>
                    </a:ln>
                  </p:spPr>
                </p:cxnSp>
                <p:sp>
                  <p:nvSpPr>
                    <p:cNvPr id="253" name="anchor"/>
                    <p:cNvSpPr>
                      <a:spLocks noGrp="1"/>
                    </p:cNvSpPr>
                    <p:nvPr/>
                  </p:nvSpPr>
                  <p:spPr>
                    <a:xfrm>
                      <a:off x="4950" y="700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4" name="anchor"/>
                    <p:cNvSpPr>
                      <a:spLocks noGrp="1"/>
                    </p:cNvSpPr>
                    <p:nvPr/>
                  </p:nvSpPr>
                  <p:spPr>
                    <a:xfrm>
                      <a:off x="5430" y="727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06" name="直接箭头连接符 905"/>
                    <p:cNvCxnSpPr>
                      <a:stCxn id="253" idx="5"/>
                      <a:endCxn id="254" idx="1"/>
                    </p:cNvCxnSpPr>
                    <p:nvPr/>
                  </p:nvCxnSpPr>
                  <p:spPr>
                    <a:xfrm>
                      <a:off x="4976" y="7031"/>
                      <a:ext cx="459" cy="249"/>
                    </a:xfrm>
                    <a:prstGeom prst="straightConnector1">
                      <a:avLst/>
                    </a:prstGeom>
                    <a:ln w="13335">
                      <a:solidFill>
                        <a:srgbClr val="2F73E8"/>
                      </a:solidFill>
                      <a:prstDash val="solid"/>
                    </a:ln>
                  </p:spPr>
                </p:cxnSp>
                <p:sp>
                  <p:nvSpPr>
                    <p:cNvPr id="256" name="anchor"/>
                    <p:cNvSpPr>
                      <a:spLocks noGrp="1"/>
                    </p:cNvSpPr>
                    <p:nvPr/>
                  </p:nvSpPr>
                  <p:spPr>
                    <a:xfrm>
                      <a:off x="4950" y="796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57" name="anchor"/>
                    <p:cNvSpPr>
                      <a:spLocks noGrp="1"/>
                    </p:cNvSpPr>
                    <p:nvPr/>
                  </p:nvSpPr>
                  <p:spPr>
                    <a:xfrm>
                      <a:off x="5430" y="793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09" name="直接箭头连接符 908"/>
                    <p:cNvCxnSpPr>
                      <a:stCxn id="256" idx="6"/>
                      <a:endCxn id="257" idx="2"/>
                    </p:cNvCxnSpPr>
                    <p:nvPr/>
                  </p:nvCxnSpPr>
                  <p:spPr>
                    <a:xfrm flipV="1">
                      <a:off x="4980" y="7950"/>
                      <a:ext cx="450" cy="30"/>
                    </a:xfrm>
                    <a:prstGeom prst="straightConnector1">
                      <a:avLst/>
                    </a:prstGeom>
                    <a:ln w="13335">
                      <a:solidFill>
                        <a:srgbClr val="188326"/>
                      </a:solidFill>
                      <a:prstDash val="solid"/>
                    </a:ln>
                  </p:spPr>
                </p:cxnSp>
                <p:sp>
                  <p:nvSpPr>
                    <p:cNvPr id="259" name="anchor"/>
                    <p:cNvSpPr>
                      <a:spLocks noGrp="1"/>
                    </p:cNvSpPr>
                    <p:nvPr/>
                  </p:nvSpPr>
                  <p:spPr>
                    <a:xfrm>
                      <a:off x="5430" y="727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0" name="anchor"/>
                    <p:cNvSpPr>
                      <a:spLocks noGrp="1"/>
                    </p:cNvSpPr>
                    <p:nvPr/>
                  </p:nvSpPr>
                  <p:spPr>
                    <a:xfrm>
                      <a:off x="5910" y="754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12" name="直接箭头连接符 911"/>
                    <p:cNvCxnSpPr>
                      <a:stCxn id="259" idx="5"/>
                      <a:endCxn id="260" idx="1"/>
                    </p:cNvCxnSpPr>
                    <p:nvPr/>
                  </p:nvCxnSpPr>
                  <p:spPr>
                    <a:xfrm>
                      <a:off x="5456" y="7301"/>
                      <a:ext cx="459" cy="249"/>
                    </a:xfrm>
                    <a:prstGeom prst="straightConnector1">
                      <a:avLst/>
                    </a:prstGeom>
                    <a:ln w="13335">
                      <a:solidFill>
                        <a:srgbClr val="2F73E8"/>
                      </a:solidFill>
                      <a:prstDash val="solid"/>
                    </a:ln>
                  </p:spPr>
                </p:cxnSp>
                <p:sp>
                  <p:nvSpPr>
                    <p:cNvPr id="262" name="anchor"/>
                    <p:cNvSpPr>
                      <a:spLocks noGrp="1"/>
                    </p:cNvSpPr>
                    <p:nvPr/>
                  </p:nvSpPr>
                  <p:spPr>
                    <a:xfrm>
                      <a:off x="5430" y="793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3" name="anchor"/>
                    <p:cNvSpPr>
                      <a:spLocks noGrp="1"/>
                    </p:cNvSpPr>
                    <p:nvPr/>
                  </p:nvSpPr>
                  <p:spPr>
                    <a:xfrm>
                      <a:off x="5910" y="817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15" name="直接箭头连接符 914"/>
                    <p:cNvCxnSpPr>
                      <a:stCxn id="262" idx="5"/>
                      <a:endCxn id="263" idx="1"/>
                    </p:cNvCxnSpPr>
                    <p:nvPr/>
                  </p:nvCxnSpPr>
                  <p:spPr>
                    <a:xfrm>
                      <a:off x="5456" y="7961"/>
                      <a:ext cx="459" cy="219"/>
                    </a:xfrm>
                    <a:prstGeom prst="straightConnector1">
                      <a:avLst/>
                    </a:prstGeom>
                    <a:ln w="13335">
                      <a:solidFill>
                        <a:srgbClr val="188326"/>
                      </a:solidFill>
                      <a:prstDash val="solid"/>
                    </a:ln>
                  </p:spPr>
                </p:cxnSp>
                <p:sp>
                  <p:nvSpPr>
                    <p:cNvPr id="265" name="anchor"/>
                    <p:cNvSpPr>
                      <a:spLocks noGrp="1"/>
                    </p:cNvSpPr>
                    <p:nvPr/>
                  </p:nvSpPr>
                  <p:spPr>
                    <a:xfrm>
                      <a:off x="5910" y="754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6" name="anchor"/>
                    <p:cNvSpPr>
                      <a:spLocks noGrp="1"/>
                    </p:cNvSpPr>
                    <p:nvPr/>
                  </p:nvSpPr>
                  <p:spPr>
                    <a:xfrm>
                      <a:off x="6420" y="769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18" name="直接箭头连接符 917"/>
                    <p:cNvCxnSpPr>
                      <a:stCxn id="265" idx="6"/>
                      <a:endCxn id="266" idx="2"/>
                    </p:cNvCxnSpPr>
                    <p:nvPr/>
                  </p:nvCxnSpPr>
                  <p:spPr>
                    <a:xfrm>
                      <a:off x="5940" y="7560"/>
                      <a:ext cx="480" cy="150"/>
                    </a:xfrm>
                    <a:prstGeom prst="straightConnector1">
                      <a:avLst/>
                    </a:prstGeom>
                    <a:ln w="13335">
                      <a:solidFill>
                        <a:srgbClr val="2F73E8"/>
                      </a:solidFill>
                      <a:prstDash val="solid"/>
                    </a:ln>
                  </p:spPr>
                </p:cxnSp>
                <p:sp>
                  <p:nvSpPr>
                    <p:cNvPr id="268" name="anchor"/>
                    <p:cNvSpPr>
                      <a:spLocks noGrp="1"/>
                    </p:cNvSpPr>
                    <p:nvPr/>
                  </p:nvSpPr>
                  <p:spPr>
                    <a:xfrm>
                      <a:off x="5910" y="817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69" name="anchor"/>
                    <p:cNvSpPr>
                      <a:spLocks noGrp="1"/>
                    </p:cNvSpPr>
                    <p:nvPr/>
                  </p:nvSpPr>
                  <p:spPr>
                    <a:xfrm>
                      <a:off x="6420" y="823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21" name="直接箭头连接符 920"/>
                    <p:cNvCxnSpPr>
                      <a:stCxn id="268" idx="6"/>
                      <a:endCxn id="269" idx="2"/>
                    </p:cNvCxnSpPr>
                    <p:nvPr/>
                  </p:nvCxnSpPr>
                  <p:spPr>
                    <a:xfrm>
                      <a:off x="5940" y="8190"/>
                      <a:ext cx="480" cy="60"/>
                    </a:xfrm>
                    <a:prstGeom prst="straightConnector1">
                      <a:avLst/>
                    </a:prstGeom>
                    <a:ln w="13335">
                      <a:solidFill>
                        <a:srgbClr val="188326"/>
                      </a:solidFill>
                      <a:prstDash val="solid"/>
                    </a:ln>
                  </p:spPr>
                </p:cxnSp>
                <p:sp>
                  <p:nvSpPr>
                    <p:cNvPr id="271" name="anchor"/>
                    <p:cNvSpPr>
                      <a:spLocks noGrp="1"/>
                    </p:cNvSpPr>
                    <p:nvPr/>
                  </p:nvSpPr>
                  <p:spPr>
                    <a:xfrm>
                      <a:off x="6420" y="769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2" name="anchor"/>
                    <p:cNvSpPr>
                      <a:spLocks noGrp="1"/>
                    </p:cNvSpPr>
                    <p:nvPr/>
                  </p:nvSpPr>
                  <p:spPr>
                    <a:xfrm>
                      <a:off x="6900" y="775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24" name="直接箭头连接符 923"/>
                    <p:cNvCxnSpPr>
                      <a:stCxn id="271" idx="6"/>
                      <a:endCxn id="272" idx="2"/>
                    </p:cNvCxnSpPr>
                    <p:nvPr/>
                  </p:nvCxnSpPr>
                  <p:spPr>
                    <a:xfrm>
                      <a:off x="6450" y="7710"/>
                      <a:ext cx="450" cy="60"/>
                    </a:xfrm>
                    <a:prstGeom prst="straightConnector1">
                      <a:avLst/>
                    </a:prstGeom>
                    <a:ln w="13335">
                      <a:solidFill>
                        <a:srgbClr val="2F73E8"/>
                      </a:solidFill>
                      <a:prstDash val="solid"/>
                    </a:ln>
                  </p:spPr>
                </p:cxnSp>
                <p:sp>
                  <p:nvSpPr>
                    <p:cNvPr id="274" name="anchor"/>
                    <p:cNvSpPr>
                      <a:spLocks noGrp="1"/>
                    </p:cNvSpPr>
                    <p:nvPr/>
                  </p:nvSpPr>
                  <p:spPr>
                    <a:xfrm>
                      <a:off x="6420" y="823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5" name="anchor"/>
                    <p:cNvSpPr>
                      <a:spLocks noGrp="1"/>
                    </p:cNvSpPr>
                    <p:nvPr/>
                  </p:nvSpPr>
                  <p:spPr>
                    <a:xfrm>
                      <a:off x="6900" y="8250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27" name="直接箭头连接符 926"/>
                    <p:cNvCxnSpPr>
                      <a:stCxn id="274" idx="6"/>
                      <a:endCxn id="275" idx="2"/>
                    </p:cNvCxnSpPr>
                    <p:nvPr/>
                  </p:nvCxnSpPr>
                  <p:spPr>
                    <a:xfrm>
                      <a:off x="6450" y="8250"/>
                      <a:ext cx="450" cy="15"/>
                    </a:xfrm>
                    <a:prstGeom prst="straightConnector1">
                      <a:avLst/>
                    </a:prstGeom>
                    <a:ln w="13335">
                      <a:solidFill>
                        <a:srgbClr val="188326"/>
                      </a:solidFill>
                      <a:prstDash val="solid"/>
                    </a:ln>
                  </p:spPr>
                </p:cxnSp>
                <p:sp>
                  <p:nvSpPr>
                    <p:cNvPr id="277" name="teacher-point"/>
                    <p:cNvSpPr>
                      <a:spLocks noGrp="1"/>
                    </p:cNvSpPr>
                    <p:nvPr/>
                  </p:nvSpPr>
                  <p:spPr>
                    <a:xfrm>
                      <a:off x="4425" y="7470"/>
                      <a:ext cx="120" cy="120"/>
                    </a:xfrm>
                    <a:prstGeom prst="ellipse">
                      <a:avLst/>
                    </a:prstGeom>
                    <a:solidFill>
                      <a:srgbClr val="9DBCF7"/>
                    </a:solidFill>
                    <a:ln w="9525">
                      <a:solidFill>
                        <a:srgbClr val="2F73E8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8" name="student-point"/>
                    <p:cNvSpPr>
                      <a:spLocks noGrp="1"/>
                    </p:cNvSpPr>
                    <p:nvPr/>
                  </p:nvSpPr>
                  <p:spPr>
                    <a:xfrm>
                      <a:off x="4425" y="8310"/>
                      <a:ext cx="120" cy="120"/>
                    </a:xfrm>
                    <a:prstGeom prst="ellipse">
                      <a:avLst/>
                    </a:prstGeom>
                    <a:solidFill>
                      <a:srgbClr val="61C15D"/>
                    </a:solidFill>
                    <a:ln w="9525">
                      <a:solidFill>
                        <a:srgbClr val="18832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79" name="anchor"/>
                    <p:cNvSpPr>
                      <a:spLocks noGrp="1"/>
                    </p:cNvSpPr>
                    <p:nvPr/>
                  </p:nvSpPr>
                  <p:spPr>
                    <a:xfrm>
                      <a:off x="4470" y="757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0" name="anchor"/>
                    <p:cNvSpPr>
                      <a:spLocks noGrp="1"/>
                    </p:cNvSpPr>
                    <p:nvPr/>
                  </p:nvSpPr>
                  <p:spPr>
                    <a:xfrm>
                      <a:off x="4470" y="829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32" name="直接箭头连接符 931"/>
                    <p:cNvCxnSpPr>
                      <a:stCxn id="279" idx="4"/>
                      <a:endCxn id="280" idx="0"/>
                    </p:cNvCxnSpPr>
                    <p:nvPr/>
                  </p:nvCxnSpPr>
                  <p:spPr>
                    <a:xfrm>
                      <a:off x="4485" y="7605"/>
                      <a:ext cx="0" cy="690"/>
                    </a:xfrm>
                    <a:prstGeom prst="straightConnector1">
                      <a:avLst/>
                    </a:prstGeom>
                    <a:ln w="10478">
                      <a:solidFill>
                        <a:srgbClr val="FF6A00"/>
                      </a:solidFill>
                      <a:prstDash val="dash"/>
                      <a:tailEnd type="triangle"/>
                    </a:ln>
                  </p:spPr>
                </p:cxnSp>
                <p:sp>
                  <p:nvSpPr>
                    <p:cNvPr id="282" name="teacher-point"/>
                    <p:cNvSpPr>
                      <a:spLocks noGrp="1"/>
                    </p:cNvSpPr>
                    <p:nvPr/>
                  </p:nvSpPr>
                  <p:spPr>
                    <a:xfrm>
                      <a:off x="4905" y="6960"/>
                      <a:ext cx="120" cy="120"/>
                    </a:xfrm>
                    <a:prstGeom prst="ellipse">
                      <a:avLst/>
                    </a:prstGeom>
                    <a:solidFill>
                      <a:srgbClr val="9DBCF7"/>
                    </a:solidFill>
                    <a:ln w="9525">
                      <a:solidFill>
                        <a:srgbClr val="2F73E8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3" name="student-point"/>
                    <p:cNvSpPr>
                      <a:spLocks noGrp="1"/>
                    </p:cNvSpPr>
                    <p:nvPr/>
                  </p:nvSpPr>
                  <p:spPr>
                    <a:xfrm>
                      <a:off x="4905" y="7920"/>
                      <a:ext cx="120" cy="120"/>
                    </a:xfrm>
                    <a:prstGeom prst="ellipse">
                      <a:avLst/>
                    </a:prstGeom>
                    <a:solidFill>
                      <a:srgbClr val="61C15D"/>
                    </a:solidFill>
                    <a:ln w="9525">
                      <a:solidFill>
                        <a:srgbClr val="18832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4" name="anchor"/>
                    <p:cNvSpPr>
                      <a:spLocks noGrp="1"/>
                    </p:cNvSpPr>
                    <p:nvPr/>
                  </p:nvSpPr>
                  <p:spPr>
                    <a:xfrm>
                      <a:off x="4950" y="706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5" name="anchor"/>
                    <p:cNvSpPr>
                      <a:spLocks noGrp="1"/>
                    </p:cNvSpPr>
                    <p:nvPr/>
                  </p:nvSpPr>
                  <p:spPr>
                    <a:xfrm>
                      <a:off x="4950" y="790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37" name="直接箭头连接符 936"/>
                    <p:cNvCxnSpPr>
                      <a:stCxn id="284" idx="4"/>
                      <a:endCxn id="285" idx="0"/>
                    </p:cNvCxnSpPr>
                    <p:nvPr/>
                  </p:nvCxnSpPr>
                  <p:spPr>
                    <a:xfrm>
                      <a:off x="4965" y="7095"/>
                      <a:ext cx="0" cy="810"/>
                    </a:xfrm>
                    <a:prstGeom prst="straightConnector1">
                      <a:avLst/>
                    </a:prstGeom>
                    <a:ln w="10478">
                      <a:solidFill>
                        <a:srgbClr val="FF6A00"/>
                      </a:solidFill>
                      <a:prstDash val="dash"/>
                      <a:tailEnd type="triangle"/>
                    </a:ln>
                  </p:spPr>
                </p:cxnSp>
                <p:sp>
                  <p:nvSpPr>
                    <p:cNvPr id="287" name="teacher-point"/>
                    <p:cNvSpPr>
                      <a:spLocks noGrp="1"/>
                    </p:cNvSpPr>
                    <p:nvPr/>
                  </p:nvSpPr>
                  <p:spPr>
                    <a:xfrm>
                      <a:off x="5385" y="7230"/>
                      <a:ext cx="120" cy="120"/>
                    </a:xfrm>
                    <a:prstGeom prst="ellipse">
                      <a:avLst/>
                    </a:prstGeom>
                    <a:solidFill>
                      <a:srgbClr val="9DBCF7"/>
                    </a:solidFill>
                    <a:ln w="9525">
                      <a:solidFill>
                        <a:srgbClr val="2F73E8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8" name="student-point"/>
                    <p:cNvSpPr>
                      <a:spLocks noGrp="1"/>
                    </p:cNvSpPr>
                    <p:nvPr/>
                  </p:nvSpPr>
                  <p:spPr>
                    <a:xfrm>
                      <a:off x="5385" y="7890"/>
                      <a:ext cx="120" cy="120"/>
                    </a:xfrm>
                    <a:prstGeom prst="ellipse">
                      <a:avLst/>
                    </a:prstGeom>
                    <a:solidFill>
                      <a:srgbClr val="61C15D"/>
                    </a:solidFill>
                    <a:ln w="9525">
                      <a:solidFill>
                        <a:srgbClr val="18832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9" name="anchor"/>
                    <p:cNvSpPr>
                      <a:spLocks noGrp="1"/>
                    </p:cNvSpPr>
                    <p:nvPr/>
                  </p:nvSpPr>
                  <p:spPr>
                    <a:xfrm>
                      <a:off x="5430" y="733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0" name="anchor"/>
                    <p:cNvSpPr>
                      <a:spLocks noGrp="1"/>
                    </p:cNvSpPr>
                    <p:nvPr/>
                  </p:nvSpPr>
                  <p:spPr>
                    <a:xfrm>
                      <a:off x="5430" y="787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42" name="直接箭头连接符 941"/>
                    <p:cNvCxnSpPr>
                      <a:stCxn id="289" idx="4"/>
                      <a:endCxn id="290" idx="0"/>
                    </p:cNvCxnSpPr>
                    <p:nvPr/>
                  </p:nvCxnSpPr>
                  <p:spPr>
                    <a:xfrm>
                      <a:off x="5445" y="7365"/>
                      <a:ext cx="0" cy="510"/>
                    </a:xfrm>
                    <a:prstGeom prst="straightConnector1">
                      <a:avLst/>
                    </a:prstGeom>
                    <a:ln w="10478">
                      <a:solidFill>
                        <a:srgbClr val="FF6A00"/>
                      </a:solidFill>
                      <a:prstDash val="dash"/>
                      <a:tailEnd type="triangle"/>
                    </a:ln>
                  </p:spPr>
                </p:cxnSp>
                <p:sp>
                  <p:nvSpPr>
                    <p:cNvPr id="292" name="teacher-point"/>
                    <p:cNvSpPr>
                      <a:spLocks noGrp="1"/>
                    </p:cNvSpPr>
                    <p:nvPr/>
                  </p:nvSpPr>
                  <p:spPr>
                    <a:xfrm>
                      <a:off x="5865" y="7500"/>
                      <a:ext cx="120" cy="120"/>
                    </a:xfrm>
                    <a:prstGeom prst="ellipse">
                      <a:avLst/>
                    </a:prstGeom>
                    <a:solidFill>
                      <a:srgbClr val="9DBCF7"/>
                    </a:solidFill>
                    <a:ln w="9525">
                      <a:solidFill>
                        <a:srgbClr val="2F73E8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3" name="student-point"/>
                    <p:cNvSpPr>
                      <a:spLocks noGrp="1"/>
                    </p:cNvSpPr>
                    <p:nvPr/>
                  </p:nvSpPr>
                  <p:spPr>
                    <a:xfrm>
                      <a:off x="5865" y="8130"/>
                      <a:ext cx="120" cy="120"/>
                    </a:xfrm>
                    <a:prstGeom prst="ellipse">
                      <a:avLst/>
                    </a:prstGeom>
                    <a:solidFill>
                      <a:srgbClr val="61C15D"/>
                    </a:solidFill>
                    <a:ln w="9525">
                      <a:solidFill>
                        <a:srgbClr val="18832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4" name="anchor"/>
                    <p:cNvSpPr>
                      <a:spLocks noGrp="1"/>
                    </p:cNvSpPr>
                    <p:nvPr/>
                  </p:nvSpPr>
                  <p:spPr>
                    <a:xfrm>
                      <a:off x="5910" y="760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5" name="anchor"/>
                    <p:cNvSpPr>
                      <a:spLocks noGrp="1"/>
                    </p:cNvSpPr>
                    <p:nvPr/>
                  </p:nvSpPr>
                  <p:spPr>
                    <a:xfrm>
                      <a:off x="5910" y="811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47" name="直接箭头连接符 946"/>
                    <p:cNvCxnSpPr>
                      <a:stCxn id="294" idx="4"/>
                      <a:endCxn id="295" idx="0"/>
                    </p:cNvCxnSpPr>
                    <p:nvPr/>
                  </p:nvCxnSpPr>
                  <p:spPr>
                    <a:xfrm>
                      <a:off x="5925" y="7635"/>
                      <a:ext cx="0" cy="480"/>
                    </a:xfrm>
                    <a:prstGeom prst="straightConnector1">
                      <a:avLst/>
                    </a:prstGeom>
                    <a:ln w="10478">
                      <a:solidFill>
                        <a:srgbClr val="FF6A00"/>
                      </a:solidFill>
                      <a:prstDash val="dash"/>
                      <a:tailEnd type="triangle"/>
                    </a:ln>
                  </p:spPr>
                </p:cxnSp>
                <p:sp>
                  <p:nvSpPr>
                    <p:cNvPr id="297" name="teacher-point"/>
                    <p:cNvSpPr>
                      <a:spLocks noGrp="1"/>
                    </p:cNvSpPr>
                    <p:nvPr/>
                  </p:nvSpPr>
                  <p:spPr>
                    <a:xfrm>
                      <a:off x="6375" y="7650"/>
                      <a:ext cx="120" cy="120"/>
                    </a:xfrm>
                    <a:prstGeom prst="ellipse">
                      <a:avLst/>
                    </a:prstGeom>
                    <a:solidFill>
                      <a:srgbClr val="9DBCF7"/>
                    </a:solidFill>
                    <a:ln w="9525">
                      <a:solidFill>
                        <a:srgbClr val="2F73E8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8" name="student-point"/>
                    <p:cNvSpPr>
                      <a:spLocks noGrp="1"/>
                    </p:cNvSpPr>
                    <p:nvPr/>
                  </p:nvSpPr>
                  <p:spPr>
                    <a:xfrm>
                      <a:off x="6375" y="8190"/>
                      <a:ext cx="120" cy="120"/>
                    </a:xfrm>
                    <a:prstGeom prst="ellipse">
                      <a:avLst/>
                    </a:prstGeom>
                    <a:solidFill>
                      <a:srgbClr val="61C15D"/>
                    </a:solidFill>
                    <a:ln w="9525">
                      <a:solidFill>
                        <a:srgbClr val="18832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99" name="anchor"/>
                    <p:cNvSpPr>
                      <a:spLocks noGrp="1"/>
                    </p:cNvSpPr>
                    <p:nvPr/>
                  </p:nvSpPr>
                  <p:spPr>
                    <a:xfrm>
                      <a:off x="6420" y="775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0" name="anchor"/>
                    <p:cNvSpPr>
                      <a:spLocks noGrp="1"/>
                    </p:cNvSpPr>
                    <p:nvPr/>
                  </p:nvSpPr>
                  <p:spPr>
                    <a:xfrm>
                      <a:off x="6420" y="817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52" name="直接箭头连接符 951"/>
                    <p:cNvCxnSpPr>
                      <a:stCxn id="299" idx="4"/>
                      <a:endCxn id="300" idx="0"/>
                    </p:cNvCxnSpPr>
                    <p:nvPr/>
                  </p:nvCxnSpPr>
                  <p:spPr>
                    <a:xfrm>
                      <a:off x="6435" y="7785"/>
                      <a:ext cx="0" cy="390"/>
                    </a:xfrm>
                    <a:prstGeom prst="straightConnector1">
                      <a:avLst/>
                    </a:prstGeom>
                    <a:ln w="10478">
                      <a:solidFill>
                        <a:srgbClr val="FF6A00"/>
                      </a:solidFill>
                      <a:prstDash val="dash"/>
                      <a:tailEnd type="triangle"/>
                    </a:ln>
                  </p:spPr>
                </p:cxnSp>
                <p:sp>
                  <p:nvSpPr>
                    <p:cNvPr id="302" name="teacher-point"/>
                    <p:cNvSpPr>
                      <a:spLocks noGrp="1"/>
                    </p:cNvSpPr>
                    <p:nvPr/>
                  </p:nvSpPr>
                  <p:spPr>
                    <a:xfrm>
                      <a:off x="6855" y="7710"/>
                      <a:ext cx="120" cy="120"/>
                    </a:xfrm>
                    <a:prstGeom prst="ellipse">
                      <a:avLst/>
                    </a:prstGeom>
                    <a:solidFill>
                      <a:srgbClr val="9DBCF7"/>
                    </a:solidFill>
                    <a:ln w="9525">
                      <a:solidFill>
                        <a:srgbClr val="2F73E8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3" name="student-point"/>
                    <p:cNvSpPr>
                      <a:spLocks noGrp="1"/>
                    </p:cNvSpPr>
                    <p:nvPr/>
                  </p:nvSpPr>
                  <p:spPr>
                    <a:xfrm>
                      <a:off x="6855" y="8205"/>
                      <a:ext cx="120" cy="120"/>
                    </a:xfrm>
                    <a:prstGeom prst="ellipse">
                      <a:avLst/>
                    </a:prstGeom>
                    <a:solidFill>
                      <a:srgbClr val="61C15D"/>
                    </a:solidFill>
                    <a:ln w="9525">
                      <a:solidFill>
                        <a:srgbClr val="188326"/>
                      </a:solidFill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4" name="anchor"/>
                    <p:cNvSpPr>
                      <a:spLocks noGrp="1"/>
                    </p:cNvSpPr>
                    <p:nvPr/>
                  </p:nvSpPr>
                  <p:spPr>
                    <a:xfrm>
                      <a:off x="6900" y="7815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05" name="anchor"/>
                    <p:cNvSpPr>
                      <a:spLocks noGrp="1"/>
                    </p:cNvSpPr>
                    <p:nvPr/>
                  </p:nvSpPr>
                  <p:spPr>
                    <a:xfrm>
                      <a:off x="6900" y="8190"/>
                      <a:ext cx="30" cy="30"/>
                    </a:xfrm>
                    <a:prstGeom prst="ellipse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cxnSp>
                  <p:nvCxnSpPr>
                    <p:cNvPr id="957" name="直接箭头连接符 956"/>
                    <p:cNvCxnSpPr>
                      <a:stCxn id="304" idx="4"/>
                      <a:endCxn id="305" idx="0"/>
                    </p:cNvCxnSpPr>
                    <p:nvPr/>
                  </p:nvCxnSpPr>
                  <p:spPr>
                    <a:xfrm>
                      <a:off x="6915" y="7845"/>
                      <a:ext cx="0" cy="345"/>
                    </a:xfrm>
                    <a:prstGeom prst="straightConnector1">
                      <a:avLst/>
                    </a:prstGeom>
                    <a:ln w="10478">
                      <a:solidFill>
                        <a:srgbClr val="FF6A00"/>
                      </a:solidFill>
                      <a:prstDash val="dash"/>
                      <a:tailEnd type="triangle"/>
                    </a:ln>
                  </p:spPr>
                </p:cxnSp>
                <p:sp>
                  <p:nvSpPr>
                    <p:cNvPr id="311" name="xlab"/>
                    <p:cNvSpPr>
                      <a:spLocks noGrp="1"/>
                    </p:cNvSpPr>
                    <p:nvPr/>
                  </p:nvSpPr>
                  <p:spPr>
                    <a:xfrm>
                      <a:off x="4290" y="8599"/>
                      <a:ext cx="375" cy="230"/>
                    </a:xfrm>
                    <a:prstGeom prst="rect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pPr algn="ctr">
                        <a:defRPr sz="900" b="1">
                          <a:solidFill>
                            <a:srgbClr val="111111"/>
                          </a:solidFill>
                        </a:defRPr>
                      </a:pPr>
                      <a:r>
                        <a:rPr sz="900" b="1">
                          <a:solidFill>
                            <a:srgbClr val="111111"/>
                          </a:solidFill>
                        </a:rPr>
                        <a:t>1</a:t>
                      </a:r>
                    </a:p>
                  </p:txBody>
                </p:sp>
                <p:sp>
                  <p:nvSpPr>
                    <p:cNvPr id="312" name="xlab"/>
                    <p:cNvSpPr>
                      <a:spLocks noGrp="1"/>
                    </p:cNvSpPr>
                    <p:nvPr/>
                  </p:nvSpPr>
                  <p:spPr>
                    <a:xfrm>
                      <a:off x="4752" y="8589"/>
                      <a:ext cx="375" cy="250"/>
                    </a:xfrm>
                    <a:prstGeom prst="rect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pPr algn="ctr">
                        <a:defRPr sz="900" b="1">
                          <a:solidFill>
                            <a:srgbClr val="111111"/>
                          </a:solidFill>
                        </a:defRPr>
                      </a:pPr>
                      <a:r>
                        <a:rPr sz="900" b="1">
                          <a:solidFill>
                            <a:srgbClr val="11111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313" name="xlab"/>
                    <p:cNvSpPr>
                      <a:spLocks noGrp="1"/>
                    </p:cNvSpPr>
                    <p:nvPr/>
                  </p:nvSpPr>
                  <p:spPr>
                    <a:xfrm>
                      <a:off x="5205" y="8602"/>
                      <a:ext cx="375" cy="225"/>
                    </a:xfrm>
                    <a:prstGeom prst="rect">
                      <a:avLst/>
                    </a:prstGeom>
                    <a:noFill/>
                    <a:ln w="0">
                      <a:noFill/>
                      <a:prstDash val="solid"/>
                    </a:ln>
                  </p:spPr>
                  <p:txBody>
                    <a:bodyPr/>
                    <a:lstStyle/>
                    <a:p>
                      <a:pPr algn="ctr">
                        <a:defRPr sz="900" b="1">
                          <a:solidFill>
                            <a:srgbClr val="111111"/>
                          </a:solidFill>
                        </a:defRPr>
                      </a:pPr>
                      <a:r>
                        <a:rPr sz="900" b="1">
                          <a:solidFill>
                            <a:srgbClr val="111111"/>
                          </a:solidFill>
                        </a:rPr>
                        <a:t>3</a:t>
                      </a:r>
                    </a:p>
                  </p:txBody>
                </p:sp>
                <p:cxnSp>
                  <p:nvCxnSpPr>
                    <p:cNvPr id="117" name="直接箭头连接符 116"/>
                    <p:cNvCxnSpPr/>
                    <p:nvPr/>
                  </p:nvCxnSpPr>
                  <p:spPr>
                    <a:xfrm flipV="1">
                      <a:off x="4274" y="8517"/>
                      <a:ext cx="2947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直接箭头连接符 131"/>
                    <p:cNvCxnSpPr/>
                    <p:nvPr/>
                  </p:nvCxnSpPr>
                  <p:spPr>
                    <a:xfrm flipV="1">
                      <a:off x="4275" y="6816"/>
                      <a:ext cx="0" cy="170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3" name="椭圆 12"/>
                <p:cNvSpPr/>
                <p:nvPr/>
              </p:nvSpPr>
              <p:spPr>
                <a:xfrm>
                  <a:off x="5488" y="882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椭圆 13"/>
                <p:cNvSpPr/>
                <p:nvPr/>
              </p:nvSpPr>
              <p:spPr>
                <a:xfrm>
                  <a:off x="5745" y="882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椭圆 15"/>
                <p:cNvSpPr/>
                <p:nvPr/>
              </p:nvSpPr>
              <p:spPr>
                <a:xfrm>
                  <a:off x="5976" y="8822"/>
                  <a:ext cx="28" cy="2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23" name="xlab"/>
            <p:cNvSpPr>
              <a:spLocks noGrp="1"/>
            </p:cNvSpPr>
            <p:nvPr/>
          </p:nvSpPr>
          <p:spPr>
            <a:xfrm>
              <a:off x="9930" y="8638"/>
              <a:ext cx="375" cy="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900" b="1">
                  <a:solidFill>
                    <a:srgbClr val="111111"/>
                  </a:solidFill>
                </a:defRPr>
              </a:pPr>
              <a:r>
                <a:rPr sz="900" b="1">
                  <a:solidFill>
                    <a:srgbClr val="111111"/>
                  </a:solidFill>
                </a:rPr>
                <a:t>T</a:t>
              </a:r>
            </a:p>
          </p:txBody>
        </p:sp>
        <p:sp>
          <p:nvSpPr>
            <p:cNvPr id="24" name="feature-space"/>
            <p:cNvSpPr>
              <a:spLocks noGrp="1"/>
            </p:cNvSpPr>
            <p:nvPr/>
          </p:nvSpPr>
          <p:spPr>
            <a:xfrm>
              <a:off x="7110" y="6384"/>
              <a:ext cx="870" cy="5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675" b="0">
                  <a:solidFill>
                    <a:srgbClr val="111111"/>
                  </a:solidFill>
                </a:defRPr>
              </a:pPr>
              <a:r>
                <a:rPr sz="6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feature</a:t>
              </a:r>
            </a:p>
            <a:p>
              <a:pPr algn="l">
                <a:defRPr sz="675" b="0">
                  <a:solidFill>
                    <a:srgbClr val="111111"/>
                  </a:solidFill>
                </a:defRPr>
              </a:pPr>
              <a:r>
                <a:rPr sz="675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space</a:t>
              </a:r>
            </a:p>
          </p:txBody>
        </p:sp>
        <p:sp>
          <p:nvSpPr>
            <p:cNvPr id="25" name="xlab"/>
            <p:cNvSpPr>
              <a:spLocks noGrp="1"/>
            </p:cNvSpPr>
            <p:nvPr/>
          </p:nvSpPr>
          <p:spPr>
            <a:xfrm>
              <a:off x="7500" y="8635"/>
              <a:ext cx="375" cy="23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900" b="1">
                  <a:solidFill>
                    <a:srgbClr val="111111"/>
                  </a:solidFill>
                </a:defRPr>
              </a:pPr>
              <a:r>
                <a:rPr sz="900" b="1">
                  <a:solidFill>
                    <a:srgbClr val="111111"/>
                  </a:solidFill>
                </a:rPr>
                <a:t>1</a:t>
              </a:r>
            </a:p>
          </p:txBody>
        </p:sp>
        <p:sp>
          <p:nvSpPr>
            <p:cNvPr id="26" name="xlab"/>
            <p:cNvSpPr>
              <a:spLocks noGrp="1"/>
            </p:cNvSpPr>
            <p:nvPr/>
          </p:nvSpPr>
          <p:spPr>
            <a:xfrm>
              <a:off x="7962" y="8625"/>
              <a:ext cx="375" cy="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900" b="1">
                  <a:solidFill>
                    <a:srgbClr val="111111"/>
                  </a:solidFill>
                </a:defRPr>
              </a:pPr>
              <a:r>
                <a:rPr sz="900" b="1">
                  <a:solidFill>
                    <a:srgbClr val="111111"/>
                  </a:solidFill>
                </a:rPr>
                <a:t>2</a:t>
              </a:r>
            </a:p>
          </p:txBody>
        </p:sp>
        <p:sp>
          <p:nvSpPr>
            <p:cNvPr id="28" name="xlab"/>
            <p:cNvSpPr>
              <a:spLocks noGrp="1"/>
            </p:cNvSpPr>
            <p:nvPr/>
          </p:nvSpPr>
          <p:spPr>
            <a:xfrm>
              <a:off x="8415" y="8638"/>
              <a:ext cx="375" cy="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900" b="1">
                  <a:solidFill>
                    <a:srgbClr val="111111"/>
                  </a:solidFill>
                </a:defRPr>
              </a:pPr>
              <a:r>
                <a:rPr sz="900" b="1">
                  <a:solidFill>
                    <a:srgbClr val="111111"/>
                  </a:solidFill>
                </a:rPr>
                <a:t>3</a:t>
              </a:r>
            </a:p>
          </p:txBody>
        </p:sp>
        <p:cxnSp>
          <p:nvCxnSpPr>
            <p:cNvPr id="29" name="直接箭头连接符 28"/>
            <p:cNvCxnSpPr/>
            <p:nvPr/>
          </p:nvCxnSpPr>
          <p:spPr>
            <a:xfrm>
              <a:off x="7484" y="8553"/>
              <a:ext cx="2787" cy="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V="1">
              <a:off x="7485" y="6852"/>
              <a:ext cx="0" cy="17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/>
            <p:cNvSpPr/>
            <p:nvPr/>
          </p:nvSpPr>
          <p:spPr>
            <a:xfrm>
              <a:off x="9013" y="8813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9270" y="8813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9501" y="8813"/>
              <a:ext cx="28" cy="2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1" name="曲线连接符 40"/>
          <p:cNvCxnSpPr>
            <a:endCxn id="359" idx="7"/>
          </p:cNvCxnSpPr>
          <p:nvPr/>
        </p:nvCxnSpPr>
        <p:spPr>
          <a:xfrm rot="5400000">
            <a:off x="4657090" y="4721225"/>
            <a:ext cx="374015" cy="297815"/>
          </a:xfrm>
          <a:prstGeom prst="curvedConnector3">
            <a:avLst>
              <a:gd name="adj1" fmla="val 49745"/>
            </a:avLst>
          </a:prstGeom>
          <a:ln w="10541" cmpd="sng">
            <a:solidFill>
              <a:srgbClr val="FF6A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曲线连接符 42"/>
          <p:cNvCxnSpPr>
            <a:stCxn id="376" idx="4"/>
            <a:endCxn id="362" idx="7"/>
          </p:cNvCxnSpPr>
          <p:nvPr/>
        </p:nvCxnSpPr>
        <p:spPr>
          <a:xfrm rot="5400000">
            <a:off x="5196205" y="4392930"/>
            <a:ext cx="554355" cy="906780"/>
          </a:xfrm>
          <a:prstGeom prst="curvedConnector3">
            <a:avLst>
              <a:gd name="adj1" fmla="val 35681"/>
            </a:avLst>
          </a:prstGeom>
          <a:ln w="10541">
            <a:solidFill>
              <a:srgbClr val="FF6A00"/>
            </a:solidFill>
            <a:prstDash val="dash"/>
            <a:bevel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曲线连接符 43"/>
          <p:cNvCxnSpPr>
            <a:stCxn id="376" idx="4"/>
            <a:endCxn id="367" idx="0"/>
          </p:cNvCxnSpPr>
          <p:nvPr/>
        </p:nvCxnSpPr>
        <p:spPr>
          <a:xfrm rot="5400000">
            <a:off x="5354955" y="4512310"/>
            <a:ext cx="514350" cy="628650"/>
          </a:xfrm>
          <a:prstGeom prst="curvedConnector3">
            <a:avLst>
              <a:gd name="adj1" fmla="val 50000"/>
            </a:avLst>
          </a:prstGeom>
          <a:ln w="10541">
            <a:solidFill>
              <a:srgbClr val="FF6A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曲线连接符 45"/>
          <p:cNvCxnSpPr>
            <a:stCxn id="381" idx="4"/>
            <a:endCxn id="377" idx="0"/>
          </p:cNvCxnSpPr>
          <p:nvPr/>
        </p:nvCxnSpPr>
        <p:spPr>
          <a:xfrm rot="5400000">
            <a:off x="5926455" y="4626610"/>
            <a:ext cx="304800" cy="304800"/>
          </a:xfrm>
          <a:prstGeom prst="curvedConnector3">
            <a:avLst>
              <a:gd name="adj1" fmla="val 50000"/>
            </a:avLst>
          </a:prstGeom>
          <a:ln w="10541">
            <a:solidFill>
              <a:srgbClr val="FF6A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445760" y="8336280"/>
            <a:ext cx="500380" cy="0"/>
          </a:xfrm>
          <a:prstGeom prst="line">
            <a:avLst/>
          </a:prstGeom>
          <a:ln>
            <a:solidFill>
              <a:srgbClr val="A4D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5965189" y="8267700"/>
            <a:ext cx="180340" cy="17780"/>
            <a:chOff x="5916930" y="8255000"/>
            <a:chExt cx="180340" cy="17780"/>
          </a:xfrm>
        </p:grpSpPr>
        <p:sp>
          <p:nvSpPr>
            <p:cNvPr id="52" name="椭圆 51"/>
            <p:cNvSpPr/>
            <p:nvPr/>
          </p:nvSpPr>
          <p:spPr>
            <a:xfrm>
              <a:off x="5916930" y="8255000"/>
              <a:ext cx="17780" cy="177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6002655" y="8255000"/>
              <a:ext cx="17780" cy="177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6079490" y="8255000"/>
              <a:ext cx="17780" cy="1778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1" name="bar-0"/>
          <p:cNvSpPr>
            <a:spLocks noGrp="1"/>
          </p:cNvSpPr>
          <p:nvPr/>
        </p:nvSpPr>
        <p:spPr>
          <a:xfrm>
            <a:off x="6218555" y="8058150"/>
            <a:ext cx="85725" cy="284797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bar-1"/>
          <p:cNvSpPr>
            <a:spLocks noGrp="1"/>
          </p:cNvSpPr>
          <p:nvPr/>
        </p:nvSpPr>
        <p:spPr>
          <a:xfrm>
            <a:off x="6353175" y="8199120"/>
            <a:ext cx="85725" cy="144399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bar-2"/>
          <p:cNvSpPr>
            <a:spLocks noGrp="1"/>
          </p:cNvSpPr>
          <p:nvPr/>
        </p:nvSpPr>
        <p:spPr>
          <a:xfrm>
            <a:off x="6486525" y="7980045"/>
            <a:ext cx="85725" cy="362268"/>
          </a:xfrm>
          <a:prstGeom prst="rect">
            <a:avLst/>
          </a:prstGeom>
          <a:solidFill>
            <a:srgbClr val="A4D197"/>
          </a:solidFill>
          <a:ln w="9525">
            <a:solidFill>
              <a:srgbClr val="55A83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58" name="直接连接符 57"/>
          <p:cNvCxnSpPr/>
          <p:nvPr/>
        </p:nvCxnSpPr>
        <p:spPr>
          <a:xfrm>
            <a:off x="6152515" y="8343900"/>
            <a:ext cx="500380" cy="0"/>
          </a:xfrm>
          <a:prstGeom prst="line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474" idx="3"/>
            <a:endCxn id="522" idx="1"/>
          </p:cNvCxnSpPr>
          <p:nvPr/>
        </p:nvCxnSpPr>
        <p:spPr>
          <a:xfrm flipV="1">
            <a:off x="9691370" y="4590415"/>
            <a:ext cx="786765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/>
        </p:nvGrpSpPr>
        <p:grpSpPr>
          <a:xfrm>
            <a:off x="10150475" y="2381250"/>
            <a:ext cx="1769745" cy="415290"/>
            <a:chOff x="16248" y="5316"/>
            <a:chExt cx="2787" cy="654"/>
          </a:xfrm>
        </p:grpSpPr>
        <p:sp>
          <p:nvSpPr>
            <p:cNvPr id="585" name="class-Background noise"/>
            <p:cNvSpPr>
              <a:spLocks noGrp="1"/>
            </p:cNvSpPr>
            <p:nvPr/>
          </p:nvSpPr>
          <p:spPr>
            <a:xfrm>
              <a:off x="16901" y="5490"/>
              <a:ext cx="2134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l">
                <a:defRPr sz="1050" b="0">
                  <a:solidFill>
                    <a:srgbClr val="111111"/>
                  </a:solidFill>
                </a:defRPr>
              </a:pPr>
              <a:r>
                <a:rPr sz="1050" b="0" dirty="0">
                  <a:solidFill>
                    <a:srgbClr val="111111"/>
                  </a:solidFill>
                  <a:latin typeface="Comic Sans MS" panose="030F0702030302020204" pitchFamily="66" charset="0"/>
                </a:rPr>
                <a:t>Background noise</a:t>
              </a:r>
            </a:p>
          </p:txBody>
        </p:sp>
        <p:pic>
          <p:nvPicPr>
            <p:cNvPr id="70" name="图片 69" descr="噪声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6248" y="5316"/>
              <a:ext cx="654" cy="654"/>
            </a:xfrm>
            <a:prstGeom prst="rect">
              <a:avLst/>
            </a:prstGeom>
          </p:spPr>
        </p:pic>
      </p:grpSp>
      <p:sp>
        <p:nvSpPr>
          <p:cNvPr id="51" name="椭圆 50">
            <a:extLst>
              <a:ext uri="{FF2B5EF4-FFF2-40B4-BE49-F238E27FC236}">
                <a16:creationId xmlns:a16="http://schemas.microsoft.com/office/drawing/2014/main" id="{1EC498A2-DC19-E859-5022-5027810BA297}"/>
              </a:ext>
            </a:extLst>
          </p:cNvPr>
          <p:cNvSpPr/>
          <p:nvPr/>
        </p:nvSpPr>
        <p:spPr>
          <a:xfrm>
            <a:off x="12261215" y="2620645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E08FF96E-B667-1379-E3BB-9FAF64011839}"/>
              </a:ext>
            </a:extLst>
          </p:cNvPr>
          <p:cNvSpPr/>
          <p:nvPr/>
        </p:nvSpPr>
        <p:spPr>
          <a:xfrm>
            <a:off x="12424410" y="2620645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91E23983-02F5-8979-B60F-E0A2483D9DF5}"/>
              </a:ext>
            </a:extLst>
          </p:cNvPr>
          <p:cNvSpPr/>
          <p:nvPr/>
        </p:nvSpPr>
        <p:spPr>
          <a:xfrm>
            <a:off x="12571095" y="2620645"/>
            <a:ext cx="17780" cy="177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207</Words>
  <Application>Microsoft Office PowerPoint</Application>
  <PresentationFormat>自定义</PresentationFormat>
  <Paragraphs>92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Calibri</vt:lpstr>
      <vt:lpstr>Cambria Math</vt:lpstr>
      <vt:lpstr>Comic Sans MS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洋 岳</cp:lastModifiedBy>
  <cp:revision>36</cp:revision>
  <dcterms:created xsi:type="dcterms:W3CDTF">2026-06-23T16:13:00Z</dcterms:created>
  <dcterms:modified xsi:type="dcterms:W3CDTF">2026-07-05T11:01:10Z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34FF00348255425B94503480173789DE_12</vt:lpwstr>
  </property>
  <property fmtid="{D5CDD505-2E9C-101B-9397-08002B2CF9AE}" pid="3" name="KSOProductBuildVer">
    <vt:lpwstr>2052-12.1.0.23542</vt:lpwstr>
  </property>
</Properties>
</file>