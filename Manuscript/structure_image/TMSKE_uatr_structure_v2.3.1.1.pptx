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aa9e05035c4d44" /><Relationship Type="http://schemas.openxmlformats.org/officeDocument/2006/relationships/extended-properties" Target="/docProps/app.xml" Id="Rb9b3461ab4b54978" /><Relationship Type="http://schemas.openxmlformats.org/officeDocument/2006/relationships/officeDocument" Target="/ppt/presentation.xml" Id="Re78debef49fb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a1e4c6ff9c449b"/>
  </p:sldMasterIdLst>
  <p:notesMasterIdLst>
    <p:notesMasterId xmlns:r="http://schemas.openxmlformats.org/officeDocument/2006/relationships" r:id="R297560027b9a4952"/>
  </p:notesMasterIdLst>
  <p:sldIdLst>
    <p:sldId xmlns:r="http://schemas.openxmlformats.org/officeDocument/2006/relationships" id="256" r:id="R8c1b8e13acc441f4"/>
  </p:sldIdLst>
  <p:sldSz cx="14201775" cy="100488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eed69b2ea748d6" /><Relationship Type="http://schemas.openxmlformats.org/officeDocument/2006/relationships/slideMaster" Target="/ppt/slideMasters/slideMaster1.xml" Id="Rb9a1e4c6ff9c449b" /><Relationship Type="http://schemas.openxmlformats.org/officeDocument/2006/relationships/notesMaster" Target="/ppt/notesMasters/notesMaster1.xml" Id="R297560027b9a4952" /><Relationship Type="http://schemas.openxmlformats.org/officeDocument/2006/relationships/presProps" Target="/ppt/presProps.xml" Id="R0f27990558a94dbc" /><Relationship Type="http://schemas.openxmlformats.org/officeDocument/2006/relationships/viewProps" Target="/ppt/viewProps.xml" Id="R77c95b3855594fad" /><Relationship Type="http://schemas.openxmlformats.org/officeDocument/2006/relationships/tableStyles" Target="/ppt/tableStyles.xml" Id="R14459acbf82c4f53" /><Relationship Type="http://schemas.openxmlformats.org/officeDocument/2006/relationships/slide" Target="/ppt/slides/slide1.xml" Id="R8c1b8e13acc4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2d9710bd8c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ad483409954f80" /><Relationship Type="http://schemas.openxmlformats.org/officeDocument/2006/relationships/notesMaster" Target="/ppt/notesMasters/notesMaster1.xml" Id="R77c77e18c00d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原则是在</a:t>
            </a:r>
            <a:r>
              <a:t>MemKD</a:t>
            </a:r>
            <a:r>
              <a:t>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6bc0cf4bc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8fb96b38d642a6" /><Relationship Type="http://schemas.openxmlformats.org/officeDocument/2006/relationships/slideLayout" Target="/ppt/slideLayouts/slideLayout1.xml" Id="Rc90ad7836e7b428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ad7836e7b42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eb0ccb5094b96" /><Relationship Type="http://schemas.openxmlformats.org/officeDocument/2006/relationships/image" Target="/ppt/media/image.png" Id="R5ca86ea509084509" /><Relationship Type="http://schemas.openxmlformats.org/officeDocument/2006/relationships/image" Target="/ppt/media/image2.png" Id="R0987b4c1ef174950" /><Relationship Type="http://schemas.openxmlformats.org/officeDocument/2006/relationships/image" Target="/ppt/media/image3.png" Id="R475882b91681487f" /><Relationship Type="http://schemas.openxmlformats.org/officeDocument/2006/relationships/image" Target="/ppt/media/image4.png" Id="Raab6f6bc527c4f5e" /><Relationship Type="http://schemas.openxmlformats.org/officeDocument/2006/relationships/image" Target="/ppt/media/image5.png" Id="Ra4aca3669f0a4735" /><Relationship Type="http://schemas.openxmlformats.org/officeDocument/2006/relationships/image" Target="/ppt/media/image6.png" Id="Re54979cb34e94331" /><Relationship Type="http://schemas.openxmlformats.org/officeDocument/2006/relationships/image" Target="/ppt/media/image7.png" Id="R9889a7dbabcc45f4" /><Relationship Type="http://schemas.openxmlformats.org/officeDocument/2006/relationships/image" Target="/ppt/media/image8.png" Id="Rb0895de4530a46ea" /><Relationship Type="http://schemas.openxmlformats.org/officeDocument/2006/relationships/image" Target="/ppt/media/image9.png" Id="Rbbc063b502ca4ff0" /><Relationship Type="http://schemas.openxmlformats.org/officeDocument/2006/relationships/notesSlide" Target="/ppt/notesSlides/notesSlide1.xml" Id="Rba70cca4792341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F2680FA6-FC3E-42D0-91DE-22BFA491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81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anchor">
            <a:extLst xmlns:a="http://schemas.openxmlformats.org/drawingml/2006/main">
              <a:ext uri="{FF2B5EF4-FFF2-40B4-BE49-F238E27FC236}">
                <a16:creationId xmlns:a16="http://schemas.microsoft.com/office/drawing/2014/main" id="{DE9BF574-6D49-4A1F-BE49-1F7AB61F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54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anchor">
            <a:extLst xmlns:a="http://schemas.openxmlformats.org/drawingml/2006/main">
              <a:ext uri="{FF2B5EF4-FFF2-40B4-BE49-F238E27FC236}">
                <a16:creationId xmlns:a16="http://schemas.microsoft.com/office/drawing/2014/main" id="{898EBD40-2AD0-4116-8ED4-AECD3E7A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4732491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anchor">
            <a:extLst xmlns:a="http://schemas.openxmlformats.org/drawingml/2006/main">
              <a:ext uri="{FF2B5EF4-FFF2-40B4-BE49-F238E27FC236}">
                <a16:creationId xmlns:a16="http://schemas.microsoft.com/office/drawing/2014/main" id="{9332B4BB-6A2B-4D79-9A4C-9D29D277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5154459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2" name="Teacher panel">
            <a:extLst xmlns:a="http://schemas.openxmlformats.org/drawingml/2006/main">
              <a:ext uri="{FF2B5EF4-FFF2-40B4-BE49-F238E27FC236}">
                <a16:creationId xmlns:a16="http://schemas.microsoft.com/office/drawing/2014/main" id="{BF604382-2ACF-4011-BC22-CB64BA22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4300"/>
            <a:ext cx="5215255" cy="1651000"/>
          </a:xfrm>
          <a:custGeom xmlns:a="http://schemas.openxmlformats.org/drawingml/2006/main"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rect l="l" t="t" r="r" b="b"/>
            <a:pathLst>
              <a:path w="5215255" h="165100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3" name="Teacher title">
            <a:extLst xmlns:a="http://schemas.openxmlformats.org/drawingml/2006/main">
              <a:ext uri="{FF2B5EF4-FFF2-40B4-BE49-F238E27FC236}">
                <a16:creationId xmlns:a16="http://schemas.microsoft.com/office/drawing/2014/main" id="{39DF1E26-FD0E-4253-9350-6333187A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394" y="209550"/>
            <a:ext cx="4669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0646AD"/>
                </a:solidFill>
                <a:latin typeface="Comic Sans MS"/>
                <a:ea typeface="Comic Sans MS"/>
                <a:cs typeface="Comic Sans MS"/>
              </a:rPr>
              <a:t>Teacher: pretrained wav2vec 2.0</a:t>
            </a:r>
          </a:p>
        </p:txBody>
      </p:sp>
      <p:sp>
        <p:nvSpPr>
          <p:cNvPr id="154" name="module-CNN&#10;encoder">
            <a:extLst xmlns:a="http://schemas.openxmlformats.org/drawingml/2006/main">
              <a:ext uri="{FF2B5EF4-FFF2-40B4-BE49-F238E27FC236}">
                <a16:creationId xmlns:a16="http://schemas.microsoft.com/office/drawing/2014/main" id="{D332A32F-852A-498A-A2CA-BAA99015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"/>
            <a:ext cx="1133475" cy="115252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5" name="module-title-CNN&#10;encoder">
            <a:extLst xmlns:a="http://schemas.openxmlformats.org/drawingml/2006/main">
              <a:ext uri="{FF2B5EF4-FFF2-40B4-BE49-F238E27FC236}">
                <a16:creationId xmlns:a16="http://schemas.microsoft.com/office/drawing/2014/main" id="{344A3443-451C-4856-8287-1A7A96EB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9124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159" name="anchor">
            <a:extLst xmlns:a="http://schemas.openxmlformats.org/drawingml/2006/main">
              <a:ext uri="{FF2B5EF4-FFF2-40B4-BE49-F238E27FC236}">
                <a16:creationId xmlns:a16="http://schemas.microsoft.com/office/drawing/2014/main" id="{6EBE9FCC-604F-4F57-8CB1-931FCF1A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52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0" name="anchor">
            <a:extLst xmlns:a="http://schemas.openxmlformats.org/drawingml/2006/main">
              <a:ext uri="{FF2B5EF4-FFF2-40B4-BE49-F238E27FC236}">
                <a16:creationId xmlns:a16="http://schemas.microsoft.com/office/drawing/2014/main" id="{4066C07D-4C08-4B19-8C1C-B054D28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2" name="anchor">
            <a:extLst xmlns:a="http://schemas.openxmlformats.org/drawingml/2006/main">
              <a:ext uri="{FF2B5EF4-FFF2-40B4-BE49-F238E27FC236}">
                <a16:creationId xmlns:a16="http://schemas.microsoft.com/office/drawing/2014/main" id="{BF61623A-8AD6-4B89-B7F7-9FF98728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81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3" name="anchor">
            <a:extLst xmlns:a="http://schemas.openxmlformats.org/drawingml/2006/main">
              <a:ext uri="{FF2B5EF4-FFF2-40B4-BE49-F238E27FC236}">
                <a16:creationId xmlns:a16="http://schemas.microsoft.com/office/drawing/2014/main" id="{6E46DCE9-B1DC-48B5-9CCF-6B5BA098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2668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5" name="module-Transformer">
            <a:extLst xmlns:a="http://schemas.openxmlformats.org/drawingml/2006/main">
              <a:ext uri="{FF2B5EF4-FFF2-40B4-BE49-F238E27FC236}">
                <a16:creationId xmlns:a16="http://schemas.microsoft.com/office/drawing/2014/main" id="{1BF57A44-DB1C-4B8D-97AE-1028EC3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3875"/>
            <a:ext cx="17716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6" name="module-title-Transformer">
            <a:extLst xmlns:a="http://schemas.openxmlformats.org/drawingml/2006/main">
              <a:ext uri="{FF2B5EF4-FFF2-40B4-BE49-F238E27FC236}">
                <a16:creationId xmlns:a16="http://schemas.microsoft.com/office/drawing/2014/main" id="{E3D13D71-5B19-45BC-80AF-F69CB7BE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55918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Transformer</a:t>
            </a: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layer</a:t>
            </a:r>
          </a:p>
        </p:txBody>
      </p:sp>
      <p:sp>
        <p:nvSpPr>
          <p:cNvPr id="167" name="tr-top">
            <a:extLst xmlns:a="http://schemas.openxmlformats.org/drawingml/2006/main">
              <a:ext uri="{FF2B5EF4-FFF2-40B4-BE49-F238E27FC236}">
                <a16:creationId xmlns:a16="http://schemas.microsoft.com/office/drawing/2014/main" id="{964DC864-1F47-426C-9A51-F17AD30E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6" name="anchor">
            <a:extLst xmlns:a="http://schemas.openxmlformats.org/drawingml/2006/main">
              <a:ext uri="{FF2B5EF4-FFF2-40B4-BE49-F238E27FC236}">
                <a16:creationId xmlns:a16="http://schemas.microsoft.com/office/drawing/2014/main" id="{E79C8A6E-0028-491C-9859-0B3DDB9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8" name="anchor">
            <a:extLst xmlns:a="http://schemas.openxmlformats.org/drawingml/2006/main">
              <a:ext uri="{FF2B5EF4-FFF2-40B4-BE49-F238E27FC236}">
                <a16:creationId xmlns:a16="http://schemas.microsoft.com/office/drawing/2014/main" id="{FD742D27-D115-44AF-A96C-835D66A7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9" name="anchor">
            <a:extLst xmlns:a="http://schemas.openxmlformats.org/drawingml/2006/main">
              <a:ext uri="{FF2B5EF4-FFF2-40B4-BE49-F238E27FC236}">
                <a16:creationId xmlns:a16="http://schemas.microsoft.com/office/drawing/2014/main" id="{94DB0D35-05F4-4D5D-867A-E8BF174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1" name="anchor">
            <a:extLst xmlns:a="http://schemas.openxmlformats.org/drawingml/2006/main">
              <a:ext uri="{FF2B5EF4-FFF2-40B4-BE49-F238E27FC236}">
                <a16:creationId xmlns:a16="http://schemas.microsoft.com/office/drawing/2014/main" id="{40806FD7-7CC8-402D-B063-911874C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2" name="anchor">
            <a:extLst xmlns:a="http://schemas.openxmlformats.org/drawingml/2006/main">
              <a:ext uri="{FF2B5EF4-FFF2-40B4-BE49-F238E27FC236}">
                <a16:creationId xmlns:a16="http://schemas.microsoft.com/office/drawing/2014/main" id="{3B080C76-8886-4051-9F7D-3BAE7C74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4" name="anchor">
            <a:extLst xmlns:a="http://schemas.openxmlformats.org/drawingml/2006/main">
              <a:ext uri="{FF2B5EF4-FFF2-40B4-BE49-F238E27FC236}">
                <a16:creationId xmlns:a16="http://schemas.microsoft.com/office/drawing/2014/main" id="{87D92C73-3BF9-4694-A513-AAA94D45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7" name="anchor">
            <a:extLst xmlns:a="http://schemas.openxmlformats.org/drawingml/2006/main">
              <a:ext uri="{FF2B5EF4-FFF2-40B4-BE49-F238E27FC236}">
                <a16:creationId xmlns:a16="http://schemas.microsoft.com/office/drawing/2014/main" id="{3745A3CA-9D27-4F16-8C8E-05D56831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8" name="anchor">
            <a:extLst xmlns:a="http://schemas.openxmlformats.org/drawingml/2006/main">
              <a:ext uri="{FF2B5EF4-FFF2-40B4-BE49-F238E27FC236}">
                <a16:creationId xmlns:a16="http://schemas.microsoft.com/office/drawing/2014/main" id="{142D7EA4-E38D-466A-AF7E-C0D54F80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0" name="anchor">
            <a:extLst xmlns:a="http://schemas.openxmlformats.org/drawingml/2006/main">
              <a:ext uri="{FF2B5EF4-FFF2-40B4-BE49-F238E27FC236}">
                <a16:creationId xmlns:a16="http://schemas.microsoft.com/office/drawing/2014/main" id="{D1E63464-6AA8-4ED2-B219-E9942F5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1" name="anchor">
            <a:extLst xmlns:a="http://schemas.openxmlformats.org/drawingml/2006/main">
              <a:ext uri="{FF2B5EF4-FFF2-40B4-BE49-F238E27FC236}">
                <a16:creationId xmlns:a16="http://schemas.microsoft.com/office/drawing/2014/main" id="{2F3B8D59-B8EC-49F1-A3CD-9CD9F36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3" name="ellipsis">
            <a:extLst xmlns:a="http://schemas.openxmlformats.org/drawingml/2006/main">
              <a:ext uri="{FF2B5EF4-FFF2-40B4-BE49-F238E27FC236}">
                <a16:creationId xmlns:a16="http://schemas.microsoft.com/office/drawing/2014/main" id="{D9356FBE-FBD2-45AB-A92F-BF484EEC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38" y="1134490"/>
            <a:ext cx="348362" cy="295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4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DCDAD995-9700-4CE0-BF5D-179DE09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3875"/>
            <a:ext cx="12382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5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F4ACBED7-6236-409E-9EC9-9904C50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9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Classifier</a:t>
            </a:r>
          </a:p>
        </p:txBody>
      </p:sp>
      <p:sp>
        <p:nvSpPr>
          <p:cNvPr id="196" name="bar-0">
            <a:extLst xmlns:a="http://schemas.openxmlformats.org/drawingml/2006/main">
              <a:ext uri="{FF2B5EF4-FFF2-40B4-BE49-F238E27FC236}">
                <a16:creationId xmlns:a16="http://schemas.microsoft.com/office/drawing/2014/main" id="{047793F4-5B60-4E3D-B686-2F50C686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1351598"/>
            <a:ext cx="85725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7" name="bar-1">
            <a:extLst xmlns:a="http://schemas.openxmlformats.org/drawingml/2006/main">
              <a:ext uri="{FF2B5EF4-FFF2-40B4-BE49-F238E27FC236}">
                <a16:creationId xmlns:a16="http://schemas.microsoft.com/office/drawing/2014/main" id="{55B77C9B-D452-47BF-BE45-59CECC59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8" name="bar-2">
            <a:extLst xmlns:a="http://schemas.openxmlformats.org/drawingml/2006/main">
              <a:ext uri="{FF2B5EF4-FFF2-40B4-BE49-F238E27FC236}">
                <a16:creationId xmlns:a16="http://schemas.microsoft.com/office/drawing/2014/main" id="{C5C2FDFF-4F23-436C-B1F7-C37F146E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80" y="1020128"/>
            <a:ext cx="85725" cy="5248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9" name="bar-3">
            <a:extLst xmlns:a="http://schemas.openxmlformats.org/drawingml/2006/main">
              <a:ext uri="{FF2B5EF4-FFF2-40B4-BE49-F238E27FC236}">
                <a16:creationId xmlns:a16="http://schemas.microsoft.com/office/drawing/2014/main" id="{F37822CB-A803-4064-9097-AF60583C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00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0" name="anchor">
            <a:extLst xmlns:a="http://schemas.openxmlformats.org/drawingml/2006/main">
              <a:ext uri="{FF2B5EF4-FFF2-40B4-BE49-F238E27FC236}">
                <a16:creationId xmlns:a16="http://schemas.microsoft.com/office/drawing/2014/main" id="{A9410EE1-3511-41B4-A6ED-AED01E24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1" name="anchor">
            <a:extLst xmlns:a="http://schemas.openxmlformats.org/drawingml/2006/main">
              <a:ext uri="{FF2B5EF4-FFF2-40B4-BE49-F238E27FC236}">
                <a16:creationId xmlns:a16="http://schemas.microsoft.com/office/drawing/2014/main" id="{31AB5879-2397-4C62-BEBC-2472DC8D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74" name="直接箭头连接符 852"/>
          <p:cNvCxnSpPr>
            <a:stCxn xmlns:a="http://schemas.openxmlformats.org/drawingml/2006/main" id="200" idx="6"/>
            <a:endCxn xmlns:a="http://schemas.openxmlformats.org/drawingml/2006/main" id="201" idx="2"/>
          </p:cNvCxnSpPr>
          <p:nvPr/>
        </p:nvCxnSpPr>
        <p:spPr>
          <a:xfrm xmlns:a="http://schemas.openxmlformats.org/drawingml/2006/main">
            <a:off x="34004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>
            <a:extLst xmlns:a="http://schemas.openxmlformats.org/drawingml/2006/main">
              <a:ext uri="{FF2B5EF4-FFF2-40B4-BE49-F238E27FC236}">
                <a16:creationId xmlns:a16="http://schemas.microsoft.com/office/drawing/2014/main" id="{8C4B3C3D-3797-4764-ABEF-5F59CBD1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4" name="anchor">
            <a:extLst xmlns:a="http://schemas.openxmlformats.org/drawingml/2006/main">
              <a:ext uri="{FF2B5EF4-FFF2-40B4-BE49-F238E27FC236}">
                <a16:creationId xmlns:a16="http://schemas.microsoft.com/office/drawing/2014/main" id="{6993D9A0-09F0-4956-B3BB-B6A1B38F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77" name="直接箭头连接符 855"/>
          <p:cNvCxnSpPr>
            <a:stCxn xmlns:a="http://schemas.openxmlformats.org/drawingml/2006/main" id="203" idx="6"/>
            <a:endCxn xmlns:a="http://schemas.openxmlformats.org/drawingml/2006/main" id="204" idx="2"/>
          </p:cNvCxnSpPr>
          <p:nvPr/>
        </p:nvCxnSpPr>
        <p:spPr>
          <a:xfrm xmlns:a="http://schemas.openxmlformats.org/drawingml/2006/main">
            <a:off x="54197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>
            <a:extLst xmlns:a="http://schemas.openxmlformats.org/drawingml/2006/main">
              <a:ext uri="{FF2B5EF4-FFF2-40B4-BE49-F238E27FC236}">
                <a16:creationId xmlns:a16="http://schemas.microsoft.com/office/drawing/2014/main" id="{8470E875-784A-4A3D-8DD3-703C713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7" name="anchor">
            <a:extLst xmlns:a="http://schemas.openxmlformats.org/drawingml/2006/main">
              <a:ext uri="{FF2B5EF4-FFF2-40B4-BE49-F238E27FC236}">
                <a16:creationId xmlns:a16="http://schemas.microsoft.com/office/drawing/2014/main" id="{FCD12EC3-566C-4FD1-85E0-078DDD5C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80" name="直接箭头连接符 858"/>
          <p:cNvCxnSpPr>
            <a:stCxn xmlns:a="http://schemas.openxmlformats.org/drawingml/2006/main" id="206" idx="6"/>
            <a:endCxn xmlns:a="http://schemas.openxmlformats.org/drawingml/2006/main" id="207" idx="2"/>
          </p:cNvCxnSpPr>
          <p:nvPr/>
        </p:nvCxnSpPr>
        <p:spPr>
          <a:xfrm xmlns:a="http://schemas.openxmlformats.org/drawingml/2006/main">
            <a:off x="6915150" y="12192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>
            <a:extLst xmlns:a="http://schemas.openxmlformats.org/drawingml/2006/main">
              <a:ext uri="{FF2B5EF4-FFF2-40B4-BE49-F238E27FC236}">
                <a16:creationId xmlns:a16="http://schemas.microsoft.com/office/drawing/2014/main" id="{EB906C1F-59D8-4509-97E0-93716D2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471" y="1128712"/>
            <a:ext cx="857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5" name="zt">
            <a:extLst xmlns:a="http://schemas.openxmlformats.org/drawingml/2006/main">
              <a:ext uri="{FF2B5EF4-FFF2-40B4-BE49-F238E27FC236}">
                <a16:creationId xmlns:a16="http://schemas.microsoft.com/office/drawing/2014/main" id="{E317FBD0-0CF8-42E3-8652-B968DFB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146113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𝒁</m:t>
                      </m:r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7" name="HT">
            <a:extLst xmlns:a="http://schemas.openxmlformats.org/drawingml/2006/main">
              <a:ext uri="{FF2B5EF4-FFF2-40B4-BE49-F238E27FC236}">
                <a16:creationId xmlns:a16="http://schemas.microsoft.com/office/drawing/2014/main" id="{20CEC8F0-E9B0-4005-90F6-CA0100B0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0193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8" name="teacher hidden">
            <a:extLst xmlns:a="http://schemas.openxmlformats.org/drawingml/2006/main">
              <a:ext uri="{FF2B5EF4-FFF2-40B4-BE49-F238E27FC236}">
                <a16:creationId xmlns:a16="http://schemas.microsoft.com/office/drawing/2014/main" id="{1CDBEBB3-FF89-494E-A9B3-97E3C24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933575"/>
            <a:ext cx="39433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73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9" name="token-0">
            <a:extLst xmlns:a="http://schemas.openxmlformats.org/drawingml/2006/main">
              <a:ext uri="{FF2B5EF4-FFF2-40B4-BE49-F238E27FC236}">
                <a16:creationId xmlns:a16="http://schemas.microsoft.com/office/drawing/2014/main" id="{2B0295F4-A5EE-4766-AB38-49D08AC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0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93A6707A-8291-47B2-8252-82D1F6B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1" name="token-1">
            <a:extLst xmlns:a="http://schemas.openxmlformats.org/drawingml/2006/main">
              <a:ext uri="{FF2B5EF4-FFF2-40B4-BE49-F238E27FC236}">
                <a16:creationId xmlns:a16="http://schemas.microsoft.com/office/drawing/2014/main" id="{7701F597-BF48-474C-AF48-86B0BFE3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2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6483420A-3FCF-4211-957D-80AFA5F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3" name="token-2">
            <a:extLst xmlns:a="http://schemas.openxmlformats.org/drawingml/2006/main">
              <a:ext uri="{FF2B5EF4-FFF2-40B4-BE49-F238E27FC236}">
                <a16:creationId xmlns:a16="http://schemas.microsoft.com/office/drawing/2014/main" id="{A047F2D3-7767-4369-A025-50E1616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4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08745AC3-A269-435E-B5DA-00F7A84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5" name="token-3">
            <a:extLst xmlns:a="http://schemas.openxmlformats.org/drawingml/2006/main">
              <a:ext uri="{FF2B5EF4-FFF2-40B4-BE49-F238E27FC236}">
                <a16:creationId xmlns:a16="http://schemas.microsoft.com/office/drawing/2014/main" id="{BECAE489-6DBB-4885-8820-ECFA6B19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6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683C2879-19A8-4424-A546-E6A252CD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227" name="teacher dots">
            <a:extLst xmlns:a="http://schemas.openxmlformats.org/drawingml/2006/main">
              <a:ext uri="{FF2B5EF4-FFF2-40B4-BE49-F238E27FC236}">
                <a16:creationId xmlns:a16="http://schemas.microsoft.com/office/drawing/2014/main" id="{2C1D3669-CC12-46F0-A568-BB33E0FB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9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228" name="token-0">
            <a:extLst xmlns:a="http://schemas.openxmlformats.org/drawingml/2006/main">
              <a:ext uri="{FF2B5EF4-FFF2-40B4-BE49-F238E27FC236}">
                <a16:creationId xmlns:a16="http://schemas.microsoft.com/office/drawing/2014/main" id="{8F119A4F-BB1E-4ED4-B626-4079F22F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9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F0B3A798-B01D-4BA9-88D8-3B51BBF7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395" name="Student panel">
            <a:extLst xmlns:a="http://schemas.openxmlformats.org/drawingml/2006/main">
              <a:ext uri="{FF2B5EF4-FFF2-40B4-BE49-F238E27FC236}">
                <a16:creationId xmlns:a16="http://schemas.microsoft.com/office/drawing/2014/main" id="{1E2800AE-272B-44FF-9C50-61E59D2A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86650"/>
            <a:ext cx="6650355" cy="1516380"/>
          </a:xfrm>
          <a:custGeom xmlns:a="http://schemas.openxmlformats.org/drawingml/2006/main"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rect l="l" t="t" r="r" b="b"/>
            <a:pathLst>
              <a:path w="6650355" h="1583055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 xmlns:a="http://schemas.openxmlformats.org/drawingml/2006/main">
            <a:srgbClr val="FBFFF8"/>
          </a:solidFill>
          <a:ln xmlns:a="http://schemas.openxmlformats.org/drawingml/2006/main" w="12383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6" name="Student title">
            <a:extLst xmlns:a="http://schemas.openxmlformats.org/drawingml/2006/main">
              <a:ext uri="{FF2B5EF4-FFF2-40B4-BE49-F238E27FC236}">
                <a16:creationId xmlns:a16="http://schemas.microsoft.com/office/drawing/2014/main" id="{2CC648C0-B632-40A0-B7DE-B8E3D9B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370" y="859218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sz="1725" b="1" i="0" u="none" cap="none">
                <a:ln>
                  <a:noFill/>
                </a:ln>
                <a:solidFill>
                  <a:srgbClr val="188326"/>
                </a:solidFill>
                <a:latin typeface="Comic Sans MS"/>
                <a:ea typeface="Comic Sans MS"/>
                <a:cs typeface="Comic Sans MS"/>
              </a:rPr>
              <a:t>Student: lightweight LNN</a:t>
            </a:r>
          </a:p>
        </p:txBody>
      </p:sp>
      <p:sp>
        <p:nvSpPr>
          <p:cNvPr id="460" name="HS">
            <a:extLst xmlns:a="http://schemas.openxmlformats.org/drawingml/2006/main">
              <a:ext uri="{FF2B5EF4-FFF2-40B4-BE49-F238E27FC236}">
                <a16:creationId xmlns:a16="http://schemas.microsoft.com/office/drawing/2014/main" id="{284BCF24-3330-40B1-8169-6BA11EF5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93483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461" name="student hidden">
            <a:extLst xmlns:a="http://schemas.openxmlformats.org/drawingml/2006/main">
              <a:ext uri="{FF2B5EF4-FFF2-40B4-BE49-F238E27FC236}">
                <a16:creationId xmlns:a16="http://schemas.microsoft.com/office/drawing/2014/main" id="{1732F447-361B-40CF-9110-CB1EDB3A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0800" y="6830060"/>
            <a:ext cx="41338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9EB"/>
          </a:solidFill>
          <a:ln xmlns:a="http://schemas.openxmlformats.org/drawingml/2006/main" w="9525">
            <a:solidFill>
              <a:srgbClr val="55A83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2" name="token-0">
            <a:extLst xmlns:a="http://schemas.openxmlformats.org/drawingml/2006/main">
              <a:ext uri="{FF2B5EF4-FFF2-40B4-BE49-F238E27FC236}">
                <a16:creationId xmlns:a16="http://schemas.microsoft.com/office/drawing/2014/main" id="{5F54F29E-F82D-4308-B6D2-6FCD44F8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3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94C158A7-6DAA-41E0-A0A6-950C320A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64" name="token-1">
            <a:extLst xmlns:a="http://schemas.openxmlformats.org/drawingml/2006/main">
              <a:ext uri="{FF2B5EF4-FFF2-40B4-BE49-F238E27FC236}">
                <a16:creationId xmlns:a16="http://schemas.microsoft.com/office/drawing/2014/main" id="{3CFC6FCC-3BB5-40DD-9D45-95DCE387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5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4D4B7B32-8FBC-4659-B5B2-F477588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66" name="token-2">
            <a:extLst xmlns:a="http://schemas.openxmlformats.org/drawingml/2006/main">
              <a:ext uri="{FF2B5EF4-FFF2-40B4-BE49-F238E27FC236}">
                <a16:creationId xmlns:a16="http://schemas.microsoft.com/office/drawing/2014/main" id="{66C9B39D-6210-489A-93AF-A776E0FB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7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842E60B6-A7FC-4D3A-B909-BED7D60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68" name="token-3">
            <a:extLst xmlns:a="http://schemas.openxmlformats.org/drawingml/2006/main">
              <a:ext uri="{FF2B5EF4-FFF2-40B4-BE49-F238E27FC236}">
                <a16:creationId xmlns:a16="http://schemas.microsoft.com/office/drawing/2014/main" id="{A142F50E-EAC2-4911-AEF1-E53E7EA4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9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A5D246B6-24D6-4750-B7B1-24EAEF21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470" name="student dots">
            <a:extLst xmlns:a="http://schemas.openxmlformats.org/drawingml/2006/main">
              <a:ext uri="{FF2B5EF4-FFF2-40B4-BE49-F238E27FC236}">
                <a16:creationId xmlns:a16="http://schemas.microsoft.com/office/drawing/2014/main" id="{76FD6AF8-708E-464A-B27B-34D3154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690626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471" name="token-0">
            <a:extLst xmlns:a="http://schemas.openxmlformats.org/drawingml/2006/main">
              <a:ext uri="{FF2B5EF4-FFF2-40B4-BE49-F238E27FC236}">
                <a16:creationId xmlns:a16="http://schemas.microsoft.com/office/drawing/2014/main" id="{8C90B3F3-3034-4834-9B9D-E3500F72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72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1E723921-1382-4761-8891-B6FB224B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511" name="student-zst">
            <a:extLst xmlns:a="http://schemas.openxmlformats.org/drawingml/2006/main">
              <a:ext uri="{FF2B5EF4-FFF2-40B4-BE49-F238E27FC236}">
                <a16:creationId xmlns:a16="http://schemas.microsoft.com/office/drawing/2014/main" id="{8A392BDD-CB91-41B3-B4D4-9B596C7F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710" y="732663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d>
                        <m:dPr>
                          <m:begChr m:val="{"/>
                          <m:endChr m:val="}"/>
                          <m:grow m:val="off"/>
                        </m:dPr>
                        <m:e>
                          <m:sSubSup>
                            <m:e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  <m:sup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12" name="bar-0">
            <a:extLst xmlns:a="http://schemas.openxmlformats.org/drawingml/2006/main">
              <a:ext uri="{FF2B5EF4-FFF2-40B4-BE49-F238E27FC236}">
                <a16:creationId xmlns:a16="http://schemas.microsoft.com/office/drawing/2014/main" id="{A34A39A9-B522-4715-B87F-3432CAA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26630"/>
            <a:ext cx="9525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3" name="bar-1">
            <a:extLst xmlns:a="http://schemas.openxmlformats.org/drawingml/2006/main">
              <a:ext uri="{FF2B5EF4-FFF2-40B4-BE49-F238E27FC236}">
                <a16:creationId xmlns:a16="http://schemas.microsoft.com/office/drawing/2014/main" id="{ACB87770-C035-4084-B206-5AADD3A0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4" name="bar-2">
            <a:extLst xmlns:a="http://schemas.openxmlformats.org/drawingml/2006/main">
              <a:ext uri="{FF2B5EF4-FFF2-40B4-BE49-F238E27FC236}">
                <a16:creationId xmlns:a16="http://schemas.microsoft.com/office/drawing/2014/main" id="{1D4D52DE-6FDF-4D87-8482-4411A1C4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338441"/>
            <a:ext cx="95250" cy="224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5" name="per-step">
            <a:extLst xmlns:a="http://schemas.openxmlformats.org/drawingml/2006/main">
              <a:ext uri="{FF2B5EF4-FFF2-40B4-BE49-F238E27FC236}">
                <a16:creationId xmlns:a16="http://schemas.microsoft.com/office/drawing/2014/main" id="{AC5E815F-473B-4042-8C0C-2D7B40A5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296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516" name="bar-0">
            <a:extLst xmlns:a="http://schemas.openxmlformats.org/drawingml/2006/main">
              <a:ext uri="{FF2B5EF4-FFF2-40B4-BE49-F238E27FC236}">
                <a16:creationId xmlns:a16="http://schemas.microsoft.com/office/drawing/2014/main" id="{E22B2613-40BE-4025-B199-E4D43083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341394"/>
            <a:ext cx="95250" cy="22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7" name="bar-1">
            <a:extLst xmlns:a="http://schemas.openxmlformats.org/drawingml/2006/main">
              <a:ext uri="{FF2B5EF4-FFF2-40B4-BE49-F238E27FC236}">
                <a16:creationId xmlns:a16="http://schemas.microsoft.com/office/drawing/2014/main" id="{45F9DBC1-797C-4C60-82FB-E79A0A1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9" name="student-zs">
            <a:extLst xmlns:a="http://schemas.openxmlformats.org/drawingml/2006/main">
              <a:ext uri="{FF2B5EF4-FFF2-40B4-BE49-F238E27FC236}">
                <a16:creationId xmlns:a16="http://schemas.microsoft.com/office/drawing/2014/main" id="{2D7C7DBD-92DD-4C23-952D-7ACB5324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2" y="812292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𝑍</m:t>
                      </m:r>
                    </m:e>
                    <m:sub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𝑆</m:t>
                      </m:r>
                    </m:sub>
                  </m:sSub>
                </m:oMath>
              </m:oMathPara>
            </a14:m>
          </a:p>
        </p:txBody>
      </p:sp>
      <p:sp>
        <p:nvSpPr>
          <p:cNvPr id="520" name="bar-0">
            <a:extLst xmlns:a="http://schemas.openxmlformats.org/drawingml/2006/main">
              <a:ext uri="{FF2B5EF4-FFF2-40B4-BE49-F238E27FC236}">
                <a16:creationId xmlns:a16="http://schemas.microsoft.com/office/drawing/2014/main" id="{9C26B391-A9C3-4A14-8617-B7848943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449151"/>
            <a:ext cx="95250" cy="370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1" name="final-label">
            <a:extLst xmlns:a="http://schemas.openxmlformats.org/drawingml/2006/main">
              <a:ext uri="{FF2B5EF4-FFF2-40B4-BE49-F238E27FC236}">
                <a16:creationId xmlns:a16="http://schemas.microsoft.com/office/drawing/2014/main" id="{A610AE06-11A5-4A0E-9492-D5114DBA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883920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sz="1125" b="1" i="1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 </a:t>
            </a:r>
            <a:r>
              <a:rPr sz="112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classes</a:t>
            </a:r>
          </a:p>
        </p:txBody>
      </p:sp>
      <p:sp>
        <p:nvSpPr>
          <p:cNvPr id="522" name="loss">
            <a:extLst xmlns:a="http://schemas.openxmlformats.org/drawingml/2006/main">
              <a:ext uri="{FF2B5EF4-FFF2-40B4-BE49-F238E27FC236}">
                <a16:creationId xmlns:a16="http://schemas.microsoft.com/office/drawing/2014/main" id="{33965BA7-F0E2-46A8-A497-46E5EE14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5350" y="1020445"/>
            <a:ext cx="1657350" cy="1155700"/>
          </a:xfrm>
          <a:custGeom xmlns:a="http://schemas.openxmlformats.org/drawingml/2006/main">
            <a:gdLst>
              <a:gd name="csX0" fmla="*/ 0 w 1657350"/>
              <a:gd name="csY0" fmla="*/ 102279 h 1155700"/>
              <a:gd name="csX1" fmla="*/ 102279 w 1657350"/>
              <a:gd name="csY1" fmla="*/ 0 h 1155700"/>
              <a:gd name="csX2" fmla="*/ 601071 w 1657350"/>
              <a:gd name="csY2" fmla="*/ 0 h 1155700"/>
              <a:gd name="csX3" fmla="*/ 1056279 w 1657350"/>
              <a:gd name="csY3" fmla="*/ 0 h 1155700"/>
              <a:gd name="csX4" fmla="*/ 1555071 w 1657350"/>
              <a:gd name="csY4" fmla="*/ 0 h 1155700"/>
              <a:gd name="csX5" fmla="*/ 1657350 w 1657350"/>
              <a:gd name="csY5" fmla="*/ 102279 h 1155700"/>
              <a:gd name="csX6" fmla="*/ 1657350 w 1657350"/>
              <a:gd name="csY6" fmla="*/ 558827 h 1155700"/>
              <a:gd name="csX7" fmla="*/ 1657350 w 1657350"/>
              <a:gd name="csY7" fmla="*/ 1053421 h 1155700"/>
              <a:gd name="csX8" fmla="*/ 1555071 w 1657350"/>
              <a:gd name="csY8" fmla="*/ 1155700 h 1155700"/>
              <a:gd name="csX9" fmla="*/ 1041751 w 1657350"/>
              <a:gd name="csY9" fmla="*/ 1155700 h 1155700"/>
              <a:gd name="csX10" fmla="*/ 542959 w 1657350"/>
              <a:gd name="csY10" fmla="*/ 1155700 h 1155700"/>
              <a:gd name="csX11" fmla="*/ 102279 w 1657350"/>
              <a:gd name="csY11" fmla="*/ 1155700 h 1155700"/>
              <a:gd name="csX12" fmla="*/ 0 w 1657350"/>
              <a:gd name="csY12" fmla="*/ 1053421 h 1155700"/>
              <a:gd name="csX13" fmla="*/ 0 w 1657350"/>
              <a:gd name="csY13" fmla="*/ 577850 h 1155700"/>
              <a:gd name="csX14" fmla="*/ 0 w 1657350"/>
              <a:gd name="csY14" fmla="*/ 102279 h 1155700"/>
            </a:gdLst>
            <a:rect l="l" t="t" r="r" b="b"/>
            <a:pathLst>
              <a:path w="1657350" h="1155700">
                <a:moveTo>
                  <a:pt x="0" y="102279"/>
                </a:moveTo>
                <a:cubicBezTo>
                  <a:pt x="-5204" y="35185"/>
                  <a:pt x="45959" y="-2257"/>
                  <a:pt x="102279" y="0"/>
                </a:cubicBezTo>
                <a:cubicBezTo>
                  <a:pt x="304020" y="13055"/>
                  <a:pt x="386704" y="-12001"/>
                  <a:pt x="601071" y="0"/>
                </a:cubicBezTo>
                <a:cubicBezTo>
                  <a:pt x="815438" y="12001"/>
                  <a:pt x="844931" y="-6527"/>
                  <a:pt x="1056279" y="0"/>
                </a:cubicBezTo>
                <a:cubicBezTo>
                  <a:pt x="1267627" y="6527"/>
                  <a:pt x="1425664" y="16735"/>
                  <a:pt x="1555071" y="0"/>
                </a:cubicBezTo>
                <a:cubicBezTo>
                  <a:pt x="1615094" y="-748"/>
                  <a:pt x="1658326" y="55060"/>
                  <a:pt x="1657350" y="102279"/>
                </a:cubicBezTo>
                <a:cubicBezTo>
                  <a:pt x="1667711" y="276571"/>
                  <a:pt x="1651553" y="416038"/>
                  <a:pt x="1657350" y="558827"/>
                </a:cubicBezTo>
                <a:cubicBezTo>
                  <a:pt x="1663147" y="701616"/>
                  <a:pt x="1654890" y="831885"/>
                  <a:pt x="1657350" y="1053421"/>
                </a:cubicBezTo>
                <a:cubicBezTo>
                  <a:pt x="1659994" y="1101776"/>
                  <a:pt x="1613122" y="1157391"/>
                  <a:pt x="1555071" y="1155700"/>
                </a:cubicBezTo>
                <a:cubicBezTo>
                  <a:pt x="1303222" y="1151101"/>
                  <a:pt x="1209543" y="1160429"/>
                  <a:pt x="1041751" y="1155700"/>
                </a:cubicBezTo>
                <a:cubicBezTo>
                  <a:pt x="873959" y="1150971"/>
                  <a:pt x="665865" y="1154475"/>
                  <a:pt x="542959" y="1155700"/>
                </a:cubicBezTo>
                <a:cubicBezTo>
                  <a:pt x="420053" y="1156925"/>
                  <a:pt x="278583" y="1143518"/>
                  <a:pt x="102279" y="1155700"/>
                </a:cubicBezTo>
                <a:cubicBezTo>
                  <a:pt x="41612" y="1168731"/>
                  <a:pt x="-3504" y="1098874"/>
                  <a:pt x="0" y="1053421"/>
                </a:cubicBezTo>
                <a:cubicBezTo>
                  <a:pt x="18729" y="867212"/>
                  <a:pt x="-4507" y="686474"/>
                  <a:pt x="0" y="577850"/>
                </a:cubicBezTo>
                <a:cubicBezTo>
                  <a:pt x="4507" y="469226"/>
                  <a:pt x="16964" y="241845"/>
                  <a:pt x="0" y="102279"/>
                </a:cubicBezTo>
                <a:close/>
              </a:path>
              <a:path w="1657350" h="1155700">
                <a:moveTo>
                  <a:pt x="0" y="102279"/>
                </a:moveTo>
                <a:cubicBezTo>
                  <a:pt x="-10777" y="39145"/>
                  <a:pt x="34370" y="4287"/>
                  <a:pt x="102279" y="0"/>
                </a:cubicBezTo>
                <a:cubicBezTo>
                  <a:pt x="246129" y="-20315"/>
                  <a:pt x="500598" y="-16605"/>
                  <a:pt x="615599" y="0"/>
                </a:cubicBezTo>
                <a:cubicBezTo>
                  <a:pt x="730600" y="16605"/>
                  <a:pt x="863804" y="14696"/>
                  <a:pt x="1085335" y="0"/>
                </a:cubicBezTo>
                <a:cubicBezTo>
                  <a:pt x="1306866" y="-14696"/>
                  <a:pt x="1440881" y="-4024"/>
                  <a:pt x="1555071" y="0"/>
                </a:cubicBezTo>
                <a:cubicBezTo>
                  <a:pt x="1610791" y="-2470"/>
                  <a:pt x="1660394" y="34529"/>
                  <a:pt x="1657350" y="102279"/>
                </a:cubicBezTo>
                <a:cubicBezTo>
                  <a:pt x="1635750" y="226616"/>
                  <a:pt x="1677404" y="445846"/>
                  <a:pt x="1657350" y="558827"/>
                </a:cubicBezTo>
                <a:cubicBezTo>
                  <a:pt x="1637296" y="671808"/>
                  <a:pt x="1645855" y="841176"/>
                  <a:pt x="1657350" y="1053421"/>
                </a:cubicBezTo>
                <a:cubicBezTo>
                  <a:pt x="1653215" y="1116748"/>
                  <a:pt x="1603325" y="1146151"/>
                  <a:pt x="1555071" y="1155700"/>
                </a:cubicBezTo>
                <a:cubicBezTo>
                  <a:pt x="1452605" y="1139714"/>
                  <a:pt x="1260909" y="1140226"/>
                  <a:pt x="1099863" y="1155700"/>
                </a:cubicBezTo>
                <a:cubicBezTo>
                  <a:pt x="938817" y="1171174"/>
                  <a:pt x="718673" y="1170466"/>
                  <a:pt x="615599" y="1155700"/>
                </a:cubicBezTo>
                <a:cubicBezTo>
                  <a:pt x="512525" y="1140934"/>
                  <a:pt x="207863" y="1170176"/>
                  <a:pt x="102279" y="1155700"/>
                </a:cubicBezTo>
                <a:cubicBezTo>
                  <a:pt x="54191" y="1165989"/>
                  <a:pt x="3630" y="1106730"/>
                  <a:pt x="0" y="1053421"/>
                </a:cubicBezTo>
                <a:cubicBezTo>
                  <a:pt x="1347" y="851741"/>
                  <a:pt x="-12747" y="706086"/>
                  <a:pt x="0" y="577850"/>
                </a:cubicBezTo>
                <a:cubicBezTo>
                  <a:pt x="12747" y="449614"/>
                  <a:pt x="9420" y="254191"/>
                  <a:pt x="0" y="102279"/>
                </a:cubicBezTo>
                <a:close/>
              </a:path>
            </a:pathLst>
          </a:custGeom>
          <a:solidFill xmlns:a="http://schemas.openxmlformats.org/drawingml/2006/main">
            <a:srgbClr val="FFF6F6"/>
          </a:solidFill>
          <a:ln xmlns:a="http://schemas.openxmlformats.org/drawingml/2006/main" w="14288">
            <a:solidFill>
              <a:srgbClr val="E6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Total loss</a:t>
            </a:r>
          </a:p>
        </p:txBody>
      </p:sp>
      <p:sp>
        <p:nvSpPr>
          <p:cNvPr id="523" name="loss equation">
            <a:extLst xmlns:a="http://schemas.openxmlformats.org/drawingml/2006/main">
              <a:ext uri="{FF2B5EF4-FFF2-40B4-BE49-F238E27FC236}">
                <a16:creationId xmlns:a16="http://schemas.microsoft.com/office/drawing/2014/main" id="{95265311-7260-4B7D-97EF-0C3496E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8540" y="1360170"/>
            <a:ext cx="1485900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𝒕𝒐𝒕𝒂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𝒍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𝑪𝑬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zh-CN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𝝀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𝒎</m:t>
                      </m:r>
                    </m:sub>
                  </m:sSub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𝑴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xmlns:a="http://schemas.openxmlformats.org/drawingml/2006/main" lang="zh-CN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𝝀</m:t>
                          </m:r>
                        </m:e>
                        <m:sub>
                          <m:r>
                            <a:rPr xmlns:a="http://schemas.openxmlformats.org/drawingml/2006/main" lang="en-US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𝒎</m:t>
                          </m:r>
                        </m:sub>
                      </m:sSub>
                    </m:e>
                  </m:d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𝑻𝑺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527" name="anchor">
            <a:extLst xmlns:a="http://schemas.openxmlformats.org/drawingml/2006/main">
              <a:ext uri="{FF2B5EF4-FFF2-40B4-BE49-F238E27FC236}">
                <a16:creationId xmlns:a16="http://schemas.microsoft.com/office/drawing/2014/main" id="{4377E030-0C20-47DD-9583-2B0972E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82772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0" name="anchor">
            <a:extLst xmlns:a="http://schemas.openxmlformats.org/drawingml/2006/main">
              <a:ext uri="{FF2B5EF4-FFF2-40B4-BE49-F238E27FC236}">
                <a16:creationId xmlns:a16="http://schemas.microsoft.com/office/drawing/2014/main" id="{56B64CC5-9664-4567-B1A9-D2055D78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879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9" name="Legend">
            <a:extLst xmlns:a="http://schemas.openxmlformats.org/drawingml/2006/main">
              <a:ext uri="{FF2B5EF4-FFF2-40B4-BE49-F238E27FC236}">
                <a16:creationId xmlns:a16="http://schemas.microsoft.com/office/drawing/2014/main" id="{D32B1478-8402-462E-A986-BA33E0F1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185275"/>
            <a:ext cx="11719560" cy="62928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7777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0" name="anchor">
            <a:extLst xmlns:a="http://schemas.openxmlformats.org/drawingml/2006/main">
              <a:ext uri="{FF2B5EF4-FFF2-40B4-BE49-F238E27FC236}">
                <a16:creationId xmlns:a16="http://schemas.microsoft.com/office/drawing/2014/main" id="{01490337-3F9E-4A25-9F41-88CE9B59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1" name="anchor">
            <a:extLst xmlns:a="http://schemas.openxmlformats.org/drawingml/2006/main">
              <a:ext uri="{FF2B5EF4-FFF2-40B4-BE49-F238E27FC236}">
                <a16:creationId xmlns:a16="http://schemas.microsoft.com/office/drawing/2014/main" id="{1E98DEFE-7B68-48A9-B070-B184EF5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9" name="anchor">
            <a:extLst xmlns:a="http://schemas.openxmlformats.org/drawingml/2006/main">
              <a:ext uri="{FF2B5EF4-FFF2-40B4-BE49-F238E27FC236}">
                <a16:creationId xmlns:a16="http://schemas.microsoft.com/office/drawing/2014/main" id="{27DFF755-716D-4195-A47C-25974F5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19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29" name="直接箭头连接符 1271"/>
          <p:cNvCxnSpPr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3800475" y="23431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>
            <a:extLst xmlns:a="http://schemas.openxmlformats.org/drawingml/2006/main">
              <a:ext uri="{FF2B5EF4-FFF2-40B4-BE49-F238E27FC236}">
                <a16:creationId xmlns:a16="http://schemas.microsoft.com/office/drawing/2014/main" id="{43D15FEA-E407-4F24-8D95-CD37E715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73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31" name="直接箭头连接符 1274"/>
          <p:cNvCxnSpPr/>
          <p:nvPr/>
        </p:nvCxnSpPr>
        <p:spPr>
          <a:xfrm xmlns:a="http://schemas.openxmlformats.org/drawingml/2006/main" flipV="1">
            <a:off x="4357370" y="6530975"/>
            <a:ext cx="0" cy="2800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8" name="anchor">
            <a:extLst xmlns:a="http://schemas.openxmlformats.org/drawingml/2006/main">
              <a:ext uri="{FF2B5EF4-FFF2-40B4-BE49-F238E27FC236}">
                <a16:creationId xmlns:a16="http://schemas.microsoft.com/office/drawing/2014/main" id="{2916B14D-801B-437B-8B42-A3C24DE2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1" name="anchor">
            <a:extLst xmlns:a="http://schemas.openxmlformats.org/drawingml/2006/main">
              <a:ext uri="{FF2B5EF4-FFF2-40B4-BE49-F238E27FC236}">
                <a16:creationId xmlns:a16="http://schemas.microsoft.com/office/drawing/2014/main" id="{6B94D11A-15E3-44CA-BBEE-822DA5B9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4" name="anchor">
            <a:extLst xmlns:a="http://schemas.openxmlformats.org/drawingml/2006/main">
              <a:ext uri="{FF2B5EF4-FFF2-40B4-BE49-F238E27FC236}">
                <a16:creationId xmlns:a16="http://schemas.microsoft.com/office/drawing/2014/main" id="{7137C688-4614-4F13-A821-FD8AE13B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00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35" name="连接符: 肘形 1286"/>
          <p:cNvCxnSpPr/>
          <p:nvPr/>
        </p:nvCxnSpPr>
        <p:spPr>
          <a:xfrm xmlns:a="http://schemas.openxmlformats.org/drawingml/2006/main" rot="5400000" flipV="1">
            <a:off x="7565560" y="2473790"/>
            <a:ext cx="180000" cy="0"/>
          </a:xfrm>
          <a:prstGeom xmlns:a="http://schemas.openxmlformats.org/drawingml/2006/main" prst="bentConnector3">
            <a:avLst>
              <a:gd name="adj1" fmla="val 50140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40" name="anchor">
            <a:extLst xmlns:a="http://schemas.openxmlformats.org/drawingml/2006/main">
              <a:ext uri="{FF2B5EF4-FFF2-40B4-BE49-F238E27FC236}">
                <a16:creationId xmlns:a16="http://schemas.microsoft.com/office/drawing/2014/main" id="{0CEF0A58-32C4-43F2-9565-4B7DE356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4199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3" name="anchor">
            <a:extLst xmlns:a="http://schemas.openxmlformats.org/drawingml/2006/main">
              <a:ext uri="{FF2B5EF4-FFF2-40B4-BE49-F238E27FC236}">
                <a16:creationId xmlns:a16="http://schemas.microsoft.com/office/drawing/2014/main" id="{23B99E00-A5B2-4718-888C-1FFCF872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6963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50" name="anchor">
            <a:extLst xmlns:a="http://schemas.openxmlformats.org/drawingml/2006/main">
              <a:ext uri="{FF2B5EF4-FFF2-40B4-BE49-F238E27FC236}">
                <a16:creationId xmlns:a16="http://schemas.microsoft.com/office/drawing/2014/main" id="{610D1DF3-C4EE-48E0-A6D0-ACD0511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258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立方体 11">
            <a:extLst xmlns:a="http://schemas.openxmlformats.org/drawingml/2006/main">
              <a:ext uri="{FF2B5EF4-FFF2-40B4-BE49-F238E27FC236}">
                <a16:creationId xmlns:a16="http://schemas.microsoft.com/office/drawing/2014/main" id="{1E179C16-20E5-4CAC-A8EA-4E392DC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112520"/>
            <a:ext cx="381000" cy="47244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" name="立方体 32">
            <a:extLst xmlns:a="http://schemas.openxmlformats.org/drawingml/2006/main">
              <a:ext uri="{FF2B5EF4-FFF2-40B4-BE49-F238E27FC236}">
                <a16:creationId xmlns:a16="http://schemas.microsoft.com/office/drawing/2014/main" id="{C42738F4-61D4-46FF-BB09-F7982C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196340"/>
            <a:ext cx="38100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41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6ea5090845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8150" y="171594"/>
            <a:ext cx="425132" cy="425132"/>
          </a:xfrm>
          <a:prstGeom xmlns:a="http://schemas.openxmlformats.org/drawingml/2006/main" prst="rect">
            <a:avLst/>
          </a:prstGeom>
        </p:spPr>
      </p:pic>
      <p:sp>
        <p:nvSpPr>
          <p:cNvPr id="590" name="anchor">
            <a:extLst xmlns:a="http://schemas.openxmlformats.org/drawingml/2006/main">
              <a:ext uri="{FF2B5EF4-FFF2-40B4-BE49-F238E27FC236}">
                <a16:creationId xmlns:a16="http://schemas.microsoft.com/office/drawing/2014/main" id="{8AE1FB0A-535C-405F-9B94-58B616B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1" name="anchor">
            <a:extLst xmlns:a="http://schemas.openxmlformats.org/drawingml/2006/main">
              <a:ext uri="{FF2B5EF4-FFF2-40B4-BE49-F238E27FC236}">
                <a16:creationId xmlns:a16="http://schemas.microsoft.com/office/drawing/2014/main" id="{1321C84C-1B91-46F6-8FDA-A2A984B1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44" name="直接箭头连接符 1242"/>
          <p:cNvCxnSpPr>
            <a:stCxn xmlns:a="http://schemas.openxmlformats.org/drawingml/2006/main" id="590" idx="6"/>
            <a:endCxn xmlns:a="http://schemas.openxmlformats.org/drawingml/2006/main" id="591" idx="2"/>
          </p:cNvCxnSpPr>
          <p:nvPr/>
        </p:nvCxnSpPr>
        <p:spPr>
          <a:xfrm xmlns:a="http://schemas.openxmlformats.org/drawingml/2006/main" rot="0" flipH="0" flipV="0">
            <a:off x="3064510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93" name="leg1">
            <a:extLst xmlns:a="http://schemas.openxmlformats.org/drawingml/2006/main">
              <a:ext uri="{FF2B5EF4-FFF2-40B4-BE49-F238E27FC236}">
                <a16:creationId xmlns:a16="http://schemas.microsoft.com/office/drawing/2014/main" id="{4DCD6369-56AF-4046-A56D-D8B68E73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295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Data flow</a:t>
            </a:r>
          </a:p>
        </p:txBody>
      </p:sp>
      <p:sp>
        <p:nvSpPr>
          <p:cNvPr id="594" name="anchor">
            <a:extLst xmlns:a="http://schemas.openxmlformats.org/drawingml/2006/main">
              <a:ext uri="{FF2B5EF4-FFF2-40B4-BE49-F238E27FC236}">
                <a16:creationId xmlns:a16="http://schemas.microsoft.com/office/drawing/2014/main" id="{ADFEF9DE-FEF8-42CE-A2C1-7982F90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5" name="anchor">
            <a:extLst xmlns:a="http://schemas.openxmlformats.org/drawingml/2006/main">
              <a:ext uri="{FF2B5EF4-FFF2-40B4-BE49-F238E27FC236}">
                <a16:creationId xmlns:a16="http://schemas.microsoft.com/office/drawing/2014/main" id="{719A3965-3C53-4F2A-8AB5-3BCC5910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8" name="anchor">
            <a:extLst xmlns:a="http://schemas.openxmlformats.org/drawingml/2006/main">
              <a:ext uri="{FF2B5EF4-FFF2-40B4-BE49-F238E27FC236}">
                <a16:creationId xmlns:a16="http://schemas.microsoft.com/office/drawing/2014/main" id="{92BFAA6F-DC54-467F-8AE3-53572D7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9" name="anchor">
            <a:extLst xmlns:a="http://schemas.openxmlformats.org/drawingml/2006/main">
              <a:ext uri="{FF2B5EF4-FFF2-40B4-BE49-F238E27FC236}">
                <a16:creationId xmlns:a16="http://schemas.microsoft.com/office/drawing/2014/main" id="{246226E3-4EC1-4DF1-8D95-619BB61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1" name="leg3">
            <a:extLst xmlns:a="http://schemas.openxmlformats.org/drawingml/2006/main">
              <a:ext uri="{FF2B5EF4-FFF2-40B4-BE49-F238E27FC236}">
                <a16:creationId xmlns:a16="http://schemas.microsoft.com/office/drawing/2014/main" id="{31EAF430-9FFD-4D19-8770-1C7CCA41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2810" y="9439910"/>
            <a:ext cx="142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TS-T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KL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divergence</a:t>
            </a:r>
          </a:p>
        </p:txBody>
      </p:sp>
      <p:cxnSp>
        <p:nvCxnSpPr>
          <p:cNvPr id="1451" name="直接箭头连接符 1250"/>
          <p:cNvCxnSpPr>
            <a:stCxn xmlns:a="http://schemas.openxmlformats.org/drawingml/2006/main" id="598" idx="6"/>
            <a:endCxn xmlns:a="http://schemas.openxmlformats.org/drawingml/2006/main" id="599" idx="2"/>
          </p:cNvCxnSpPr>
          <p:nvPr/>
        </p:nvCxnSpPr>
        <p:spPr>
          <a:xfrm xmlns:a="http://schemas.openxmlformats.org/drawingml/2006/main" rot="0" flipH="0" flipV="0">
            <a:off x="66617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602" name="anchor">
            <a:extLst xmlns:a="http://schemas.openxmlformats.org/drawingml/2006/main">
              <a:ext uri="{FF2B5EF4-FFF2-40B4-BE49-F238E27FC236}">
                <a16:creationId xmlns:a16="http://schemas.microsoft.com/office/drawing/2014/main" id="{9F49A283-33F2-45DA-897F-EC139ACF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3" name="anchor">
            <a:extLst xmlns:a="http://schemas.openxmlformats.org/drawingml/2006/main">
              <a:ext uri="{FF2B5EF4-FFF2-40B4-BE49-F238E27FC236}">
                <a16:creationId xmlns:a16="http://schemas.microsoft.com/office/drawing/2014/main" id="{F9E8184A-8534-44A1-BA19-8BD50647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54" name="直接箭头连接符 1254"/>
          <p:cNvCxnSpPr>
            <a:stCxn xmlns:a="http://schemas.openxmlformats.org/drawingml/2006/main" id="602" idx="6"/>
            <a:endCxn xmlns:a="http://schemas.openxmlformats.org/drawingml/2006/main" id="603" idx="2"/>
          </p:cNvCxnSpPr>
          <p:nvPr/>
        </p:nvCxnSpPr>
        <p:spPr>
          <a:xfrm xmlns:a="http://schemas.openxmlformats.org/drawingml/2006/main" rot="0" flipH="0" flipV="0">
            <a:off x="86683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605" name="leg4">
            <a:extLst xmlns:a="http://schemas.openxmlformats.org/drawingml/2006/main">
              <a:ext uri="{FF2B5EF4-FFF2-40B4-BE49-F238E27FC236}">
                <a16:creationId xmlns:a16="http://schemas.microsoft.com/office/drawing/2014/main" id="{71B66016-8829-4CE2-AEF0-694FD5D3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9410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Loss supervision</a:t>
            </a:r>
          </a:p>
        </p:txBody>
      </p:sp>
      <p:sp>
        <p:nvSpPr>
          <p:cNvPr id="606" name="anchor">
            <a:extLst xmlns:a="http://schemas.openxmlformats.org/drawingml/2006/main">
              <a:ext uri="{FF2B5EF4-FFF2-40B4-BE49-F238E27FC236}">
                <a16:creationId xmlns:a16="http://schemas.microsoft.com/office/drawing/2014/main" id="{A06B044A-47E8-4EDF-95F8-C7716C41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7" name="anchor">
            <a:extLst xmlns:a="http://schemas.openxmlformats.org/drawingml/2006/main">
              <a:ext uri="{FF2B5EF4-FFF2-40B4-BE49-F238E27FC236}">
                <a16:creationId xmlns:a16="http://schemas.microsoft.com/office/drawing/2014/main" id="{A7BC73C4-AEB2-4948-84E3-2582F339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58" name="直接箭头连接符 1258"/>
          <p:cNvCxnSpPr/>
          <p:nvPr/>
        </p:nvCxnSpPr>
        <p:spPr>
          <a:xfrm xmlns:a="http://schemas.openxmlformats.org/drawingml/2006/main" rot="0" flipH="0" flipV="0">
            <a:off x="10373360" y="9570720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09" name="leg5">
            <a:extLst xmlns:a="http://schemas.openxmlformats.org/drawingml/2006/main">
              <a:ext uri="{FF2B5EF4-FFF2-40B4-BE49-F238E27FC236}">
                <a16:creationId xmlns:a16="http://schemas.microsoft.com/office/drawing/2014/main" id="{5A62CD08-AE44-4877-87ED-F5C82F9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6740" y="945642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Final prediction</a:t>
            </a:r>
          </a:p>
        </p:txBody>
      </p:sp>
      <p:pic>
        <p:nvPicPr>
          <p:cNvPr id="1460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7b4c1ef1749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13255" y="9368155"/>
            <a:ext cx="297815" cy="297815"/>
          </a:xfrm>
          <a:prstGeom xmlns:a="http://schemas.openxmlformats.org/drawingml/2006/main" prst="rect">
            <a:avLst/>
          </a:prstGeom>
        </p:spPr>
      </p:pic>
      <p:sp>
        <p:nvSpPr>
          <p:cNvPr id="114" name="leg1">
            <a:extLst xmlns:a="http://schemas.openxmlformats.org/drawingml/2006/main">
              <a:ext uri="{FF2B5EF4-FFF2-40B4-BE49-F238E27FC236}">
                <a16:creationId xmlns:a16="http://schemas.microsoft.com/office/drawing/2014/main" id="{21397A48-8184-4FE7-B797-3C3B9A61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3155" y="9411970"/>
            <a:ext cx="62103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rozen</a:t>
            </a:r>
          </a:p>
        </p:txBody>
      </p:sp>
      <p:sp>
        <p:nvSpPr>
          <p:cNvPr id="2" name="Input title">
            <a:extLst xmlns:a="http://schemas.openxmlformats.org/drawingml/2006/main">
              <a:ext uri="{FF2B5EF4-FFF2-40B4-BE49-F238E27FC236}">
                <a16:creationId xmlns:a16="http://schemas.microsoft.com/office/drawing/2014/main" id="{DAFFEAFC-FBC7-4B6E-9181-07C86E78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64135"/>
            <a:ext cx="1200150" cy="783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Raw Waveform Input</a:t>
            </a:r>
          </a:p>
        </p:txBody>
      </p:sp>
      <p:sp>
        <p:nvSpPr>
          <p:cNvPr id="6" name="waveform image frame">
            <a:extLst xmlns:a="http://schemas.openxmlformats.org/drawingml/2006/main">
              <a:ext uri="{FF2B5EF4-FFF2-40B4-BE49-F238E27FC236}">
                <a16:creationId xmlns:a16="http://schemas.microsoft.com/office/drawing/2014/main" id="{E47BE04B-A0DA-44E2-9B08-6A2125FD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" y="989330"/>
            <a:ext cx="1314450" cy="1476375"/>
          </a:xfrm>
          <a:custGeom xmlns:a="http://schemas.openxmlformats.org/drawingml/2006/main">
            <a:gdLst>
              <a:gd name="csX0" fmla="*/ 0 w 1314450"/>
              <a:gd name="csY0" fmla="*/ 95245 h 1476375"/>
              <a:gd name="csX1" fmla="*/ 95245 w 1314450"/>
              <a:gd name="csY1" fmla="*/ 0 h 1476375"/>
              <a:gd name="csX2" fmla="*/ 668465 w 1314450"/>
              <a:gd name="csY2" fmla="*/ 0 h 1476375"/>
              <a:gd name="csX3" fmla="*/ 1219205 w 1314450"/>
              <a:gd name="csY3" fmla="*/ 0 h 1476375"/>
              <a:gd name="csX4" fmla="*/ 1314450 w 1314450"/>
              <a:gd name="csY4" fmla="*/ 95245 h 1476375"/>
              <a:gd name="csX5" fmla="*/ 1314450 w 1314450"/>
              <a:gd name="csY5" fmla="*/ 712470 h 1476375"/>
              <a:gd name="csX6" fmla="*/ 1314450 w 1314450"/>
              <a:gd name="csY6" fmla="*/ 1381130 h 1476375"/>
              <a:gd name="csX7" fmla="*/ 1219205 w 1314450"/>
              <a:gd name="csY7" fmla="*/ 1476375 h 1476375"/>
              <a:gd name="csX8" fmla="*/ 645985 w 1314450"/>
              <a:gd name="csY8" fmla="*/ 1476375 h 1476375"/>
              <a:gd name="csX9" fmla="*/ 95245 w 1314450"/>
              <a:gd name="csY9" fmla="*/ 1476375 h 1476375"/>
              <a:gd name="csX10" fmla="*/ 0 w 1314450"/>
              <a:gd name="csY10" fmla="*/ 1381130 h 1476375"/>
              <a:gd name="csX11" fmla="*/ 0 w 1314450"/>
              <a:gd name="csY11" fmla="*/ 725329 h 1476375"/>
              <a:gd name="csX12" fmla="*/ 0 w 1314450"/>
              <a:gd name="csY12" fmla="*/ 95245 h 1476375"/>
            </a:gdLst>
            <a:rect l="l" t="t" r="r" b="b"/>
            <a:pathLst>
              <a:path w="1314450" h="1476375">
                <a:moveTo>
                  <a:pt x="0" y="95245"/>
                </a:moveTo>
                <a:cubicBezTo>
                  <a:pt x="-3058" y="43145"/>
                  <a:pt x="40733" y="-1318"/>
                  <a:pt x="95245" y="0"/>
                </a:cubicBezTo>
                <a:cubicBezTo>
                  <a:pt x="212142" y="19900"/>
                  <a:pt x="518819" y="-3087"/>
                  <a:pt x="668465" y="0"/>
                </a:cubicBezTo>
                <a:cubicBezTo>
                  <a:pt x="818111" y="3087"/>
                  <a:pt x="1024008" y="11205"/>
                  <a:pt x="1219205" y="0"/>
                </a:cubicBezTo>
                <a:cubicBezTo>
                  <a:pt x="1267762" y="7233"/>
                  <a:pt x="1323596" y="49439"/>
                  <a:pt x="1314450" y="95245"/>
                </a:cubicBezTo>
                <a:cubicBezTo>
                  <a:pt x="1342476" y="403270"/>
                  <a:pt x="1284231" y="462336"/>
                  <a:pt x="1314450" y="712470"/>
                </a:cubicBezTo>
                <a:cubicBezTo>
                  <a:pt x="1344669" y="962605"/>
                  <a:pt x="1338816" y="1122446"/>
                  <a:pt x="1314450" y="1381130"/>
                </a:cubicBezTo>
                <a:cubicBezTo>
                  <a:pt x="1316199" y="1437194"/>
                  <a:pt x="1262667" y="1481195"/>
                  <a:pt x="1219205" y="1476375"/>
                </a:cubicBezTo>
                <a:cubicBezTo>
                  <a:pt x="968480" y="1453494"/>
                  <a:pt x="881870" y="1493178"/>
                  <a:pt x="645985" y="1476375"/>
                </a:cubicBezTo>
                <a:cubicBezTo>
                  <a:pt x="410100" y="1459572"/>
                  <a:pt x="239555" y="1452114"/>
                  <a:pt x="95245" y="1476375"/>
                </a:cubicBezTo>
                <a:cubicBezTo>
                  <a:pt x="38083" y="1485528"/>
                  <a:pt x="-5724" y="1426138"/>
                  <a:pt x="0" y="1381130"/>
                </a:cubicBezTo>
                <a:cubicBezTo>
                  <a:pt x="26020" y="1227904"/>
                  <a:pt x="-26361" y="862478"/>
                  <a:pt x="0" y="725329"/>
                </a:cubicBezTo>
                <a:cubicBezTo>
                  <a:pt x="26361" y="588180"/>
                  <a:pt x="5410" y="376424"/>
                  <a:pt x="0" y="95245"/>
                </a:cubicBezTo>
                <a:close/>
              </a:path>
              <a:path w="1314450" h="1476375">
                <a:moveTo>
                  <a:pt x="0" y="95245"/>
                </a:moveTo>
                <a:cubicBezTo>
                  <a:pt x="-1099" y="41965"/>
                  <a:pt x="41433" y="454"/>
                  <a:pt x="95245" y="0"/>
                </a:cubicBezTo>
                <a:cubicBezTo>
                  <a:pt x="261984" y="-13839"/>
                  <a:pt x="388910" y="-14742"/>
                  <a:pt x="679704" y="0"/>
                </a:cubicBezTo>
                <a:cubicBezTo>
                  <a:pt x="970498" y="14742"/>
                  <a:pt x="1078858" y="-3116"/>
                  <a:pt x="1219205" y="0"/>
                </a:cubicBezTo>
                <a:cubicBezTo>
                  <a:pt x="1265551" y="-3423"/>
                  <a:pt x="1319691" y="45147"/>
                  <a:pt x="1314450" y="95245"/>
                </a:cubicBezTo>
                <a:cubicBezTo>
                  <a:pt x="1300123" y="271300"/>
                  <a:pt x="1322561" y="445064"/>
                  <a:pt x="1314450" y="712470"/>
                </a:cubicBezTo>
                <a:cubicBezTo>
                  <a:pt x="1306339" y="979877"/>
                  <a:pt x="1330754" y="1218156"/>
                  <a:pt x="1314450" y="1381130"/>
                </a:cubicBezTo>
                <a:cubicBezTo>
                  <a:pt x="1314101" y="1430401"/>
                  <a:pt x="1269195" y="1480005"/>
                  <a:pt x="1219205" y="1476375"/>
                </a:cubicBezTo>
                <a:cubicBezTo>
                  <a:pt x="1025268" y="1464596"/>
                  <a:pt x="938239" y="1467613"/>
                  <a:pt x="679704" y="1476375"/>
                </a:cubicBezTo>
                <a:cubicBezTo>
                  <a:pt x="421169" y="1485137"/>
                  <a:pt x="316164" y="1503677"/>
                  <a:pt x="95245" y="1476375"/>
                </a:cubicBezTo>
                <a:cubicBezTo>
                  <a:pt x="46875" y="1482674"/>
                  <a:pt x="765" y="1441654"/>
                  <a:pt x="0" y="1381130"/>
                </a:cubicBezTo>
                <a:cubicBezTo>
                  <a:pt x="11638" y="1126982"/>
                  <a:pt x="15690" y="943851"/>
                  <a:pt x="0" y="776764"/>
                </a:cubicBezTo>
                <a:cubicBezTo>
                  <a:pt x="-15690" y="609677"/>
                  <a:pt x="-18168" y="306193"/>
                  <a:pt x="0" y="952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64" name="图片 3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882b91681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3065" y="1263015"/>
            <a:ext cx="929005" cy="929005"/>
          </a:xfrm>
          <a:prstGeom xmlns:a="http://schemas.openxmlformats.org/drawingml/2006/main" prst="rect">
            <a:avLst/>
          </a:prstGeom>
        </p:spPr>
      </p:pic>
      <p:sp>
        <p:nvSpPr>
          <p:cNvPr id="397" name="modu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3E859F03-AE22-4553-88F0-49831D10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7855" y="7553960"/>
            <a:ext cx="1057275" cy="12001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8" name="module-tit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A29B57A0-1663-4D34-9AE6-DD59A40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5005" y="7553960"/>
            <a:ext cx="942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1D 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402" name="anchor">
            <a:extLst xmlns:a="http://schemas.openxmlformats.org/drawingml/2006/main">
              <a:ext uri="{FF2B5EF4-FFF2-40B4-BE49-F238E27FC236}">
                <a16:creationId xmlns:a16="http://schemas.microsoft.com/office/drawing/2014/main" id="{01146FA8-0752-4361-9FA2-EE438FF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4580" y="82873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3" name="anchor">
            <a:extLst xmlns:a="http://schemas.openxmlformats.org/drawingml/2006/main">
              <a:ext uri="{FF2B5EF4-FFF2-40B4-BE49-F238E27FC236}">
                <a16:creationId xmlns:a16="http://schemas.microsoft.com/office/drawing/2014/main" id="{6EE7DB59-DBE6-4B58-88C2-61E975DE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7455" y="81730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5" name="anchor">
            <a:extLst xmlns:a="http://schemas.openxmlformats.org/drawingml/2006/main">
              <a:ext uri="{FF2B5EF4-FFF2-40B4-BE49-F238E27FC236}">
                <a16:creationId xmlns:a16="http://schemas.microsoft.com/office/drawing/2014/main" id="{4379B857-B379-4600-8DC2-DB4A20D4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4605" y="83159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6" name="anchor">
            <a:extLst xmlns:a="http://schemas.openxmlformats.org/drawingml/2006/main">
              <a:ext uri="{FF2B5EF4-FFF2-40B4-BE49-F238E27FC236}">
                <a16:creationId xmlns:a16="http://schemas.microsoft.com/office/drawing/2014/main" id="{23D04CC8-8012-4D76-BA08-3883FC2D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6530" y="82016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5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DC230E73-9458-4FD3-AD87-C7376493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605" y="7553960"/>
            <a:ext cx="1019175" cy="12001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6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D54B1668-53B4-410E-9649-156D3740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2755" y="755396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Classifier</a:t>
            </a:r>
          </a:p>
        </p:txBody>
      </p:sp>
      <p:sp>
        <p:nvSpPr>
          <p:cNvPr id="447" name="bar-0">
            <a:extLst xmlns:a="http://schemas.openxmlformats.org/drawingml/2006/main">
              <a:ext uri="{FF2B5EF4-FFF2-40B4-BE49-F238E27FC236}">
                <a16:creationId xmlns:a16="http://schemas.microsoft.com/office/drawing/2014/main" id="{4707079C-98AB-40C4-9FE3-4409C972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3875" y="8317230"/>
            <a:ext cx="85725" cy="19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8" name="bar-1">
            <a:extLst xmlns:a="http://schemas.openxmlformats.org/drawingml/2006/main">
              <a:ext uri="{FF2B5EF4-FFF2-40B4-BE49-F238E27FC236}">
                <a16:creationId xmlns:a16="http://schemas.microsoft.com/office/drawing/2014/main" id="{420F18CF-B9CB-41E1-BF8B-A8C388C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90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9" name="bar-2">
            <a:extLst xmlns:a="http://schemas.openxmlformats.org/drawingml/2006/main">
              <a:ext uri="{FF2B5EF4-FFF2-40B4-BE49-F238E27FC236}">
                <a16:creationId xmlns:a16="http://schemas.microsoft.com/office/drawing/2014/main" id="{C1433CF9-84FB-402A-B33F-0DD1D12B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925" y="7985760"/>
            <a:ext cx="85725" cy="525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0" name="bar-3">
            <a:extLst xmlns:a="http://schemas.openxmlformats.org/drawingml/2006/main">
              <a:ext uri="{FF2B5EF4-FFF2-40B4-BE49-F238E27FC236}">
                <a16:creationId xmlns:a16="http://schemas.microsoft.com/office/drawing/2014/main" id="{979815AF-DE15-4DAE-A328-8F3E5B9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395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1" name="anchor">
            <a:extLst xmlns:a="http://schemas.openxmlformats.org/drawingml/2006/main">
              <a:ext uri="{FF2B5EF4-FFF2-40B4-BE49-F238E27FC236}">
                <a16:creationId xmlns:a16="http://schemas.microsoft.com/office/drawing/2014/main" id="{EBE84BF7-1E95-40CD-9B08-C10E04A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51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78" name="直接箭头连接符 1103"/>
          <p:cNvCxnSpPr>
            <a:stCxn xmlns:a="http://schemas.openxmlformats.org/drawingml/2006/main" id="451" idx="6"/>
            <a:endCxn xmlns:a="http://schemas.openxmlformats.org/drawingml/2006/main" id="452" idx="2"/>
          </p:cNvCxnSpPr>
          <p:nvPr/>
        </p:nvCxnSpPr>
        <p:spPr>
          <a:xfrm xmlns:a="http://schemas.openxmlformats.org/drawingml/2006/main" rot="0" flipH="0" flipV="0">
            <a:off x="2964180" y="810641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79" name="直接箭头连接符 1106"/>
          <p:cNvCxnSpPr>
            <a:stCxn xmlns:a="http://schemas.openxmlformats.org/drawingml/2006/main" id="454" idx="6"/>
            <a:endCxn xmlns:a="http://schemas.openxmlformats.org/drawingml/2006/main" id="455" idx="2"/>
          </p:cNvCxnSpPr>
          <p:nvPr/>
        </p:nvCxnSpPr>
        <p:spPr>
          <a:xfrm xmlns:a="http://schemas.openxmlformats.org/drawingml/2006/main" rot="0" flipH="0" flipV="0">
            <a:off x="4926330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>
            <a:extLst xmlns:a="http://schemas.openxmlformats.org/drawingml/2006/main">
              <a:ext uri="{FF2B5EF4-FFF2-40B4-BE49-F238E27FC236}">
                <a16:creationId xmlns:a16="http://schemas.microsoft.com/office/drawing/2014/main" id="{9EA6C1FD-464E-4383-96D4-83FFA655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0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81" name="直接箭头连接符 1109"/>
          <p:cNvCxnSpPr>
            <a:stCxn xmlns:a="http://schemas.openxmlformats.org/drawingml/2006/main" id="457" idx="6"/>
            <a:endCxn xmlns:a="http://schemas.openxmlformats.org/drawingml/2006/main" id="458" idx="2"/>
          </p:cNvCxnSpPr>
          <p:nvPr/>
        </p:nvCxnSpPr>
        <p:spPr>
          <a:xfrm xmlns:a="http://schemas.openxmlformats.org/drawingml/2006/main" rot="0" flipH="0" flipV="0">
            <a:off x="6536055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>
            <a:extLst xmlns:a="http://schemas.openxmlformats.org/drawingml/2006/main">
              <a:ext uri="{FF2B5EF4-FFF2-40B4-BE49-F238E27FC236}">
                <a16:creationId xmlns:a16="http://schemas.microsoft.com/office/drawing/2014/main" id="{8F6BD1CB-B5D3-47C5-9687-BC0F30F9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9255" y="80778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6" name="anchor">
            <a:extLst xmlns:a="http://schemas.openxmlformats.org/drawingml/2006/main">
              <a:ext uri="{FF2B5EF4-FFF2-40B4-BE49-F238E27FC236}">
                <a16:creationId xmlns:a16="http://schemas.microsoft.com/office/drawing/2014/main" id="{1902B775-EE17-4DE2-B136-A7AF839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7" name="anchor">
            <a:extLst xmlns:a="http://schemas.openxmlformats.org/drawingml/2006/main">
              <a:ext uri="{FF2B5EF4-FFF2-40B4-BE49-F238E27FC236}">
                <a16:creationId xmlns:a16="http://schemas.microsoft.com/office/drawing/2014/main" id="{7E54156D-7F47-4176-B0F3-72F7650B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7680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9" name="anchor">
            <a:extLst xmlns:a="http://schemas.openxmlformats.org/drawingml/2006/main">
              <a:ext uri="{FF2B5EF4-FFF2-40B4-BE49-F238E27FC236}">
                <a16:creationId xmlns:a16="http://schemas.microsoft.com/office/drawing/2014/main" id="{C15AE10A-F79F-4258-AC82-FDE5F97C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5731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86" name="直接箭头连接符 1301"/>
          <p:cNvCxnSpPr>
            <a:stCxn xmlns:a="http://schemas.openxmlformats.org/drawingml/2006/main" id="649" idx="6"/>
            <a:endCxn xmlns:a="http://schemas.openxmlformats.org/drawingml/2006/main" id="650" idx="2"/>
          </p:cNvCxnSpPr>
          <p:nvPr/>
        </p:nvCxnSpPr>
        <p:spPr>
          <a:xfrm xmlns:a="http://schemas.openxmlformats.org/drawingml/2006/main" rot="0" flipH="0" flipV="0">
            <a:off x="7774305" y="858266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>
            <a:extLst xmlns:a="http://schemas.openxmlformats.org/drawingml/2006/main">
              <a:ext uri="{FF2B5EF4-FFF2-40B4-BE49-F238E27FC236}">
                <a16:creationId xmlns:a16="http://schemas.microsoft.com/office/drawing/2014/main" id="{E8B2926C-E112-4A8A-BAA3-E13146E2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0095" y="8178800"/>
            <a:ext cx="381000" cy="50673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4" name="立方体 243">
            <a:extLst xmlns:a="http://schemas.openxmlformats.org/drawingml/2006/main">
              <a:ext uri="{FF2B5EF4-FFF2-40B4-BE49-F238E27FC236}">
                <a16:creationId xmlns:a16="http://schemas.microsoft.com/office/drawing/2014/main" id="{9CCD679D-D535-438E-8CE0-8B983B41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87295" y="8296910"/>
            <a:ext cx="30353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8" name="module-BPCSCfC">
            <a:extLst xmlns:a="http://schemas.openxmlformats.org/drawingml/2006/main">
              <a:ext uri="{FF2B5EF4-FFF2-40B4-BE49-F238E27FC236}">
                <a16:creationId xmlns:a16="http://schemas.microsoft.com/office/drawing/2014/main" id="{18592B19-75A5-45B5-891C-5571210F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3255" y="7877810"/>
            <a:ext cx="1724025" cy="440055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9" name="module-title-BPCSCfC">
            <a:extLst xmlns:a="http://schemas.openxmlformats.org/drawingml/2006/main">
              <a:ext uri="{FF2B5EF4-FFF2-40B4-BE49-F238E27FC236}">
                <a16:creationId xmlns:a16="http://schemas.microsoft.com/office/drawing/2014/main" id="{BF5D24C0-83C5-43F3-A6EA-37D890B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4890" y="7983855"/>
            <a:ext cx="9613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BPCSCfC</a:t>
            </a:r>
          </a:p>
        </p:txBody>
      </p:sp>
      <p:sp>
        <p:nvSpPr>
          <p:cNvPr id="419" name="anchor">
            <a:extLst xmlns:a="http://schemas.openxmlformats.org/drawingml/2006/main">
              <a:ext uri="{FF2B5EF4-FFF2-40B4-BE49-F238E27FC236}">
                <a16:creationId xmlns:a16="http://schemas.microsoft.com/office/drawing/2014/main" id="{E66B2ADC-8FCB-4286-A771-805E22FA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0" name="anchor">
            <a:extLst xmlns:a="http://schemas.openxmlformats.org/drawingml/2006/main">
              <a:ext uri="{FF2B5EF4-FFF2-40B4-BE49-F238E27FC236}">
                <a16:creationId xmlns:a16="http://schemas.microsoft.com/office/drawing/2014/main" id="{72873BB5-1C93-444E-8691-08180F68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2" name="anchor">
            <a:extLst xmlns:a="http://schemas.openxmlformats.org/drawingml/2006/main">
              <a:ext uri="{FF2B5EF4-FFF2-40B4-BE49-F238E27FC236}">
                <a16:creationId xmlns:a16="http://schemas.microsoft.com/office/drawing/2014/main" id="{964DBA45-D61C-470A-958B-EC1875F2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3" name="anchor">
            <a:extLst xmlns:a="http://schemas.openxmlformats.org/drawingml/2006/main">
              <a:ext uri="{FF2B5EF4-FFF2-40B4-BE49-F238E27FC236}">
                <a16:creationId xmlns:a16="http://schemas.microsoft.com/office/drawing/2014/main" id="{DA096592-AF26-4F4A-9691-A13F8A63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5" name="anchor">
            <a:extLst xmlns:a="http://schemas.openxmlformats.org/drawingml/2006/main">
              <a:ext uri="{FF2B5EF4-FFF2-40B4-BE49-F238E27FC236}">
                <a16:creationId xmlns:a16="http://schemas.microsoft.com/office/drawing/2014/main" id="{C1CBF2B0-8279-45E5-B120-9690A309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6" name="anchor">
            <a:extLst xmlns:a="http://schemas.openxmlformats.org/drawingml/2006/main">
              <a:ext uri="{FF2B5EF4-FFF2-40B4-BE49-F238E27FC236}">
                <a16:creationId xmlns:a16="http://schemas.microsoft.com/office/drawing/2014/main" id="{7CB5BC92-0525-4031-8482-924729D9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8" name="anchor">
            <a:extLst xmlns:a="http://schemas.openxmlformats.org/drawingml/2006/main">
              <a:ext uri="{FF2B5EF4-FFF2-40B4-BE49-F238E27FC236}">
                <a16:creationId xmlns:a16="http://schemas.microsoft.com/office/drawing/2014/main" id="{16AFE777-3634-4998-AF11-D4290F4A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9" name="anchor">
            <a:extLst xmlns:a="http://schemas.openxmlformats.org/drawingml/2006/main">
              <a:ext uri="{FF2B5EF4-FFF2-40B4-BE49-F238E27FC236}">
                <a16:creationId xmlns:a16="http://schemas.microsoft.com/office/drawing/2014/main" id="{D9E0A04C-2F1C-4163-9724-1EB8E84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1" name="anchor">
            <a:extLst xmlns:a="http://schemas.openxmlformats.org/drawingml/2006/main">
              <a:ext uri="{FF2B5EF4-FFF2-40B4-BE49-F238E27FC236}">
                <a16:creationId xmlns:a16="http://schemas.microsoft.com/office/drawing/2014/main" id="{317C1E16-997D-4E68-A2CA-62181C47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2" name="anchor">
            <a:extLst xmlns:a="http://schemas.openxmlformats.org/drawingml/2006/main">
              <a:ext uri="{FF2B5EF4-FFF2-40B4-BE49-F238E27FC236}">
                <a16:creationId xmlns:a16="http://schemas.microsoft.com/office/drawing/2014/main" id="{BFDD894E-F3DF-43E7-AE9B-6D8146B9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4" name="anchor">
            <a:extLst xmlns:a="http://schemas.openxmlformats.org/drawingml/2006/main">
              <a:ext uri="{FF2B5EF4-FFF2-40B4-BE49-F238E27FC236}">
                <a16:creationId xmlns:a16="http://schemas.microsoft.com/office/drawing/2014/main" id="{C4B6E634-CAD7-4013-AFAD-23ADD451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5" name="anchor">
            <a:extLst xmlns:a="http://schemas.openxmlformats.org/drawingml/2006/main">
              <a:ext uri="{FF2B5EF4-FFF2-40B4-BE49-F238E27FC236}">
                <a16:creationId xmlns:a16="http://schemas.microsoft.com/office/drawing/2014/main" id="{8861C274-A6BF-44C3-AEEF-15A529FE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2" name="anchor">
            <a:extLst xmlns:a="http://schemas.openxmlformats.org/drawingml/2006/main">
              <a:ext uri="{FF2B5EF4-FFF2-40B4-BE49-F238E27FC236}">
                <a16:creationId xmlns:a16="http://schemas.microsoft.com/office/drawing/2014/main" id="{6BF79BE7-77A9-4788-909F-B10CF72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37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4" name="anchor">
            <a:extLst xmlns:a="http://schemas.openxmlformats.org/drawingml/2006/main">
              <a:ext uri="{FF2B5EF4-FFF2-40B4-BE49-F238E27FC236}">
                <a16:creationId xmlns:a16="http://schemas.microsoft.com/office/drawing/2014/main" id="{C216DEC0-9A2A-49E8-928A-21868028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72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8" name="module-DRASP">
            <a:extLst xmlns:a="http://schemas.openxmlformats.org/drawingml/2006/main">
              <a:ext uri="{FF2B5EF4-FFF2-40B4-BE49-F238E27FC236}">
                <a16:creationId xmlns:a16="http://schemas.microsoft.com/office/drawing/2014/main" id="{E4A3B637-FEC9-4D9B-867C-A2EB10E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5405" y="7867650"/>
            <a:ext cx="1381125" cy="46736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9" name="module-title-DRASP">
            <a:extLst xmlns:a="http://schemas.openxmlformats.org/drawingml/2006/main">
              <a:ext uri="{FF2B5EF4-FFF2-40B4-BE49-F238E27FC236}">
                <a16:creationId xmlns:a16="http://schemas.microsoft.com/office/drawing/2014/main" id="{1F3815B7-C1A9-4FE0-937A-0762B75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3030" y="798385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DRASP</a:t>
            </a:r>
          </a:p>
        </p:txBody>
      </p:sp>
      <p:sp>
        <p:nvSpPr>
          <p:cNvPr id="455" name="anchor">
            <a:extLst xmlns:a="http://schemas.openxmlformats.org/drawingml/2006/main">
              <a:ext uri="{FF2B5EF4-FFF2-40B4-BE49-F238E27FC236}">
                <a16:creationId xmlns:a16="http://schemas.microsoft.com/office/drawing/2014/main" id="{E238B82D-B9B2-4E7C-BF82-1546D8A4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7" name="anchor">
            <a:extLst xmlns:a="http://schemas.openxmlformats.org/drawingml/2006/main">
              <a:ext uri="{FF2B5EF4-FFF2-40B4-BE49-F238E27FC236}">
                <a16:creationId xmlns:a16="http://schemas.microsoft.com/office/drawing/2014/main" id="{ACC96565-B241-4690-8AA8-3E3EC770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700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09" name="图片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6f6bc527c4f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3490" y="8422640"/>
            <a:ext cx="474345" cy="474345"/>
          </a:xfrm>
          <a:prstGeom xmlns:a="http://schemas.openxmlformats.org/drawingml/2006/main" prst="rect">
            <a:avLst/>
          </a:prstGeom>
        </p:spPr>
      </p:pic>
      <p:pic>
        <p:nvPicPr>
          <p:cNvPr id="1510" name="图片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ca3669f0a47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80" y="9350721"/>
            <a:ext cx="299085" cy="298800"/>
          </a:xfrm>
          <a:prstGeom xmlns:a="http://schemas.openxmlformats.org/drawingml/2006/main" prst="rect">
            <a:avLst/>
          </a:prstGeom>
        </p:spPr>
      </p:pic>
      <p:sp>
        <p:nvSpPr>
          <p:cNvPr id="85" name="leg1">
            <a:extLst xmlns:a="http://schemas.openxmlformats.org/drawingml/2006/main">
              <a:ext uri="{FF2B5EF4-FFF2-40B4-BE49-F238E27FC236}">
                <a16:creationId xmlns:a16="http://schemas.microsoft.com/office/drawing/2014/main" id="{B0115C6E-FA07-4FCD-8A73-C3AA161A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140" y="9367850"/>
            <a:ext cx="850265" cy="20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rainable</a:t>
            </a:r>
          </a:p>
        </p:txBody>
      </p:sp>
      <p:sp>
        <p:nvSpPr>
          <p:cNvPr id="25" name="xlab">
            <a:extLst xmlns:a="http://schemas.openxmlformats.org/drawingml/2006/main">
              <a:ext uri="{FF2B5EF4-FFF2-40B4-BE49-F238E27FC236}">
                <a16:creationId xmlns:a16="http://schemas.microsoft.com/office/drawing/2014/main" id="{D3D2D88E-2E64-4386-B7F4-9F430611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cxnSp>
        <p:nvCxnSpPr>
          <p:cNvPr id="1513" name="直接箭头连接符 20"/>
          <p:cNvCxnSpPr/>
          <p:nvPr/>
        </p:nvCxnSpPr>
        <p:spPr>
          <a:xfrm xmlns:a="http://schemas.openxmlformats.org/drawingml/2006/main">
            <a:off x="1514475" y="1360805"/>
            <a:ext cx="52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14" name="连接符: 肘形 46"/>
          <p:cNvCxnSpPr/>
          <p:nvPr/>
        </p:nvCxnSpPr>
        <p:spPr>
          <a:xfrm xmlns:a="http://schemas.openxmlformats.org/drawingml/2006/main" rot="5400000" flipV="1">
            <a:off x="7512368" y="1937703"/>
            <a:ext cx="259080" cy="0"/>
          </a:xfrm>
          <a:prstGeom xmlns:a="http://schemas.openxmlformats.org/drawingml/2006/main" prst="bentConnector3">
            <a:avLst>
              <a:gd name="adj1" fmla="val 50245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0" name="直接连接符 59">
            <a:extLst xmlns:a="http://schemas.openxmlformats.org/drawingml/2006/main">
              <a:ext uri="{FF2B5EF4-FFF2-40B4-BE49-F238E27FC236}">
                <a16:creationId xmlns:a16="http://schemas.microsoft.com/office/drawing/2014/main" id="{FB7D0395-8366-49F5-BA45-E4DCD7C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372" y="118110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E346B4B-C9A6-4707-B4AF-006B03FD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585" y="2061210"/>
            <a:ext cx="1478280" cy="2705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solidFill>
              <a:schemeClr val="accent5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Broadcast</a:t>
            </a:r>
          </a:p>
        </p:txBody>
      </p:sp>
      <p:sp>
        <p:nvSpPr>
          <p:cNvPr id="81" name="leg2">
            <a:extLst xmlns:a="http://schemas.openxmlformats.org/drawingml/2006/main">
              <a:ext uri="{FF2B5EF4-FFF2-40B4-BE49-F238E27FC236}">
                <a16:creationId xmlns:a16="http://schemas.microsoft.com/office/drawing/2014/main" id="{6CD48681-5573-4371-B01D-2B80E95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330" y="9439910"/>
            <a:ext cx="16770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MemKD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Smooth L1 Loss</a:t>
            </a:r>
          </a:p>
        </p:txBody>
      </p:sp>
      <p:cxnSp>
        <p:nvCxnSpPr>
          <p:cNvPr id="1518" name="直接箭头连接符 81"/>
          <p:cNvCxnSpPr/>
          <p:nvPr/>
        </p:nvCxnSpPr>
        <p:spPr>
          <a:xfrm xmlns:a="http://schemas.openxmlformats.org/drawingml/2006/main" rot="0" flipH="0" flipV="0">
            <a:off x="442785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FF6A00"/>
            </a:solidFill>
            <a:prstDash val="dash"/>
            <a:headEnd type="triangle"/>
            <a:tailEnd type="triangle" w="med" len="med"/>
          </a:ln>
        </p:spPr>
      </p:cxn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49E32597-C083-4F54-B37A-6036BE2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64397" y="725551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r-top">
            <a:extLst xmlns:a="http://schemas.openxmlformats.org/drawingml/2006/main">
              <a:ext uri="{FF2B5EF4-FFF2-40B4-BE49-F238E27FC236}">
                <a16:creationId xmlns:a16="http://schemas.microsoft.com/office/drawing/2014/main" id="{3D847BC4-6F03-4D67-871B-100486C5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5" name="tr-top">
            <a:extLst xmlns:a="http://schemas.openxmlformats.org/drawingml/2006/main">
              <a:ext uri="{FF2B5EF4-FFF2-40B4-BE49-F238E27FC236}">
                <a16:creationId xmlns:a16="http://schemas.microsoft.com/office/drawing/2014/main" id="{C6DC121C-B8F6-43B1-8C7D-F12D8ABD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6" name="tr-top">
            <a:extLst xmlns:a="http://schemas.openxmlformats.org/drawingml/2006/main">
              <a:ext uri="{FF2B5EF4-FFF2-40B4-BE49-F238E27FC236}">
                <a16:creationId xmlns:a16="http://schemas.microsoft.com/office/drawing/2014/main" id="{5BCA1EB7-ADC5-4AB9-A477-A06801E5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23" name="肘形连接符 136"/>
          <p:cNvCxnSpPr/>
          <p:nvPr/>
        </p:nvCxnSpPr>
        <p:spPr>
          <a:xfrm xmlns:a="http://schemas.openxmlformats.org/drawingml/2006/main" flipV="1">
            <a:off x="6632575" y="7402830"/>
            <a:ext cx="1720215" cy="589280"/>
          </a:xfrm>
          <a:prstGeom xmlns:a="http://schemas.openxmlformats.org/drawingml/2006/main" prst="bentConnector3">
            <a:avLst>
              <a:gd name="adj1" fmla="val -332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24" name="直接连接符 142"/>
          <p:cNvCxnSpPr>
            <a:stCxn xmlns:a="http://schemas.openxmlformats.org/drawingml/2006/main" id="6" idx="8"/>
          </p:cNvCxnSpPr>
          <p:nvPr/>
        </p:nvCxnSpPr>
        <p:spPr>
          <a:xfrm xmlns:a="http://schemas.openxmlformats.org/drawingml/2006/main" flipH="1">
            <a:off x="844550" y="2465705"/>
            <a:ext cx="1270" cy="579691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25" name="直接箭头连接符 143"/>
          <p:cNvCxnSpPr/>
          <p:nvPr/>
        </p:nvCxnSpPr>
        <p:spPr>
          <a:xfrm xmlns:a="http://schemas.openxmlformats.org/drawingml/2006/main" flipV="1">
            <a:off x="838200" y="8245475"/>
            <a:ext cx="6019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4" name="xlab">
            <a:extLst xmlns:a="http://schemas.openxmlformats.org/drawingml/2006/main">
              <a:ext uri="{FF2B5EF4-FFF2-40B4-BE49-F238E27FC236}">
                <a16:creationId xmlns:a16="http://schemas.microsoft.com/office/drawing/2014/main" id="{CE6CF76A-761F-4392-A2F1-0A93BA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01" name="xlab">
            <a:extLst xmlns:a="http://schemas.openxmlformats.org/drawingml/2006/main">
              <a:ext uri="{FF2B5EF4-FFF2-40B4-BE49-F238E27FC236}">
                <a16:creationId xmlns:a16="http://schemas.microsoft.com/office/drawing/2014/main" id="{8A092179-9279-4457-AC92-609E76C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02" name="xlab">
            <a:extLst xmlns:a="http://schemas.openxmlformats.org/drawingml/2006/main">
              <a:ext uri="{FF2B5EF4-FFF2-40B4-BE49-F238E27FC236}">
                <a16:creationId xmlns:a16="http://schemas.microsoft.com/office/drawing/2014/main" id="{EC292C64-2AA5-42D3-A26B-411E98CD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28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141" name="xlab">
            <a:extLst xmlns:a="http://schemas.openxmlformats.org/drawingml/2006/main">
              <a:ext uri="{FF2B5EF4-FFF2-40B4-BE49-F238E27FC236}">
                <a16:creationId xmlns:a16="http://schemas.microsoft.com/office/drawing/2014/main" id="{75FF4CB9-E6CD-4496-BA75-C2F2B3FB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7706360"/>
            <a:ext cx="405130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T-1</a:t>
            </a:r>
          </a:p>
        </p:txBody>
      </p:sp>
      <p:sp>
        <p:nvSpPr>
          <p:cNvPr id="36" name="class-Cargo ship">
            <a:extLst xmlns:a="http://schemas.openxmlformats.org/drawingml/2006/main">
              <a:ext uri="{FF2B5EF4-FFF2-40B4-BE49-F238E27FC236}">
                <a16:creationId xmlns:a16="http://schemas.microsoft.com/office/drawing/2014/main" id="{AD7A8F18-F362-4285-BBE6-66EC59A6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3480" y="810895"/>
            <a:ext cx="1205865" cy="28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sz="105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Predicted Class</a:t>
            </a:r>
          </a:p>
        </p:txBody>
      </p:sp>
      <p:pic>
        <p:nvPicPr>
          <p:cNvPr id="1531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979cb34e9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135745" y="237490"/>
            <a:ext cx="521970" cy="521970"/>
          </a:xfrm>
          <a:prstGeom xmlns:a="http://schemas.openxmlformats.org/drawingml/2006/main" prst="rect">
            <a:avLst/>
          </a:prstGeom>
        </p:spPr>
      </p:pic>
      <p:sp>
        <p:nvSpPr>
          <p:cNvPr id="620" name="anchor">
            <a:extLst xmlns:a="http://schemas.openxmlformats.org/drawingml/2006/main">
              <a:ext uri="{FF2B5EF4-FFF2-40B4-BE49-F238E27FC236}">
                <a16:creationId xmlns:a16="http://schemas.microsoft.com/office/drawing/2014/main" id="{C3883833-8E5D-448C-9550-B60E4EF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2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4" name="anchor">
            <a:extLst xmlns:a="http://schemas.openxmlformats.org/drawingml/2006/main">
              <a:ext uri="{FF2B5EF4-FFF2-40B4-BE49-F238E27FC236}">
                <a16:creationId xmlns:a16="http://schemas.microsoft.com/office/drawing/2014/main" id="{689E4151-EAC5-4BE3-B27E-7AA7A742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805" y="314198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1" name="MemKD panel">
            <a:extLst xmlns:a="http://schemas.openxmlformats.org/drawingml/2006/main">
              <a:ext uri="{FF2B5EF4-FFF2-40B4-BE49-F238E27FC236}">
                <a16:creationId xmlns:a16="http://schemas.microsoft.com/office/drawing/2014/main" id="{95622F62-5C70-4357-817F-9705D031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6530" y="2969260"/>
            <a:ext cx="5560060" cy="2627630"/>
          </a:xfrm>
          <a:custGeom xmlns:a="http://schemas.openxmlformats.org/drawingml/2006/main"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rect l="l" t="t" r="r" b="b"/>
            <a:pathLst>
              <a:path w="4647565" h="3625215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13335">
            <a:solidFill>
              <a:srgbClr val="FF6A0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2" name="MemKD title">
            <a:extLst xmlns:a="http://schemas.openxmlformats.org/drawingml/2006/main">
              <a:ext uri="{FF2B5EF4-FFF2-40B4-BE49-F238E27FC236}">
                <a16:creationId xmlns:a16="http://schemas.microsoft.com/office/drawing/2014/main" id="{CF8FC473-7229-4662-B8F6-74BBB20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690" y="522033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sz="1800" b="1" i="0" u="none" cap="none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MemKD</a:t>
            </a:r>
          </a:p>
        </p:txBody>
      </p:sp>
      <p:sp>
        <p:nvSpPr>
          <p:cNvPr id="118" name="文本框 117">
            <a:extLst xmlns:a="http://schemas.openxmlformats.org/drawingml/2006/main">
              <a:ext uri="{FF2B5EF4-FFF2-40B4-BE49-F238E27FC236}">
                <a16:creationId xmlns:a16="http://schemas.microsoft.com/office/drawing/2014/main" id="{7FC90C3A-8F2A-4706-8E33-0D44AB7D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8535" y="4056380"/>
            <a:ext cx="424180" cy="420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𝒔</m:t>
                      </m:r>
                    </m:sub>
                  </m:sSub>
                </m:oMath>
              </m:oMathPara>
            </a14:m>
          </a:p>
        </p:txBody>
      </p:sp>
      <p:sp>
        <p:nvSpPr>
          <p:cNvPr id="122" name="矩形: 圆角 121">
            <a:extLst xmlns:a="http://schemas.openxmlformats.org/drawingml/2006/main">
              <a:ext uri="{FF2B5EF4-FFF2-40B4-BE49-F238E27FC236}">
                <a16:creationId xmlns:a16="http://schemas.microsoft.com/office/drawing/2014/main" id="{6DCEF019-8E9A-4FBE-A5AF-3C2B862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265" y="3233420"/>
            <a:ext cx="1654810" cy="5124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1538" name="直接箭头连接符 134"/>
          <p:cNvCxnSpPr/>
          <p:nvPr/>
        </p:nvCxnSpPr>
        <p:spPr>
          <a:xfrm xmlns:a="http://schemas.openxmlformats.org/drawingml/2006/main" rot="16200000" flipH="0" flipV="0">
            <a:off x="2944495" y="4132580"/>
            <a:ext cx="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9758A6B9-5DB4-4B44-B4BF-C42E3BA0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4290" y="2895600"/>
            <a:ext cx="75120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steps</a:t>
            </a:r>
          </a:p>
        </p:txBody>
      </p:sp>
      <p:pic>
        <p:nvPicPr>
          <p:cNvPr id="154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9a7dbabcc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91945" y="5197475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5C03854F-4BFC-4B3D-A709-424D9840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3555" y="5190490"/>
            <a:ext cx="1191260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sample z</a:t>
            </a:r>
          </a:p>
          <a:p xmlns:a="http://schemas.openxmlformats.org/drawingml/2006/main">
            <a:pPr algn="l">
              <a:buNone/>
            </a:pPr>
            <a:r>
              <a:rPr sz="800" b="1" i="1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~ U(2, floor(T/2))</a:t>
            </a:r>
          </a:p>
        </p:txBody>
      </p:sp>
      <p:sp>
        <p:nvSpPr>
          <p:cNvPr id="318" name="anchor">
            <a:extLst xmlns:a="http://schemas.openxmlformats.org/drawingml/2006/main">
              <a:ext uri="{FF2B5EF4-FFF2-40B4-BE49-F238E27FC236}">
                <a16:creationId xmlns:a16="http://schemas.microsoft.com/office/drawing/2014/main" id="{B746D9CE-32EC-4338-82FF-5134E266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3392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6" name="anchor">
            <a:extLst xmlns:a="http://schemas.openxmlformats.org/drawingml/2006/main">
              <a:ext uri="{FF2B5EF4-FFF2-40B4-BE49-F238E27FC236}">
                <a16:creationId xmlns:a16="http://schemas.microsoft.com/office/drawing/2014/main" id="{73C0B7AF-F087-45E7-A49E-CE8EC2D5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7" name="anchor">
            <a:extLst xmlns:a="http://schemas.openxmlformats.org/drawingml/2006/main">
              <a:ext uri="{FF2B5EF4-FFF2-40B4-BE49-F238E27FC236}">
                <a16:creationId xmlns:a16="http://schemas.microsoft.com/office/drawing/2014/main" id="{EFA9A485-D16C-4F74-ABAE-4D481B29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45" name="直接箭头连接符 978"/>
          <p:cNvCxnSpPr>
            <a:stCxn xmlns:a="http://schemas.openxmlformats.org/drawingml/2006/main" id="326" idx="6"/>
            <a:endCxn xmlns:a="http://schemas.openxmlformats.org/drawingml/2006/main" id="327" idx="2"/>
          </p:cNvCxnSpPr>
          <p:nvPr/>
        </p:nvCxnSpPr>
        <p:spPr>
          <a:xfrm xmlns:a="http://schemas.openxmlformats.org/drawingml/2006/main" rot="0" flipH="0" flipV="1">
            <a:off x="4801235" y="3825240"/>
            <a:ext cx="36131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2" name="anchor">
            <a:extLst xmlns:a="http://schemas.openxmlformats.org/drawingml/2006/main">
              <a:ext uri="{FF2B5EF4-FFF2-40B4-BE49-F238E27FC236}">
                <a16:creationId xmlns:a16="http://schemas.microsoft.com/office/drawing/2014/main" id="{DAC2B6AD-E548-4B25-AD48-8616472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3" name="anchor">
            <a:extLst xmlns:a="http://schemas.openxmlformats.org/drawingml/2006/main">
              <a:ext uri="{FF2B5EF4-FFF2-40B4-BE49-F238E27FC236}">
                <a16:creationId xmlns:a16="http://schemas.microsoft.com/office/drawing/2014/main" id="{5A5E90C5-880C-46DD-8502-BA958F20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48" name="直接箭头连接符 984"/>
          <p:cNvCxnSpPr>
            <a:stCxn xmlns:a="http://schemas.openxmlformats.org/drawingml/2006/main" id="332" idx="6"/>
            <a:endCxn xmlns:a="http://schemas.openxmlformats.org/drawingml/2006/main" id="333" idx="2"/>
          </p:cNvCxnSpPr>
          <p:nvPr/>
        </p:nvCxnSpPr>
        <p:spPr>
          <a:xfrm xmlns:a="http://schemas.openxmlformats.org/drawingml/2006/main" rot="0" flipH="0" flipV="1">
            <a:off x="5186680" y="375348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8" name="anchor">
            <a:extLst xmlns:a="http://schemas.openxmlformats.org/drawingml/2006/main">
              <a:ext uri="{FF2B5EF4-FFF2-40B4-BE49-F238E27FC236}">
                <a16:creationId xmlns:a16="http://schemas.microsoft.com/office/drawing/2014/main" id="{A0598CA5-A735-42A9-90CC-319C642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9" name="anchor">
            <a:extLst xmlns:a="http://schemas.openxmlformats.org/drawingml/2006/main">
              <a:ext uri="{FF2B5EF4-FFF2-40B4-BE49-F238E27FC236}">
                <a16:creationId xmlns:a16="http://schemas.microsoft.com/office/drawing/2014/main" id="{D38155CF-0D5B-48E5-BE25-E9FC89FD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51" name="直接箭头连接符 990"/>
          <p:cNvCxnSpPr>
            <a:stCxn xmlns:a="http://schemas.openxmlformats.org/drawingml/2006/main" id="338" idx="6"/>
            <a:endCxn xmlns:a="http://schemas.openxmlformats.org/drawingml/2006/main" id="339" idx="2"/>
          </p:cNvCxnSpPr>
          <p:nvPr/>
        </p:nvCxnSpPr>
        <p:spPr>
          <a:xfrm xmlns:a="http://schemas.openxmlformats.org/drawingml/2006/main" rot="0" flipH="0" flipV="0">
            <a:off x="5571490" y="3753485"/>
            <a:ext cx="361315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44" name="anchor">
            <a:extLst xmlns:a="http://schemas.openxmlformats.org/drawingml/2006/main">
              <a:ext uri="{FF2B5EF4-FFF2-40B4-BE49-F238E27FC236}">
                <a16:creationId xmlns:a16="http://schemas.microsoft.com/office/drawing/2014/main" id="{08D1AC97-0A28-4AE9-925C-98A24B1F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5" name="anchor">
            <a:extLst xmlns:a="http://schemas.openxmlformats.org/drawingml/2006/main">
              <a:ext uri="{FF2B5EF4-FFF2-40B4-BE49-F238E27FC236}">
                <a16:creationId xmlns:a16="http://schemas.microsoft.com/office/drawing/2014/main" id="{EC0BC6F2-5196-475F-B5FD-FE004593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0" name="anchor">
            <a:extLst xmlns:a="http://schemas.openxmlformats.org/drawingml/2006/main">
              <a:ext uri="{FF2B5EF4-FFF2-40B4-BE49-F238E27FC236}">
                <a16:creationId xmlns:a16="http://schemas.microsoft.com/office/drawing/2014/main" id="{9B9B4245-1D79-4105-8930-AA163C5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1" name="anchor">
            <a:extLst xmlns:a="http://schemas.openxmlformats.org/drawingml/2006/main">
              <a:ext uri="{FF2B5EF4-FFF2-40B4-BE49-F238E27FC236}">
                <a16:creationId xmlns:a16="http://schemas.microsoft.com/office/drawing/2014/main" id="{66A5A77F-0A8E-431B-A59A-0EE5A21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56" name="直接箭头连接符 1002"/>
          <p:cNvCxnSpPr>
            <a:stCxn xmlns:a="http://schemas.openxmlformats.org/drawingml/2006/main" id="350" idx="6"/>
            <a:endCxn xmlns:a="http://schemas.openxmlformats.org/drawingml/2006/main" id="351" idx="2"/>
          </p:cNvCxnSpPr>
          <p:nvPr/>
        </p:nvCxnSpPr>
        <p:spPr>
          <a:xfrm xmlns:a="http://schemas.openxmlformats.org/drawingml/2006/main" rot="0" flipH="0" flipV="0">
            <a:off x="6366510" y="368109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5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43A127DF-E937-4936-ADC8-685AE48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38252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8" name="anchor">
            <a:extLst xmlns:a="http://schemas.openxmlformats.org/drawingml/2006/main">
              <a:ext uri="{FF2B5EF4-FFF2-40B4-BE49-F238E27FC236}">
                <a16:creationId xmlns:a16="http://schemas.microsoft.com/office/drawing/2014/main" id="{0697E933-5129-4425-B3A5-0A18F07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9096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1F381ECB-A5F0-4349-9D7F-0E76E84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37776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3" name="anchor">
            <a:extLst xmlns:a="http://schemas.openxmlformats.org/drawingml/2006/main">
              <a:ext uri="{FF2B5EF4-FFF2-40B4-BE49-F238E27FC236}">
                <a16:creationId xmlns:a16="http://schemas.microsoft.com/office/drawing/2014/main" id="{20E157AE-65EC-48F9-80C0-69D2CFA4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BA6705DB-86A9-4B8C-B501-9D0ED323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8" name="anchor">
            <a:extLst xmlns:a="http://schemas.openxmlformats.org/drawingml/2006/main">
              <a:ext uri="{FF2B5EF4-FFF2-40B4-BE49-F238E27FC236}">
                <a16:creationId xmlns:a16="http://schemas.microsoft.com/office/drawing/2014/main" id="{AA00A141-CC2D-4D51-8B6C-8562431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544DBCA9-7170-4F40-9698-0C49F478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3" name="anchor">
            <a:extLst xmlns:a="http://schemas.openxmlformats.org/drawingml/2006/main">
              <a:ext uri="{FF2B5EF4-FFF2-40B4-BE49-F238E27FC236}">
                <a16:creationId xmlns:a16="http://schemas.microsoft.com/office/drawing/2014/main" id="{248FD607-4265-4920-89EF-61F88D07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06A3CB52-2A39-4A32-AA03-D4EB1FF4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36328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8" name="anchor">
            <a:extLst xmlns:a="http://schemas.openxmlformats.org/drawingml/2006/main">
              <a:ext uri="{FF2B5EF4-FFF2-40B4-BE49-F238E27FC236}">
                <a16:creationId xmlns:a16="http://schemas.microsoft.com/office/drawing/2014/main" id="{3783B526-CD03-4A66-8D47-E9C25B81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71729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329EE5FD-3A2A-4FCF-AED9-5305CBC9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3" name="anchor">
            <a:extLst xmlns:a="http://schemas.openxmlformats.org/drawingml/2006/main">
              <a:ext uri="{FF2B5EF4-FFF2-40B4-BE49-F238E27FC236}">
                <a16:creationId xmlns:a16="http://schemas.microsoft.com/office/drawing/2014/main" id="{0159AD11-C507-4D74-AD6F-9DABA449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5" name="anchor">
            <a:extLst xmlns:a="http://schemas.openxmlformats.org/drawingml/2006/main">
              <a:ext uri="{FF2B5EF4-FFF2-40B4-BE49-F238E27FC236}">
                <a16:creationId xmlns:a16="http://schemas.microsoft.com/office/drawing/2014/main" id="{EBB35FAC-5794-4901-BAA2-AC864C7C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5775" y="38976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70" name="直接箭头连接符 124"/>
          <p:cNvCxnSpPr>
            <a:stCxn xmlns:a="http://schemas.openxmlformats.org/drawingml/2006/main" id="371" idx="6"/>
            <a:endCxn xmlns:a="http://schemas.openxmlformats.org/drawingml/2006/main" id="376" idx="2"/>
          </p:cNvCxnSpPr>
          <p:nvPr/>
        </p:nvCxnSpPr>
        <p:spPr>
          <a:xfrm xmlns:a="http://schemas.openxmlformats.org/drawingml/2006/main" rot="0" flipH="0" flipV="1">
            <a:off x="5993130" y="3681095"/>
            <a:ext cx="31305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71" name="曲线连接符 128"/>
          <p:cNvCxnSpPr/>
          <p:nvPr/>
        </p:nvCxnSpPr>
        <p:spPr>
          <a:xfrm xmlns:a="http://schemas.openxmlformats.org/drawingml/2006/main" rot="16200000" flipH="0" flipV="0">
            <a:off x="5475605" y="2946400"/>
            <a:ext cx="192405" cy="1565275"/>
          </a:xfrm>
          <a:prstGeom xmlns:a="http://schemas.openxmlformats.org/drawingml/2006/main" prst="curvedConnector3">
            <a:avLst>
              <a:gd name="adj1" fmla="val 256250"/>
            </a:avLst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B97C314D-195B-4838-ABC7-EF87A69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6680" y="3284220"/>
            <a:ext cx="69405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38" name="右大括号 137">
            <a:extLst xmlns:a="http://schemas.openxmlformats.org/drawingml/2006/main">
              <a:ext uri="{FF2B5EF4-FFF2-40B4-BE49-F238E27FC236}">
                <a16:creationId xmlns:a16="http://schemas.microsoft.com/office/drawing/2014/main" id="{B3A8BF6D-B2EA-41B6-9836-2DC84ADC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491480" y="2456815"/>
            <a:ext cx="147955" cy="1576705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FF6A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574" name="直接箭头连接符 139"/>
          <p:cNvCxnSpPr/>
          <p:nvPr/>
        </p:nvCxnSpPr>
        <p:spPr>
          <a:xfrm xmlns:a="http://schemas.openxmlformats.org/drawingml/2006/main" rot="0" flipH="0" flipV="0">
            <a:off x="5561330" y="383984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35" name="anchor">
            <a:extLst xmlns:a="http://schemas.openxmlformats.org/drawingml/2006/main">
              <a:ext uri="{FF2B5EF4-FFF2-40B4-BE49-F238E27FC236}">
                <a16:creationId xmlns:a16="http://schemas.microsoft.com/office/drawing/2014/main" id="{EE6B8474-A51C-4C88-B458-F1850566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165" y="527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4" name="anchor">
            <a:extLst xmlns:a="http://schemas.openxmlformats.org/drawingml/2006/main">
              <a:ext uri="{FF2B5EF4-FFF2-40B4-BE49-F238E27FC236}">
                <a16:creationId xmlns:a16="http://schemas.microsoft.com/office/drawing/2014/main" id="{F9481922-ADE5-4F3C-A6DA-6EEF4DAB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7615" y="41910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2" name="anchor">
            <a:extLst xmlns:a="http://schemas.openxmlformats.org/drawingml/2006/main">
              <a:ext uri="{FF2B5EF4-FFF2-40B4-BE49-F238E27FC236}">
                <a16:creationId xmlns:a16="http://schemas.microsoft.com/office/drawing/2014/main" id="{16DB4AD6-26E6-4183-AB59-D30CF4E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3640" y="5810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9" name="anchor">
            <a:extLst xmlns:a="http://schemas.openxmlformats.org/drawingml/2006/main">
              <a:ext uri="{FF2B5EF4-FFF2-40B4-BE49-F238E27FC236}">
                <a16:creationId xmlns:a16="http://schemas.microsoft.com/office/drawing/2014/main" id="{51431F1B-E876-4E93-A8E2-E2EFC332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340296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0" name="anchor">
            <a:extLst xmlns:a="http://schemas.openxmlformats.org/drawingml/2006/main">
              <a:ext uri="{FF2B5EF4-FFF2-40B4-BE49-F238E27FC236}">
                <a16:creationId xmlns:a16="http://schemas.microsoft.com/office/drawing/2014/main" id="{892E0252-1537-48C1-B9A9-F793CCD1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2" name="anchor">
            <a:extLst xmlns:a="http://schemas.openxmlformats.org/drawingml/2006/main">
              <a:ext uri="{FF2B5EF4-FFF2-40B4-BE49-F238E27FC236}">
                <a16:creationId xmlns:a16="http://schemas.microsoft.com/office/drawing/2014/main" id="{A62AEB75-A10F-47B6-8DFA-A0300475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3" name="anchor">
            <a:extLst xmlns:a="http://schemas.openxmlformats.org/drawingml/2006/main">
              <a:ext uri="{FF2B5EF4-FFF2-40B4-BE49-F238E27FC236}">
                <a16:creationId xmlns:a16="http://schemas.microsoft.com/office/drawing/2014/main" id="{11438DCF-8FE7-46D9-AA24-C841CDC6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308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0" name="anchor">
            <a:extLst xmlns:a="http://schemas.openxmlformats.org/drawingml/2006/main">
              <a:ext uri="{FF2B5EF4-FFF2-40B4-BE49-F238E27FC236}">
                <a16:creationId xmlns:a16="http://schemas.microsoft.com/office/drawing/2014/main" id="{D36B3AC5-137D-44E5-B13E-96FCEE7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46793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1" name="anchor">
            <a:extLst xmlns:a="http://schemas.openxmlformats.org/drawingml/2006/main">
              <a:ext uri="{FF2B5EF4-FFF2-40B4-BE49-F238E27FC236}">
                <a16:creationId xmlns:a16="http://schemas.microsoft.com/office/drawing/2014/main" id="{35A39B9D-52B9-4D19-ACB6-0239826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6" name="anchor">
            <a:extLst xmlns:a="http://schemas.openxmlformats.org/drawingml/2006/main">
              <a:ext uri="{FF2B5EF4-FFF2-40B4-BE49-F238E27FC236}">
                <a16:creationId xmlns:a16="http://schemas.microsoft.com/office/drawing/2014/main" id="{01AE5EAE-633B-4543-B820-3D827B5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7" name="anchor">
            <a:extLst xmlns:a="http://schemas.openxmlformats.org/drawingml/2006/main">
              <a:ext uri="{FF2B5EF4-FFF2-40B4-BE49-F238E27FC236}">
                <a16:creationId xmlns:a16="http://schemas.microsoft.com/office/drawing/2014/main" id="{EE967C65-FC0A-494C-AFB8-70DAE0EE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2" name="anchor">
            <a:extLst xmlns:a="http://schemas.openxmlformats.org/drawingml/2006/main">
              <a:ext uri="{FF2B5EF4-FFF2-40B4-BE49-F238E27FC236}">
                <a16:creationId xmlns:a16="http://schemas.microsoft.com/office/drawing/2014/main" id="{9678D3BA-3BB7-4044-8939-0CD16EC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3" name="anchor">
            <a:extLst xmlns:a="http://schemas.openxmlformats.org/drawingml/2006/main">
              <a:ext uri="{FF2B5EF4-FFF2-40B4-BE49-F238E27FC236}">
                <a16:creationId xmlns:a16="http://schemas.microsoft.com/office/drawing/2014/main" id="{ADC7878D-021A-4592-845C-8F4C94B9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8" name="anchor">
            <a:extLst xmlns:a="http://schemas.openxmlformats.org/drawingml/2006/main">
              <a:ext uri="{FF2B5EF4-FFF2-40B4-BE49-F238E27FC236}">
                <a16:creationId xmlns:a16="http://schemas.microsoft.com/office/drawing/2014/main" id="{4ACAF5F1-8393-49EC-980D-E00B0D36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9" name="anchor">
            <a:extLst xmlns:a="http://schemas.openxmlformats.org/drawingml/2006/main">
              <a:ext uri="{FF2B5EF4-FFF2-40B4-BE49-F238E27FC236}">
                <a16:creationId xmlns:a16="http://schemas.microsoft.com/office/drawing/2014/main" id="{87D73166-0E66-41E1-ACC8-8759DC27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4" name="anchor">
            <a:extLst xmlns:a="http://schemas.openxmlformats.org/drawingml/2006/main">
              <a:ext uri="{FF2B5EF4-FFF2-40B4-BE49-F238E27FC236}">
                <a16:creationId xmlns:a16="http://schemas.microsoft.com/office/drawing/2014/main" id="{0FF68CB7-566A-4EFB-980A-C0BCD2C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5" name="anchor">
            <a:extLst xmlns:a="http://schemas.openxmlformats.org/drawingml/2006/main">
              <a:ext uri="{FF2B5EF4-FFF2-40B4-BE49-F238E27FC236}">
                <a16:creationId xmlns:a16="http://schemas.microsoft.com/office/drawing/2014/main" id="{DC4C0AEB-A258-4150-BCC1-3074967F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948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80C82436-1808-4789-B1A5-6151F4D5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46431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0" name="anchor">
            <a:extLst xmlns:a="http://schemas.openxmlformats.org/drawingml/2006/main">
              <a:ext uri="{FF2B5EF4-FFF2-40B4-BE49-F238E27FC236}">
                <a16:creationId xmlns:a16="http://schemas.microsoft.com/office/drawing/2014/main" id="{4400C3AB-BCD0-47BC-AEEC-5CE7BFC7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3540" y="463105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9913C9B7-14C9-481B-ADB7-DD8F0C5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43300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5" name="anchor">
            <a:extLst xmlns:a="http://schemas.openxmlformats.org/drawingml/2006/main">
              <a:ext uri="{FF2B5EF4-FFF2-40B4-BE49-F238E27FC236}">
                <a16:creationId xmlns:a16="http://schemas.microsoft.com/office/drawing/2014/main" id="{0B383672-5616-4A27-84E4-2476EA6F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180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FDC02EB3-403D-4610-AACF-5286FACC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43059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0" name="anchor">
            <a:extLst xmlns:a="http://schemas.openxmlformats.org/drawingml/2006/main">
              <a:ext uri="{FF2B5EF4-FFF2-40B4-BE49-F238E27FC236}">
                <a16:creationId xmlns:a16="http://schemas.microsoft.com/office/drawing/2014/main" id="{3BE023E8-44BE-4D99-9577-3171973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2938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A31934F5-6B33-4129-B452-9F0FBF03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449897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5" name="anchor">
            <a:extLst xmlns:a="http://schemas.openxmlformats.org/drawingml/2006/main">
              <a:ext uri="{FF2B5EF4-FFF2-40B4-BE49-F238E27FC236}">
                <a16:creationId xmlns:a16="http://schemas.microsoft.com/office/drawing/2014/main" id="{CB62E811-0CC5-4E5E-B7FD-0781C03C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4869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B329F500-10DE-49D1-91CA-58FF4205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454660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0" name="anchor">
            <a:extLst xmlns:a="http://schemas.openxmlformats.org/drawingml/2006/main">
              <a:ext uri="{FF2B5EF4-FFF2-40B4-BE49-F238E27FC236}">
                <a16:creationId xmlns:a16="http://schemas.microsoft.com/office/drawing/2014/main" id="{DAC744EC-B5CB-4E61-8999-C0630DDA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17DE0EF7-2CAB-4C9B-A4D5-A763B22D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45586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5" name="anchor">
            <a:extLst xmlns:a="http://schemas.openxmlformats.org/drawingml/2006/main">
              <a:ext uri="{FF2B5EF4-FFF2-40B4-BE49-F238E27FC236}">
                <a16:creationId xmlns:a16="http://schemas.microsoft.com/office/drawing/2014/main" id="{16C23EC0-8EFA-422E-A660-63964E7D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46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15" name="xlab">
            <a:extLst xmlns:a="http://schemas.openxmlformats.org/drawingml/2006/main">
              <a:ext uri="{FF2B5EF4-FFF2-40B4-BE49-F238E27FC236}">
                <a16:creationId xmlns:a16="http://schemas.microsoft.com/office/drawing/2014/main" id="{A5847C8B-A1DE-4B7C-A00D-2BFF15C3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513588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2" name="xlab">
            <a:extLst xmlns:a="http://schemas.openxmlformats.org/drawingml/2006/main">
              <a:ext uri="{FF2B5EF4-FFF2-40B4-BE49-F238E27FC236}">
                <a16:creationId xmlns:a16="http://schemas.microsoft.com/office/drawing/2014/main" id="{6187A82F-AF4B-4AD8-B02E-CC841A4B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9445" y="4982845"/>
            <a:ext cx="300990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3" name="xlab">
            <a:extLst xmlns:a="http://schemas.openxmlformats.org/drawingml/2006/main">
              <a:ext uri="{FF2B5EF4-FFF2-40B4-BE49-F238E27FC236}">
                <a16:creationId xmlns:a16="http://schemas.microsoft.com/office/drawing/2014/main" id="{EDE6E619-2B2A-4D6F-8967-90CD3ABE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3925" y="5046345"/>
            <a:ext cx="50800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8DD419C2-A67F-4666-91F1-A03D7EC2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6168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3CA71D81-640D-473D-B3D9-35F2F5C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2376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FE194386-1147-4FDC-9A33-874FBE42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722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7" name="anchor">
            <a:extLst xmlns:a="http://schemas.openxmlformats.org/drawingml/2006/main">
              <a:ext uri="{FF2B5EF4-FFF2-40B4-BE49-F238E27FC236}">
                <a16:creationId xmlns:a16="http://schemas.microsoft.com/office/drawing/2014/main" id="{17F4F37F-41A3-4CFB-9265-215D94B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7769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8" name="anchor">
            <a:extLst xmlns:a="http://schemas.openxmlformats.org/drawingml/2006/main">
              <a:ext uri="{FF2B5EF4-FFF2-40B4-BE49-F238E27FC236}">
                <a16:creationId xmlns:a16="http://schemas.microsoft.com/office/drawing/2014/main" id="{D41C93E5-CC33-4408-9336-E28BC288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3" name="anchor">
            <a:extLst xmlns:a="http://schemas.openxmlformats.org/drawingml/2006/main">
              <a:ext uri="{FF2B5EF4-FFF2-40B4-BE49-F238E27FC236}">
                <a16:creationId xmlns:a16="http://schemas.microsoft.com/office/drawing/2014/main" id="{D1889BA2-D50A-4188-9558-251346A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4" name="anchor">
            <a:extLst xmlns:a="http://schemas.openxmlformats.org/drawingml/2006/main">
              <a:ext uri="{FF2B5EF4-FFF2-40B4-BE49-F238E27FC236}">
                <a16:creationId xmlns:a16="http://schemas.microsoft.com/office/drawing/2014/main" id="{14985EBD-5A47-4C94-949C-1FDFB18A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9" name="anchor">
            <a:extLst xmlns:a="http://schemas.openxmlformats.org/drawingml/2006/main">
              <a:ext uri="{FF2B5EF4-FFF2-40B4-BE49-F238E27FC236}">
                <a16:creationId xmlns:a16="http://schemas.microsoft.com/office/drawing/2014/main" id="{D71B0F21-2427-454A-86F6-38445235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0" name="anchor">
            <a:extLst xmlns:a="http://schemas.openxmlformats.org/drawingml/2006/main">
              <a:ext uri="{FF2B5EF4-FFF2-40B4-BE49-F238E27FC236}">
                <a16:creationId xmlns:a16="http://schemas.microsoft.com/office/drawing/2014/main" id="{3B7CF5B8-0390-4E3F-A518-8DD75C3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5" name="anchor">
            <a:extLst xmlns:a="http://schemas.openxmlformats.org/drawingml/2006/main">
              <a:ext uri="{FF2B5EF4-FFF2-40B4-BE49-F238E27FC236}">
                <a16:creationId xmlns:a16="http://schemas.microsoft.com/office/drawing/2014/main" id="{A42A18C8-AA13-47A3-BF6D-38FDA11E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6" name="anchor">
            <a:extLst xmlns:a="http://schemas.openxmlformats.org/drawingml/2006/main">
              <a:ext uri="{FF2B5EF4-FFF2-40B4-BE49-F238E27FC236}">
                <a16:creationId xmlns:a16="http://schemas.microsoft.com/office/drawing/2014/main" id="{00FF499B-D803-44C9-A8BE-DEF1B10A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1" name="anchor">
            <a:extLst xmlns:a="http://schemas.openxmlformats.org/drawingml/2006/main">
              <a:ext uri="{FF2B5EF4-FFF2-40B4-BE49-F238E27FC236}">
                <a16:creationId xmlns:a16="http://schemas.microsoft.com/office/drawing/2014/main" id="{4BDD60B1-6619-4FDB-BDA4-36954DC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2" name="anchor">
            <a:extLst xmlns:a="http://schemas.openxmlformats.org/drawingml/2006/main">
              <a:ext uri="{FF2B5EF4-FFF2-40B4-BE49-F238E27FC236}">
                <a16:creationId xmlns:a16="http://schemas.microsoft.com/office/drawing/2014/main" id="{8C649E04-7678-4397-BDD4-285B240F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4BADC1A1-B7B5-4253-A3F1-73B750B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37414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9" name="anchor">
            <a:extLst xmlns:a="http://schemas.openxmlformats.org/drawingml/2006/main">
              <a:ext uri="{FF2B5EF4-FFF2-40B4-BE49-F238E27FC236}">
                <a16:creationId xmlns:a16="http://schemas.microsoft.com/office/drawing/2014/main" id="{208D73C8-4A55-462E-9E94-09567C96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8252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29967208-1DFE-45D6-A72D-8340325E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33318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4" name="anchor">
            <a:extLst xmlns:a="http://schemas.openxmlformats.org/drawingml/2006/main">
              <a:ext uri="{FF2B5EF4-FFF2-40B4-BE49-F238E27FC236}">
                <a16:creationId xmlns:a16="http://schemas.microsoft.com/office/drawing/2014/main" id="{8C97B389-1AC4-4F65-89A1-E7EC648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4163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9C798BB9-A2B5-4ABD-9E34-48224FFC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354838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9" name="anchor">
            <a:extLst xmlns:a="http://schemas.openxmlformats.org/drawingml/2006/main">
              <a:ext uri="{FF2B5EF4-FFF2-40B4-BE49-F238E27FC236}">
                <a16:creationId xmlns:a16="http://schemas.microsoft.com/office/drawing/2014/main" id="{F5F28E3B-2AC3-4945-9150-9B5A2F8D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6328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26" name="直接箭头连接符 941"/>
          <p:cNvCxnSpPr/>
          <p:nvPr/>
        </p:nvCxnSpPr>
        <p:spPr>
          <a:xfrm xmlns:a="http://schemas.openxmlformats.org/drawingml/2006/main" rot="0" flipH="0" flipV="0">
            <a:off x="2125345" y="3564890"/>
            <a:ext cx="0" cy="6826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95DE38AB-97B0-4392-9AF4-3E59885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37649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4" name="anchor">
            <a:extLst xmlns:a="http://schemas.openxmlformats.org/drawingml/2006/main">
              <a:ext uri="{FF2B5EF4-FFF2-40B4-BE49-F238E27FC236}">
                <a16:creationId xmlns:a16="http://schemas.microsoft.com/office/drawing/2014/main" id="{B58521EC-060B-45B5-942E-ADBEFC32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493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0586C06A-A667-4AD8-B437-CAB9491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38855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9" name="anchor">
            <a:extLst xmlns:a="http://schemas.openxmlformats.org/drawingml/2006/main">
              <a:ext uri="{FF2B5EF4-FFF2-40B4-BE49-F238E27FC236}">
                <a16:creationId xmlns:a16="http://schemas.microsoft.com/office/drawing/2014/main" id="{E1C2F039-6D0F-4E0A-BCA9-D77D4345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399D7DAF-D0CD-47FC-AE28-E2BFDC30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39338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4" name="anchor">
            <a:extLst xmlns:a="http://schemas.openxmlformats.org/drawingml/2006/main">
              <a:ext uri="{FF2B5EF4-FFF2-40B4-BE49-F238E27FC236}">
                <a16:creationId xmlns:a16="http://schemas.microsoft.com/office/drawing/2014/main" id="{A4E53E36-DBE1-4DD5-AB66-9955FD8A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0182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33" name="直接箭头连接符 4"/>
          <p:cNvCxnSpPr>
            <a:stCxn xmlns:a="http://schemas.openxmlformats.org/drawingml/2006/main" id="277" idx="7"/>
            <a:endCxn xmlns:a="http://schemas.openxmlformats.org/drawingml/2006/main" id="282" idx="2"/>
          </p:cNvCxnSpPr>
          <p:nvPr/>
        </p:nvCxnSpPr>
        <p:spPr>
          <a:xfrm xmlns:a="http://schemas.openxmlformats.org/drawingml/2006/main" rot="0" flipH="0" flipV="1">
            <a:off x="1663065" y="3380105"/>
            <a:ext cx="303530" cy="37528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4" name="直接箭头连接符 16"/>
          <p:cNvCxnSpPr>
            <a:stCxn xmlns:a="http://schemas.openxmlformats.org/drawingml/2006/main" id="282" idx="6"/>
            <a:endCxn xmlns:a="http://schemas.openxmlformats.org/drawingml/2006/main" id="287" idx="1"/>
          </p:cNvCxnSpPr>
          <p:nvPr/>
        </p:nvCxnSpPr>
        <p:spPr>
          <a:xfrm xmlns:a="http://schemas.openxmlformats.org/drawingml/2006/main" rot="0" flipH="0" flipV="0">
            <a:off x="2063115" y="3380105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5" name="直接箭头连接符 19"/>
          <p:cNvCxnSpPr>
            <a:stCxn xmlns:a="http://schemas.openxmlformats.org/drawingml/2006/main" id="287" idx="6"/>
            <a:endCxn xmlns:a="http://schemas.openxmlformats.org/drawingml/2006/main" id="292" idx="1"/>
          </p:cNvCxnSpPr>
          <p:nvPr/>
        </p:nvCxnSpPr>
        <p:spPr>
          <a:xfrm xmlns:a="http://schemas.openxmlformats.org/drawingml/2006/main" rot="0" flipH="0" flipV="0">
            <a:off x="2447925" y="3596640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6" name="直接箭头连接符 26"/>
          <p:cNvCxnSpPr>
            <a:stCxn xmlns:a="http://schemas.openxmlformats.org/drawingml/2006/main" id="292" idx="6"/>
            <a:endCxn xmlns:a="http://schemas.openxmlformats.org/drawingml/2006/main" id="297" idx="2"/>
          </p:cNvCxnSpPr>
          <p:nvPr/>
        </p:nvCxnSpPr>
        <p:spPr>
          <a:xfrm xmlns:a="http://schemas.openxmlformats.org/drawingml/2006/main" rot="0" flipH="0" flipV="0">
            <a:off x="2833370" y="3813175"/>
            <a:ext cx="313055" cy="12065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37" name="直接箭头连接符 38"/>
          <p:cNvCxnSpPr>
            <a:stCxn xmlns:a="http://schemas.openxmlformats.org/drawingml/2006/main" id="297" idx="6"/>
            <a:endCxn xmlns:a="http://schemas.openxmlformats.org/drawingml/2006/main" id="302" idx="2"/>
          </p:cNvCxnSpPr>
          <p:nvPr/>
        </p:nvCxnSpPr>
        <p:spPr>
          <a:xfrm xmlns:a="http://schemas.openxmlformats.org/drawingml/2006/main" rot="0" flipH="0" flipV="0">
            <a:off x="3242310" y="3933825"/>
            <a:ext cx="28892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1" name="右大括号 60">
            <a:extLst xmlns:a="http://schemas.openxmlformats.org/drawingml/2006/main">
              <a:ext uri="{FF2B5EF4-FFF2-40B4-BE49-F238E27FC236}">
                <a16:creationId xmlns:a16="http://schemas.microsoft.com/office/drawing/2014/main" id="{56B3DDD0-5C34-43EE-9FAD-E3D7157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180000" flipH="0" flipV="0">
            <a:off x="2225040" y="3143250"/>
            <a:ext cx="96520" cy="425450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07053F4-85E2-4BDA-ABCD-3D754499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595" y="2969895"/>
            <a:ext cx="70802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640" name="直接箭头连接符 105"/>
          <p:cNvCxnSpPr>
            <a:stCxn xmlns:a="http://schemas.openxmlformats.org/drawingml/2006/main" id="278" idx="7"/>
            <a:endCxn xmlns:a="http://schemas.openxmlformats.org/drawingml/2006/main" id="283" idx="3"/>
          </p:cNvCxnSpPr>
          <p:nvPr/>
        </p:nvCxnSpPr>
        <p:spPr>
          <a:xfrm xmlns:a="http://schemas.openxmlformats.org/drawingml/2006/main" rot="0" flipH="0" flipV="1">
            <a:off x="1663065" y="4411980"/>
            <a:ext cx="31750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1" name="直接箭头连接符 108"/>
          <p:cNvCxnSpPr>
            <a:stCxn xmlns:a="http://schemas.openxmlformats.org/drawingml/2006/main" id="283" idx="6"/>
            <a:endCxn xmlns:a="http://schemas.openxmlformats.org/drawingml/2006/main" id="288" idx="2"/>
          </p:cNvCxnSpPr>
          <p:nvPr/>
        </p:nvCxnSpPr>
        <p:spPr>
          <a:xfrm xmlns:a="http://schemas.openxmlformats.org/drawingml/2006/main" rot="0" flipH="0" flipV="1">
            <a:off x="2063115" y="4354195"/>
            <a:ext cx="288925" cy="2413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2" name="直接箭头连接符 109"/>
          <p:cNvCxnSpPr>
            <a:stCxn xmlns:a="http://schemas.openxmlformats.org/drawingml/2006/main" id="288" idx="6"/>
            <a:endCxn xmlns:a="http://schemas.openxmlformats.org/drawingml/2006/main" id="293" idx="2"/>
          </p:cNvCxnSpPr>
          <p:nvPr/>
        </p:nvCxnSpPr>
        <p:spPr>
          <a:xfrm xmlns:a="http://schemas.openxmlformats.org/drawingml/2006/main" rot="0" flipH="0" flipV="0">
            <a:off x="2447925" y="4354195"/>
            <a:ext cx="288925" cy="19240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3" name="直接箭头连接符 111"/>
          <p:cNvCxnSpPr>
            <a:stCxn xmlns:a="http://schemas.openxmlformats.org/drawingml/2006/main" id="293" idx="6"/>
            <a:endCxn xmlns:a="http://schemas.openxmlformats.org/drawingml/2006/main" id="298" idx="2"/>
          </p:cNvCxnSpPr>
          <p:nvPr/>
        </p:nvCxnSpPr>
        <p:spPr>
          <a:xfrm xmlns:a="http://schemas.openxmlformats.org/drawingml/2006/main" rot="0" flipH="0" flipV="0">
            <a:off x="2833370" y="4546600"/>
            <a:ext cx="31305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44" name="直接箭头连接符 115"/>
          <p:cNvCxnSpPr>
            <a:stCxn xmlns:a="http://schemas.openxmlformats.org/drawingml/2006/main" id="298" idx="6"/>
            <a:endCxn xmlns:a="http://schemas.openxmlformats.org/drawingml/2006/main" id="303" idx="2"/>
          </p:cNvCxnSpPr>
          <p:nvPr/>
        </p:nvCxnSpPr>
        <p:spPr>
          <a:xfrm xmlns:a="http://schemas.openxmlformats.org/drawingml/2006/main" rot="0" flipH="0" flipV="0">
            <a:off x="3242310" y="4594860"/>
            <a:ext cx="288925" cy="120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0" name="左大括号 119">
            <a:extLst xmlns:a="http://schemas.openxmlformats.org/drawingml/2006/main">
              <a:ext uri="{FF2B5EF4-FFF2-40B4-BE49-F238E27FC236}">
                <a16:creationId xmlns:a16="http://schemas.microsoft.com/office/drawing/2014/main" id="{70871833-73BF-47E3-A759-05DB34F1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00000" flipH="0" flipV="0">
            <a:off x="2162175" y="4323080"/>
            <a:ext cx="114935" cy="375285"/>
          </a:xfrm>
          <a:prstGeom xmlns:a="http://schemas.openxmlformats.org/drawingml/2006/main" prst="leftBrace">
            <a:avLst/>
          </a:prstGeom>
          <a:ln xmlns:a="http://schemas.openxmlformats.org/drawingml/2006/main">
            <a:solidFill>
              <a:srgbClr val="18832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文本框 122">
            <a:extLst xmlns:a="http://schemas.openxmlformats.org/drawingml/2006/main">
              <a:ext uri="{FF2B5EF4-FFF2-40B4-BE49-F238E27FC236}">
                <a16:creationId xmlns:a16="http://schemas.microsoft.com/office/drawing/2014/main" id="{B2126500-1085-40BE-9FD5-6BB72E6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8020" y="4498975"/>
            <a:ext cx="70802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45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4173AC09-F411-4794-B637-1772FFA5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4903470"/>
            <a:ext cx="1875790" cy="253365"/>
          </a:xfrm>
          <a:custGeom xmlns:a="http://schemas.openxmlformats.org/drawingml/2006/main">
            <a:gdLst>
              <a:gd name="connsiteX0" fmla="*/ 0 w 2954"/>
              <a:gd name="connsiteY0" fmla="*/ 392 h 399"/>
              <a:gd name="connsiteX1" fmla="*/ 960 w 2954"/>
              <a:gd name="connsiteY1" fmla="*/ 5 h 399"/>
              <a:gd name="connsiteX2" fmla="*/ 2014 w 2954"/>
              <a:gd name="connsiteY2" fmla="*/ 344 h 399"/>
              <a:gd name="connsiteX3" fmla="*/ 2954 w 2954"/>
              <a:gd name="connsiteY3" fmla="*/ 392 h 399"/>
            </a:gdLst>
            <a:rect l="l" t="t" r="r" b="b"/>
            <a:pathLst>
              <a:path w="2954" h="399">
                <a:moveTo>
                  <a:pt x="0" y="392"/>
                </a:moveTo>
                <a:cubicBezTo>
                  <a:pt x="369" y="276"/>
                  <a:pt x="604" y="-43"/>
                  <a:pt x="960" y="5"/>
                </a:cubicBezTo>
                <a:cubicBezTo>
                  <a:pt x="1316" y="53"/>
                  <a:pt x="1667" y="272"/>
                  <a:pt x="2014" y="344"/>
                </a:cubicBezTo>
                <a:cubicBezTo>
                  <a:pt x="2362" y="417"/>
                  <a:pt x="2772" y="400"/>
                  <a:pt x="2954" y="3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648" name="直接箭头连接符 114"/>
          <p:cNvCxnSpPr/>
          <p:nvPr/>
        </p:nvCxnSpPr>
        <p:spPr>
          <a:xfrm xmlns:a="http://schemas.openxmlformats.org/drawingml/2006/main" rot="5400000" flipH="1" flipV="0">
            <a:off x="5388610" y="4162425"/>
            <a:ext cx="127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9" name="anchor">
            <a:extLst xmlns:a="http://schemas.openxmlformats.org/drawingml/2006/main">
              <a:ext uri="{FF2B5EF4-FFF2-40B4-BE49-F238E27FC236}">
                <a16:creationId xmlns:a16="http://schemas.microsoft.com/office/drawing/2014/main" id="{58269970-5639-4D22-92F4-13802DA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1" name="anchor">
            <a:extLst xmlns:a="http://schemas.openxmlformats.org/drawingml/2006/main">
              <a:ext uri="{FF2B5EF4-FFF2-40B4-BE49-F238E27FC236}">
                <a16:creationId xmlns:a16="http://schemas.microsoft.com/office/drawing/2014/main" id="{82BAF884-C843-4605-A1CB-8E63FDA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2" name="anchor">
            <a:extLst xmlns:a="http://schemas.openxmlformats.org/drawingml/2006/main">
              <a:ext uri="{FF2B5EF4-FFF2-40B4-BE49-F238E27FC236}">
                <a16:creationId xmlns:a16="http://schemas.microsoft.com/office/drawing/2014/main" id="{99734CCA-BD2D-4C13-9D68-788DCB6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398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9" name="anchor">
            <a:extLst xmlns:a="http://schemas.openxmlformats.org/drawingml/2006/main">
              <a:ext uri="{FF2B5EF4-FFF2-40B4-BE49-F238E27FC236}">
                <a16:creationId xmlns:a16="http://schemas.microsoft.com/office/drawing/2014/main" id="{66277342-50B4-4EEB-87EF-E33D3FA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4850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0" name="anchor">
            <a:extLst xmlns:a="http://schemas.openxmlformats.org/drawingml/2006/main">
              <a:ext uri="{FF2B5EF4-FFF2-40B4-BE49-F238E27FC236}">
                <a16:creationId xmlns:a16="http://schemas.microsoft.com/office/drawing/2014/main" id="{C1117DB0-4621-4229-BB29-B2B3127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54" name="直接箭头连接符 981"/>
          <p:cNvCxnSpPr>
            <a:stCxn xmlns:a="http://schemas.openxmlformats.org/drawingml/2006/main" id="329" idx="6"/>
            <a:endCxn xmlns:a="http://schemas.openxmlformats.org/drawingml/2006/main" id="330" idx="2"/>
          </p:cNvCxnSpPr>
          <p:nvPr/>
        </p:nvCxnSpPr>
        <p:spPr>
          <a:xfrm xmlns:a="http://schemas.openxmlformats.org/drawingml/2006/main" rot="0" flipH="0" flipV="0">
            <a:off x="4801235" y="4560570"/>
            <a:ext cx="361315" cy="6032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35" name="anchor">
            <a:extLst xmlns:a="http://schemas.openxmlformats.org/drawingml/2006/main">
              <a:ext uri="{FF2B5EF4-FFF2-40B4-BE49-F238E27FC236}">
                <a16:creationId xmlns:a16="http://schemas.microsoft.com/office/drawing/2014/main" id="{10C7B51D-CA2C-41B7-BDB1-0781D6BD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6" name="anchor">
            <a:extLst xmlns:a="http://schemas.openxmlformats.org/drawingml/2006/main">
              <a:ext uri="{FF2B5EF4-FFF2-40B4-BE49-F238E27FC236}">
                <a16:creationId xmlns:a16="http://schemas.microsoft.com/office/drawing/2014/main" id="{8B63F4DC-EFCF-4DBE-957C-AC4AE2D2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57" name="直接箭头连接符 987"/>
          <p:cNvCxnSpPr>
            <a:stCxn xmlns:a="http://schemas.openxmlformats.org/drawingml/2006/main" id="335" idx="6"/>
            <a:endCxn xmlns:a="http://schemas.openxmlformats.org/drawingml/2006/main" id="336" idx="2"/>
          </p:cNvCxnSpPr>
          <p:nvPr/>
        </p:nvCxnSpPr>
        <p:spPr>
          <a:xfrm xmlns:a="http://schemas.openxmlformats.org/drawingml/2006/main" rot="0" flipH="0" flipV="1">
            <a:off x="5186680" y="4584700"/>
            <a:ext cx="361315" cy="3619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1" name="anchor">
            <a:extLst xmlns:a="http://schemas.openxmlformats.org/drawingml/2006/main">
              <a:ext uri="{FF2B5EF4-FFF2-40B4-BE49-F238E27FC236}">
                <a16:creationId xmlns:a16="http://schemas.microsoft.com/office/drawing/2014/main" id="{2C1CC64D-BA4A-48F2-9353-634A130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2" name="anchor">
            <a:extLst xmlns:a="http://schemas.openxmlformats.org/drawingml/2006/main">
              <a:ext uri="{FF2B5EF4-FFF2-40B4-BE49-F238E27FC236}">
                <a16:creationId xmlns:a16="http://schemas.microsoft.com/office/drawing/2014/main" id="{371798E6-4787-4FE2-9B8A-A0027398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60" name="直接箭头连接符 993"/>
          <p:cNvCxnSpPr>
            <a:stCxn xmlns:a="http://schemas.openxmlformats.org/drawingml/2006/main" id="341" idx="6"/>
            <a:endCxn xmlns:a="http://schemas.openxmlformats.org/drawingml/2006/main" id="342" idx="2"/>
          </p:cNvCxnSpPr>
          <p:nvPr/>
        </p:nvCxnSpPr>
        <p:spPr>
          <a:xfrm xmlns:a="http://schemas.openxmlformats.org/drawingml/2006/main" rot="0" flipH="0" flipV="1">
            <a:off x="5571490" y="451294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7" name="anchor">
            <a:extLst xmlns:a="http://schemas.openxmlformats.org/drawingml/2006/main">
              <a:ext uri="{FF2B5EF4-FFF2-40B4-BE49-F238E27FC236}">
                <a16:creationId xmlns:a16="http://schemas.microsoft.com/office/drawing/2014/main" id="{544636DD-E61A-4BFA-A6AC-3901FB7D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8" name="anchor">
            <a:extLst xmlns:a="http://schemas.openxmlformats.org/drawingml/2006/main">
              <a:ext uri="{FF2B5EF4-FFF2-40B4-BE49-F238E27FC236}">
                <a16:creationId xmlns:a16="http://schemas.microsoft.com/office/drawing/2014/main" id="{A8007EED-74E1-4C18-8A8C-1F8B4BBB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3" name="anchor">
            <a:extLst xmlns:a="http://schemas.openxmlformats.org/drawingml/2006/main">
              <a:ext uri="{FF2B5EF4-FFF2-40B4-BE49-F238E27FC236}">
                <a16:creationId xmlns:a16="http://schemas.microsoft.com/office/drawing/2014/main" id="{0C804BDD-3733-4F08-8A6F-CA076C4C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4" name="anchor">
            <a:extLst xmlns:a="http://schemas.openxmlformats.org/drawingml/2006/main">
              <a:ext uri="{FF2B5EF4-FFF2-40B4-BE49-F238E27FC236}">
                <a16:creationId xmlns:a16="http://schemas.microsoft.com/office/drawing/2014/main" id="{17D98C2E-EDCB-4037-8FF8-3C75A99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3078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65" name="直接箭头连接符 1005"/>
          <p:cNvCxnSpPr>
            <a:stCxn xmlns:a="http://schemas.openxmlformats.org/drawingml/2006/main" id="353" idx="6"/>
            <a:endCxn xmlns:a="http://schemas.openxmlformats.org/drawingml/2006/main" id="354" idx="2"/>
          </p:cNvCxnSpPr>
          <p:nvPr/>
        </p:nvCxnSpPr>
        <p:spPr>
          <a:xfrm xmlns:a="http://schemas.openxmlformats.org/drawingml/2006/main" rot="0" flipH="0" flipV="1">
            <a:off x="6366510" y="431990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5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385FE337-FB8C-4051-A012-73210FE3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45129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9" name="anchor">
            <a:extLst xmlns:a="http://schemas.openxmlformats.org/drawingml/2006/main">
              <a:ext uri="{FF2B5EF4-FFF2-40B4-BE49-F238E27FC236}">
                <a16:creationId xmlns:a16="http://schemas.microsoft.com/office/drawing/2014/main" id="{5D1BFCA4-83D2-47AD-8721-D360E50F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5CFAA135-A018-46C5-BE2E-3396B06C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45726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4" name="anchor">
            <a:extLst xmlns:a="http://schemas.openxmlformats.org/drawingml/2006/main">
              <a:ext uri="{FF2B5EF4-FFF2-40B4-BE49-F238E27FC236}">
                <a16:creationId xmlns:a16="http://schemas.microsoft.com/office/drawing/2014/main" id="{5C89D375-884B-4A95-843D-38D93241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5605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51A738F1-D4D1-4877-A397-9A81320E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45364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9" name="anchor">
            <a:extLst xmlns:a="http://schemas.openxmlformats.org/drawingml/2006/main">
              <a:ext uri="{FF2B5EF4-FFF2-40B4-BE49-F238E27FC236}">
                <a16:creationId xmlns:a16="http://schemas.microsoft.com/office/drawing/2014/main" id="{2CB82A01-40D5-4FC8-BB1F-A3700B8C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243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42639BA4-B82B-47A5-AF85-5453D28D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446468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4" name="anchor">
            <a:extLst xmlns:a="http://schemas.openxmlformats.org/drawingml/2006/main">
              <a:ext uri="{FF2B5EF4-FFF2-40B4-BE49-F238E27FC236}">
                <a16:creationId xmlns:a16="http://schemas.microsoft.com/office/drawing/2014/main" id="{449AE868-BE86-4FA7-82DD-C03B4074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4526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378F676F-D65C-4784-94CE-02E32E86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43440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9" name="anchor">
            <a:extLst xmlns:a="http://schemas.openxmlformats.org/drawingml/2006/main">
              <a:ext uri="{FF2B5EF4-FFF2-40B4-BE49-F238E27FC236}">
                <a16:creationId xmlns:a16="http://schemas.microsoft.com/office/drawing/2014/main" id="{6593139D-DDC8-4E1C-B3CE-108BF5F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319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AD51871B-2D0F-4ECC-8D63-EEAB4C2D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42716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4" name="anchor">
            <a:extLst xmlns:a="http://schemas.openxmlformats.org/drawingml/2006/main">
              <a:ext uri="{FF2B5EF4-FFF2-40B4-BE49-F238E27FC236}">
                <a16:creationId xmlns:a16="http://schemas.microsoft.com/office/drawing/2014/main" id="{761B879E-1A45-4CB8-B017-15568449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2595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" name="xlab">
            <a:extLst xmlns:a="http://schemas.openxmlformats.org/drawingml/2006/main">
              <a:ext uri="{FF2B5EF4-FFF2-40B4-BE49-F238E27FC236}">
                <a16:creationId xmlns:a16="http://schemas.microsoft.com/office/drawing/2014/main" id="{99D5674A-DE8F-45E2-927C-B849C624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2365" y="5187315"/>
            <a:ext cx="484505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28" name="xlab">
            <a:extLst xmlns:a="http://schemas.openxmlformats.org/drawingml/2006/main">
              <a:ext uri="{FF2B5EF4-FFF2-40B4-BE49-F238E27FC236}">
                <a16:creationId xmlns:a16="http://schemas.microsoft.com/office/drawing/2014/main" id="{DFFB2F5B-B3AA-4904-B83B-BE41E21A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090" y="5233035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t+2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615604E-DC39-4B0B-9458-3B16210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3270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" name="椭圆 33">
            <a:extLst xmlns:a="http://schemas.openxmlformats.org/drawingml/2006/main">
              <a:ext uri="{FF2B5EF4-FFF2-40B4-BE49-F238E27FC236}">
                <a16:creationId xmlns:a16="http://schemas.microsoft.com/office/drawing/2014/main" id="{FBA43905-9A5C-4672-B227-40AFE240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964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E74274EC-F76B-4E70-910C-BA63298C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4" name="xlab">
            <a:extLst xmlns:a="http://schemas.openxmlformats.org/drawingml/2006/main">
              <a:ext uri="{FF2B5EF4-FFF2-40B4-BE49-F238E27FC236}">
                <a16:creationId xmlns:a16="http://schemas.microsoft.com/office/drawing/2014/main" id="{C16DECFB-03C2-45D1-A37E-B4A0C75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500" y="5158740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t+z</a:t>
            </a:r>
          </a:p>
        </p:txBody>
      </p:sp>
      <p:cxnSp>
        <p:nvCxnSpPr>
          <p:cNvPr id="1684" name="直接箭头连接符 127"/>
          <p:cNvCxnSpPr/>
          <p:nvPr/>
        </p:nvCxnSpPr>
        <p:spPr>
          <a:xfrm xmlns:a="http://schemas.openxmlformats.org/drawingml/2006/main" rot="0" flipH="0" flipV="1">
            <a:off x="5996940" y="4418965"/>
            <a:ext cx="314325" cy="8001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85" name="曲线连接符 130"/>
          <p:cNvCxnSpPr>
            <a:stCxn xmlns:a="http://schemas.openxmlformats.org/drawingml/2006/main" id="357" idx="4"/>
            <a:endCxn xmlns:a="http://schemas.openxmlformats.org/drawingml/2006/main" id="377" idx="4"/>
          </p:cNvCxnSpPr>
          <p:nvPr/>
        </p:nvCxnSpPr>
        <p:spPr>
          <a:xfrm xmlns:a="http://schemas.openxmlformats.org/drawingml/2006/main" rot="5400000" flipH="1" flipV="1">
            <a:off x="5487035" y="3742055"/>
            <a:ext cx="168275" cy="1565275"/>
          </a:xfrm>
          <a:prstGeom xmlns:a="http://schemas.openxmlformats.org/drawingml/2006/main" prst="curvedConnector3">
            <a:avLst>
              <a:gd name="adj1" fmla="val -178571"/>
            </a:avLst>
          </a:prstGeom>
          <a:ln xmlns:a="http://schemas.openxmlformats.org/drawingml/2006/main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010737A7-F9E9-4FBC-B226-68FC66F4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0" y="4608830"/>
            <a:ext cx="69405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2" name="xlab">
            <a:extLst xmlns:a="http://schemas.openxmlformats.org/drawingml/2006/main">
              <a:ext uri="{FF2B5EF4-FFF2-40B4-BE49-F238E27FC236}">
                <a16:creationId xmlns:a16="http://schemas.microsoft.com/office/drawing/2014/main" id="{4CF3B8F3-27BE-42A7-957A-AFCF358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8520" y="5015865"/>
            <a:ext cx="300990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3" name="xlab">
            <a:extLst xmlns:a="http://schemas.openxmlformats.org/drawingml/2006/main">
              <a:ext uri="{FF2B5EF4-FFF2-40B4-BE49-F238E27FC236}">
                <a16:creationId xmlns:a16="http://schemas.microsoft.com/office/drawing/2014/main" id="{8BEEF260-DCA2-423C-9980-ACF0EAE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290" y="501269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73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89057540-AAC3-45C1-A81D-B75CE91F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4875" y="4923790"/>
            <a:ext cx="2176780" cy="296545"/>
          </a:xfrm>
          <a:custGeom xmlns:a="http://schemas.openxmlformats.org/drawingml/2006/main">
            <a:gdLst>
              <a:gd name="connsiteX0" fmla="*/ 0 w 3428"/>
              <a:gd name="connsiteY0" fmla="*/ 22 h 466"/>
              <a:gd name="connsiteX1" fmla="*/ 851 w 3428"/>
              <a:gd name="connsiteY1" fmla="*/ 458 h 466"/>
              <a:gd name="connsiteX2" fmla="*/ 2178 w 3428"/>
              <a:gd name="connsiteY2" fmla="*/ 404 h 466"/>
              <a:gd name="connsiteX3" fmla="*/ 3428 w 3428"/>
              <a:gd name="connsiteY3" fmla="*/ 0 h 466"/>
            </a:gdLst>
            <a:rect l="l" t="t" r="r" b="b"/>
            <a:pathLst>
              <a:path w="3428" h="467">
                <a:moveTo>
                  <a:pt x="0" y="22"/>
                </a:moveTo>
                <a:cubicBezTo>
                  <a:pt x="369" y="-94"/>
                  <a:pt x="495" y="410"/>
                  <a:pt x="851" y="458"/>
                </a:cubicBezTo>
                <a:cubicBezTo>
                  <a:pt x="1207" y="507"/>
                  <a:pt x="1831" y="332"/>
                  <a:pt x="2178" y="404"/>
                </a:cubicBezTo>
                <a:cubicBezTo>
                  <a:pt x="2526" y="478"/>
                  <a:pt x="3246" y="8"/>
                  <a:pt x="342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文本框 141">
            <a:extLst xmlns:a="http://schemas.openxmlformats.org/drawingml/2006/main">
              <a:ext uri="{FF2B5EF4-FFF2-40B4-BE49-F238E27FC236}">
                <a16:creationId xmlns:a16="http://schemas.microsoft.com/office/drawing/2014/main" id="{1F00693E-B013-4FD0-B6EB-7DBCF0C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860" y="4072890"/>
            <a:ext cx="4241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𝒍</m:t>
                      </m:r>
                    </m:sub>
                  </m:sSub>
                </m:oMath>
              </m:oMathPara>
            </a14:m>
          </a:p>
        </p:txBody>
      </p:sp>
      <p:pic>
        <p:nvPicPr>
          <p:cNvPr id="1691" name="图片 1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95de4530a46ea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165" y="3764915"/>
            <a:ext cx="347980" cy="347980"/>
          </a:xfrm>
          <a:prstGeom xmlns:a="http://schemas.openxmlformats.org/drawingml/2006/main" prst="rect">
            <a:avLst/>
          </a:prstGeom>
        </p:spPr>
      </p:pic>
      <p:sp>
        <p:nvSpPr>
          <p:cNvPr id="147" name="文本框 146">
            <a:extLst xmlns:a="http://schemas.openxmlformats.org/drawingml/2006/main">
              <a:ext uri="{FF2B5EF4-FFF2-40B4-BE49-F238E27FC236}">
                <a16:creationId xmlns:a16="http://schemas.microsoft.com/office/drawing/2014/main" id="{4F1AA0CB-D9C3-42CE-B5AC-81B77868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6360" y="4024630"/>
            <a:ext cx="782955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985EB"/>
                </a:solidFill>
                <a:latin typeface="Comic Sans MS"/>
                <a:ea typeface="Comic Sans MS"/>
                <a:cs typeface="Comic Sans MS"/>
              </a:rPr>
              <a:t>Teacher</a:t>
            </a:r>
          </a:p>
        </p:txBody>
      </p:sp>
      <p:pic>
        <p:nvPicPr>
          <p:cNvPr id="1693" name="图片 1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063b502ca4ff0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18915" y="4328160"/>
            <a:ext cx="350520" cy="350520"/>
          </a:xfrm>
          <a:prstGeom xmlns:a="http://schemas.openxmlformats.org/drawingml/2006/main" prst="rect">
            <a:avLst/>
          </a:prstGeom>
        </p:spPr>
      </p:pic>
      <p:sp>
        <p:nvSpPr>
          <p:cNvPr id="151" name="文本框 150">
            <a:extLst xmlns:a="http://schemas.openxmlformats.org/drawingml/2006/main">
              <a:ext uri="{FF2B5EF4-FFF2-40B4-BE49-F238E27FC236}">
                <a16:creationId xmlns:a16="http://schemas.microsoft.com/office/drawing/2014/main" id="{41AB4975-9692-409E-ACDA-AD9DC14A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615" y="4653915"/>
            <a:ext cx="76581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68B34"/>
                </a:solidFill>
                <a:latin typeface="Comic Sans MS"/>
                <a:ea typeface="Comic Sans MS"/>
                <a:cs typeface="Comic Sans MS"/>
              </a:rPr>
              <a:t>Student</a:t>
            </a:r>
          </a:p>
        </p:txBody>
      </p:sp>
      <p:sp>
        <p:nvSpPr>
          <p:cNvPr id="1312" name="TS-T revised panel">
            <a:extLst xmlns:a="http://schemas.openxmlformats.org/drawingml/2006/main">
              <a:ext uri="{FF2B5EF4-FFF2-40B4-BE49-F238E27FC236}">
                <a16:creationId xmlns:a16="http://schemas.microsoft.com/office/drawing/2014/main" id="{BDD3F149-A32F-4357-A9AC-A1820DA6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3810000" cy="3714750"/>
          </a:xfrm>
          <a:prstGeom xmlns:a="http://schemas.openxmlformats.org/drawingml/2006/main" prst="roundRect">
            <a:avLst>
              <a:gd name="adj" fmla="val 2308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8C2A85"/>
            </a:solidFill>
            <a:prstDash val="dash"/>
          </a:ln>
        </p:spPr>
      </p:sp>
      <p:sp>
        <p:nvSpPr>
          <p:cNvPr id="1313" name="TS-T fusion loss">
            <a:extLst xmlns:a="http://schemas.openxmlformats.org/drawingml/2006/main">
              <a:ext uri="{FF2B5EF4-FFF2-40B4-BE49-F238E27FC236}">
                <a16:creationId xmlns:a16="http://schemas.microsoft.com/office/drawing/2014/main" id="{73A511B0-0E5C-4870-AA11-044B8E5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33700"/>
            <a:ext cx="3333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D2478"/>
          </a:solidFill>
          <a:ln xmlns:a="http://schemas.openxmlformats.org/drawingml/2006/main" w="11430">
            <a:solidFill>
              <a:srgbClr val="7D247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L_TS–T = β · L_seq + (1−β) · L_final</a:t>
            </a:r>
          </a:p>
        </p:txBody>
      </p:sp>
      <p:sp>
        <p:nvSpPr>
          <p:cNvPr id="1314" name="TS-T adaptive temperature">
            <a:extLst xmlns:a="http://schemas.openxmlformats.org/drawingml/2006/main">
              <a:ext uri="{FF2B5EF4-FFF2-40B4-BE49-F238E27FC236}">
                <a16:creationId xmlns:a16="http://schemas.microsoft.com/office/drawing/2014/main" id="{1003727A-4679-44F9-AD43-B676B94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339090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01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247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7D2478"/>
                </a:solidFill>
                <a:latin typeface="Cambria Math"/>
                <a:ea typeface="Cambria Math"/>
                <a:cs typeface="Cambria Math"/>
              </a:rPr>
              <a:t>Z-score:  ẑ=(z−μ)/(σ+ε)</a:t>
            </a:r>
          </a:p>
          <a:p xmlns:a="http://schemas.openxmlformats.org/drawingml/2006/main">
            <a:pPr algn="ctr">
              <a:defRPr sz="1500" b="1">
                <a:solidFill>
                  <a:srgbClr val="7D2478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7D2478"/>
                </a:solidFill>
                <a:latin typeface="Cambria Math"/>
                <a:ea typeface="Cambria Math"/>
                <a:cs typeface="Cambria Math"/>
              </a:rPr>
              <a:t>σ = adaptive T</a:t>
            </a:r>
          </a:p>
        </p:txBody>
      </p:sp>
      <p:sp>
        <p:nvSpPr>
          <p:cNvPr id="1315" name="TS-T temporal branch">
            <a:extLst xmlns:a="http://schemas.openxmlformats.org/drawingml/2006/main">
              <a:ext uri="{FF2B5EF4-FFF2-40B4-BE49-F238E27FC236}">
                <a16:creationId xmlns:a16="http://schemas.microsoft.com/office/drawing/2014/main" id="{25C01DD6-400A-473E-8EBC-4CF41810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24300"/>
            <a:ext cx="2381250" cy="2038350"/>
          </a:xfrm>
          <a:prstGeom xmlns:a="http://schemas.openxmlformats.org/drawingml/2006/main" prst="roundRect">
            <a:avLst>
              <a:gd name="adj" fmla="val 4206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8C2A85"/>
            </a:solidFill>
            <a:prstDash val="solid"/>
          </a:ln>
        </p:spPr>
      </p:sp>
      <p:sp>
        <p:nvSpPr>
          <p:cNvPr id="1316" name="TS-T final branch">
            <a:extLst xmlns:a="http://schemas.openxmlformats.org/drawingml/2006/main">
              <a:ext uri="{FF2B5EF4-FFF2-40B4-BE49-F238E27FC236}">
                <a16:creationId xmlns:a16="http://schemas.microsoft.com/office/drawing/2014/main" id="{63E66CC6-B2BA-4BE8-8E56-C4EBDC4D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1123950" cy="2038350"/>
          </a:xfrm>
          <a:prstGeom xmlns:a="http://schemas.openxmlformats.org/drawingml/2006/main" prst="roundRect">
            <a:avLst>
              <a:gd name="adj" fmla="val 7627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8C2A85"/>
            </a:solidFill>
            <a:prstDash val="solid"/>
          </a:ln>
        </p:spPr>
      </p:sp>
      <p:sp>
        <p:nvSpPr>
          <p:cNvPr id="1317" name="Temporal branch title">
            <a:extLst xmlns:a="http://schemas.openxmlformats.org/drawingml/2006/main">
              <a:ext uri="{FF2B5EF4-FFF2-40B4-BE49-F238E27FC236}">
                <a16:creationId xmlns:a16="http://schemas.microsoft.com/office/drawing/2014/main" id="{ABF1DA76-E7FE-4CEF-BCC7-B710AC58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rPr>
              <a:t>Temporal branch</a:t>
            </a:r>
          </a:p>
        </p:txBody>
      </p:sp>
      <p:sp>
        <p:nvSpPr>
          <p:cNvPr id="1318" name="Final branch title">
            <a:extLst xmlns:a="http://schemas.openxmlformats.org/drawingml/2006/main">
              <a:ext uri="{FF2B5EF4-FFF2-40B4-BE49-F238E27FC236}">
                <a16:creationId xmlns:a16="http://schemas.microsoft.com/office/drawing/2014/main" id="{A0A2861A-1CDF-45F2-84EF-693DB96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962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rPr>
              <a:t>Final branch</a:t>
            </a:r>
          </a:p>
        </p:txBody>
      </p:sp>
      <p:sp>
        <p:nvSpPr>
          <p:cNvPr id="1319" name="Teacher broadcast operation">
            <a:extLst xmlns:a="http://schemas.openxmlformats.org/drawingml/2006/main">
              <a:ext uri="{FF2B5EF4-FFF2-40B4-BE49-F238E27FC236}">
                <a16:creationId xmlns:a16="http://schemas.microsoft.com/office/drawing/2014/main" id="{2B215A01-3D05-4330-82EE-4F9F525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238625"/>
            <a:ext cx="2133600" cy="28575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0478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7259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5EBE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1">
                <a:solidFill>
                  <a:srgbClr val="245EBE"/>
                </a:solidFill>
                <a:latin typeface="Comic Sans MS"/>
                <a:ea typeface="Comic Sans MS"/>
                <a:cs typeface="Comic Sans MS"/>
              </a:rPr>
              <a:t>Teacher Z_T  →  broadcast × T_s</a:t>
            </a:r>
          </a:p>
        </p:txBody>
      </p:sp>
      <p:sp>
        <p:nvSpPr>
          <p:cNvPr id="1320" name="Teacher time-step logits 1">
            <a:extLst xmlns:a="http://schemas.openxmlformats.org/drawingml/2006/main">
              <a:ext uri="{FF2B5EF4-FFF2-40B4-BE49-F238E27FC236}">
                <a16:creationId xmlns:a16="http://schemas.microsoft.com/office/drawing/2014/main" id="{BE76EE6C-3194-4140-AAB0-B3EA1B66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91050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Zᵀ₁</a:t>
            </a:r>
          </a:p>
        </p:txBody>
      </p:sp>
      <p:sp>
        <p:nvSpPr>
          <p:cNvPr id="1321" name="Student time-step logits 1">
            <a:extLst xmlns:a="http://schemas.openxmlformats.org/drawingml/2006/main">
              <a:ext uri="{FF2B5EF4-FFF2-40B4-BE49-F238E27FC236}">
                <a16:creationId xmlns:a16="http://schemas.microsoft.com/office/drawing/2014/main" id="{E6359418-A256-4689-991C-BD0F2155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14925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1430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Zˢ₁</a:t>
            </a:r>
          </a:p>
        </p:txBody>
      </p:sp>
      <p:sp>
        <p:nvSpPr>
          <p:cNvPr id="1322" name="Teacher time-step logits 2">
            <a:extLst xmlns:a="http://schemas.openxmlformats.org/drawingml/2006/main">
              <a:ext uri="{FF2B5EF4-FFF2-40B4-BE49-F238E27FC236}">
                <a16:creationId xmlns:a16="http://schemas.microsoft.com/office/drawing/2014/main" id="{326577A7-9C66-4469-9AC8-57069E1D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591050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Zᵀ₂</a:t>
            </a:r>
          </a:p>
        </p:txBody>
      </p:sp>
      <p:sp>
        <p:nvSpPr>
          <p:cNvPr id="1323" name="Student time-step logits 2">
            <a:extLst xmlns:a="http://schemas.openxmlformats.org/drawingml/2006/main">
              <a:ext uri="{FF2B5EF4-FFF2-40B4-BE49-F238E27FC236}">
                <a16:creationId xmlns:a16="http://schemas.microsoft.com/office/drawing/2014/main" id="{C2045399-F8BE-4142-880F-4EEBCFC2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114925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1430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Zˢ₂</a:t>
            </a:r>
          </a:p>
        </p:txBody>
      </p:sp>
      <p:sp>
        <p:nvSpPr>
          <p:cNvPr id="1324" name="Teacher time-step logits 3">
            <a:extLst xmlns:a="http://schemas.openxmlformats.org/drawingml/2006/main">
              <a:ext uri="{FF2B5EF4-FFF2-40B4-BE49-F238E27FC236}">
                <a16:creationId xmlns:a16="http://schemas.microsoft.com/office/drawing/2014/main" id="{A16D84FA-2FF6-48B2-8EE3-F0F5B331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591050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25" name="Student time-step logits 3">
            <a:extLst xmlns:a="http://schemas.openxmlformats.org/drawingml/2006/main">
              <a:ext uri="{FF2B5EF4-FFF2-40B4-BE49-F238E27FC236}">
                <a16:creationId xmlns:a16="http://schemas.microsoft.com/office/drawing/2014/main" id="{C2F21431-4A74-49C2-A027-4E397815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114925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1430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26" name="Teacher time-step logits 4">
            <a:extLst xmlns:a="http://schemas.openxmlformats.org/drawingml/2006/main">
              <a:ext uri="{FF2B5EF4-FFF2-40B4-BE49-F238E27FC236}">
                <a16:creationId xmlns:a16="http://schemas.microsoft.com/office/drawing/2014/main" id="{9A267E99-D41B-4D37-A49F-55A44E6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591050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Zᵀₜ</a:t>
            </a:r>
          </a:p>
        </p:txBody>
      </p:sp>
      <p:sp>
        <p:nvSpPr>
          <p:cNvPr id="1327" name="Student time-step logits 4">
            <a:extLst xmlns:a="http://schemas.openxmlformats.org/drawingml/2006/main">
              <a:ext uri="{FF2B5EF4-FFF2-40B4-BE49-F238E27FC236}">
                <a16:creationId xmlns:a16="http://schemas.microsoft.com/office/drawing/2014/main" id="{FCFFF26E-47E7-4583-8D43-F35CC6F5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114925"/>
            <a:ext cx="4191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1430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670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Zˢₜ</a:t>
            </a:r>
          </a:p>
        </p:txBody>
      </p:sp>
      <p:sp>
        <p:nvSpPr>
          <p:cNvPr id="1328" name="Per-step KL label">
            <a:extLst xmlns:a="http://schemas.openxmlformats.org/drawingml/2006/main">
              <a:ext uri="{FF2B5EF4-FFF2-40B4-BE49-F238E27FC236}">
                <a16:creationId xmlns:a16="http://schemas.microsoft.com/office/drawing/2014/main" id="{19BF9596-266F-4B11-83D1-B88B624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67275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rPr>
              <a:t>per-step KL</a:t>
            </a:r>
          </a:p>
        </p:txBody>
      </p:sp>
      <p:sp>
        <p:nvSpPr>
          <p:cNvPr id="1329" name="TS-T sequential loss">
            <a:extLst xmlns:a="http://schemas.openxmlformats.org/drawingml/2006/main">
              <a:ext uri="{FF2B5EF4-FFF2-40B4-BE49-F238E27FC236}">
                <a16:creationId xmlns:a16="http://schemas.microsoft.com/office/drawing/2014/main" id="{D662ADF8-E969-46BD-9174-564B1680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457825"/>
            <a:ext cx="20764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3DDF5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11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rPr>
              <a:t>Σₜ wₜ KL  →  L_seq</a:t>
            </a:r>
          </a:p>
          <a:p xmlns:a="http://schemas.openxmlformats.org/drawingml/2006/main">
            <a:pPr algn="ctr">
              <a:defRPr sz="127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rPr>
              <a:t>(wₜ uniform)</a:t>
            </a:r>
          </a:p>
        </p:txBody>
      </p:sp>
      <p:sp>
        <p:nvSpPr>
          <p:cNvPr id="1330" name="Teacher final logits">
            <a:extLst xmlns:a="http://schemas.openxmlformats.org/drawingml/2006/main">
              <a:ext uri="{FF2B5EF4-FFF2-40B4-BE49-F238E27FC236}">
                <a16:creationId xmlns:a16="http://schemas.microsoft.com/office/drawing/2014/main" id="{CB60782C-71B7-4F50-B0CD-26007E0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4305300"/>
            <a:ext cx="647700" cy="3048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7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Z_T</a:t>
            </a:r>
          </a:p>
        </p:txBody>
      </p:sp>
      <p:sp>
        <p:nvSpPr>
          <p:cNvPr id="1331" name="Student final logits">
            <a:extLst xmlns:a="http://schemas.openxmlformats.org/drawingml/2006/main">
              <a:ext uri="{FF2B5EF4-FFF2-40B4-BE49-F238E27FC236}">
                <a16:creationId xmlns:a16="http://schemas.microsoft.com/office/drawing/2014/main" id="{5C1814CF-1F89-45D2-841E-37251BA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019675"/>
            <a:ext cx="647700" cy="3048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1430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47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Z_S</a:t>
            </a:r>
          </a:p>
        </p:txBody>
      </p:sp>
      <p:sp>
        <p:nvSpPr>
          <p:cNvPr id="1332" name="Final KL label">
            <a:extLst xmlns:a="http://schemas.openxmlformats.org/drawingml/2006/main">
              <a:ext uri="{FF2B5EF4-FFF2-40B4-BE49-F238E27FC236}">
                <a16:creationId xmlns:a16="http://schemas.microsoft.com/office/drawing/2014/main" id="{5B5AD3A8-C6C8-4F1A-BD18-033A5F54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25" y="464820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defRPr>
            </a:pPr>
            <a:r>
              <a:rPr sz="1275" b="1">
                <a:solidFill>
                  <a:srgbClr val="7D2478"/>
                </a:solidFill>
                <a:latin typeface="Comic Sans MS"/>
                <a:ea typeface="Comic Sans MS"/>
                <a:cs typeface="Comic Sans MS"/>
              </a:rPr>
              <a:t>final KL</a:t>
            </a:r>
          </a:p>
        </p:txBody>
      </p:sp>
      <p:sp>
        <p:nvSpPr>
          <p:cNvPr id="1333" name="TS-T final loss">
            <a:extLst xmlns:a="http://schemas.openxmlformats.org/drawingml/2006/main">
              <a:ext uri="{FF2B5EF4-FFF2-40B4-BE49-F238E27FC236}">
                <a16:creationId xmlns:a16="http://schemas.microsoft.com/office/drawing/2014/main" id="{47F38893-1DDD-4802-A9DD-103D1A85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57825"/>
            <a:ext cx="93345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3DDF5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7D2478"/>
                </a:solidFill>
                <a:latin typeface="Cambria Math"/>
                <a:ea typeface="Cambria Math"/>
                <a:cs typeface="Cambria Math"/>
              </a:rPr>
              <a:t>L_final</a:t>
            </a:r>
          </a:p>
        </p:txBody>
      </p:sp>
      <p:sp>
        <p:nvSpPr>
          <p:cNvPr id="1334" name="TS-T revised title">
            <a:extLst xmlns:a="http://schemas.openxmlformats.org/drawingml/2006/main">
              <a:ext uri="{FF2B5EF4-FFF2-40B4-BE49-F238E27FC236}">
                <a16:creationId xmlns:a16="http://schemas.microsoft.com/office/drawing/2014/main" id="{8EB1B5CC-311D-4243-AEE0-21A433E4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1150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TS-T</a:t>
            </a:r>
          </a:p>
        </p:txBody>
      </p:sp>
      <p:cxnSp>
        <p:nvCxnSpPr>
          <p:cNvPr id="1718" name=""/>
          <p:cNvCxnSpPr>
            <a:stCxn xmlns:a="http://schemas.openxmlformats.org/drawingml/2006/main" id="1320" idx="2"/>
            <a:endCxn xmlns:a="http://schemas.openxmlformats.org/drawingml/2006/main" id="1321" idx="0"/>
          </p:cNvCxnSpPr>
          <p:nvPr/>
        </p:nvCxnSpPr>
        <p:spPr>
          <a:xfrm xmlns:a="http://schemas.openxmlformats.org/drawingml/2006/main">
            <a:off x="9782175" y="48577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2A85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1719" name=""/>
          <p:cNvCxnSpPr>
            <a:stCxn xmlns:a="http://schemas.openxmlformats.org/drawingml/2006/main" id="1322" idx="2"/>
            <a:endCxn xmlns:a="http://schemas.openxmlformats.org/drawingml/2006/main" id="1323" idx="0"/>
          </p:cNvCxnSpPr>
          <p:nvPr/>
        </p:nvCxnSpPr>
        <p:spPr>
          <a:xfrm xmlns:a="http://schemas.openxmlformats.org/drawingml/2006/main">
            <a:off x="10315575" y="48577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2A85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1720" name=""/>
          <p:cNvCxnSpPr>
            <a:stCxn xmlns:a="http://schemas.openxmlformats.org/drawingml/2006/main" id="1324" idx="2"/>
            <a:endCxn xmlns:a="http://schemas.openxmlformats.org/drawingml/2006/main" id="1325" idx="0"/>
          </p:cNvCxnSpPr>
          <p:nvPr/>
        </p:nvCxnSpPr>
        <p:spPr>
          <a:xfrm xmlns:a="http://schemas.openxmlformats.org/drawingml/2006/main">
            <a:off x="10848975" y="48577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2A85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1721" name=""/>
          <p:cNvCxnSpPr>
            <a:stCxn xmlns:a="http://schemas.openxmlformats.org/drawingml/2006/main" id="1326" idx="2"/>
            <a:endCxn xmlns:a="http://schemas.openxmlformats.org/drawingml/2006/main" id="1327" idx="0"/>
          </p:cNvCxnSpPr>
          <p:nvPr/>
        </p:nvCxnSpPr>
        <p:spPr>
          <a:xfrm xmlns:a="http://schemas.openxmlformats.org/drawingml/2006/main">
            <a:off x="11382375" y="48577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8C2A85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1722" name=""/>
          <p:cNvCxnSpPr>
            <a:stCxn xmlns:a="http://schemas.openxmlformats.org/drawingml/2006/main" id="1330" idx="2"/>
            <a:endCxn xmlns:a="http://schemas.openxmlformats.org/drawingml/2006/main" id="1331" idx="0"/>
          </p:cNvCxnSpPr>
          <p:nvPr/>
        </p:nvCxnSpPr>
        <p:spPr>
          <a:xfrm xmlns:a="http://schemas.openxmlformats.org/drawingml/2006/main">
            <a:off x="12468225" y="46101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C2A85"/>
            </a:solidFill>
            <a:prstDash val="dash"/>
            <a:headEnd type="arrow" w="sm" len="sm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843301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2026-07-17T13:26:26.2800000Z</dcterms:created>
  <dcterms:modified xsi:type="dcterms:W3CDTF">2026-07-17T13:26:26.2800000Z</dcterms:modified>
</coreProperties>
</file>