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4201775" cy="10048875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3E8"/>
    <a:srgbClr val="55A83C"/>
    <a:srgbClr val="FF6A00"/>
    <a:srgbClr val="188326"/>
    <a:srgbClr val="7A35CC"/>
    <a:srgbClr val="FBFFF8"/>
    <a:srgbClr val="A4D197"/>
    <a:srgbClr val="7834C8"/>
    <a:srgbClr val="4985EB"/>
    <a:srgbClr val="90B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6" y="-2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6" Type="http://schemas.openxmlformats.org/officeDocument/2006/relationships/notesSlide" Target="../notesSlides/notesSlide1.x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2028825" y="114300"/>
            <a:ext cx="5215255" cy="1651000"/>
          </a:xfrm>
          <a:custGeom>
            <a:avLst/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215255" h="1651000" fill="none" extrusionOk="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 stroke="0" extrusionOk="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2301394" y="209550"/>
            <a:ext cx="466980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0646AD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Teacher: pretrained wav2vec 2.0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0646AD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4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CNN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encoder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1413" y="55918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Transformer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 layer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lang="en-US" altLang="zh-CN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Classifier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6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9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/>
          <p:cNvSpPr>
            <a:spLocks noGrp="1"/>
          </p:cNvSpPr>
          <p:nvPr/>
        </p:nvSpPr>
        <p:spPr>
          <a:xfrm>
            <a:off x="7574471" y="1128712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/>
          <p:cNvGrpSpPr/>
          <p:nvPr/>
        </p:nvGrpSpPr>
        <p:grpSpPr>
          <a:xfrm>
            <a:off x="2143125" y="1933575"/>
            <a:ext cx="4429125" cy="408940"/>
            <a:chOff x="3375" y="3045"/>
            <a:chExt cx="6975" cy="6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HT"/>
                <p:cNvSpPr>
                  <a:spLocks noGrp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5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17" name="H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teacher hidden"/>
            <p:cNvSpPr>
              <a:spLocks noGrp="1"/>
            </p:cNvSpPr>
            <p:nvPr/>
          </p:nvSpPr>
          <p:spPr>
            <a:xfrm>
              <a:off x="4140" y="3045"/>
              <a:ext cx="6210" cy="645"/>
            </a:xfrm>
            <a:prstGeom prst="roundRect">
              <a:avLst>
                <a:gd name="adj" fmla="val 13953"/>
              </a:avLst>
            </a:prstGeom>
            <a:solidFill>
              <a:srgbClr val="E9F2FF"/>
            </a:solidFill>
            <a:ln w="9525">
              <a:solidFill>
                <a:srgbClr val="2F73E8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Student panel"/>
          <p:cNvSpPr>
            <a:spLocks noGrp="1"/>
          </p:cNvSpPr>
          <p:nvPr/>
        </p:nvSpPr>
        <p:spPr>
          <a:xfrm>
            <a:off x="1447800" y="7486650"/>
            <a:ext cx="6650355" cy="1516380"/>
          </a:xfrm>
          <a:custGeom>
            <a:avLst/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650355" h="1583055" fill="none" extrusionOk="0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 stroke="0" extrusionOk="0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6" name="Student title"/>
          <p:cNvSpPr>
            <a:spLocks noGrp="1"/>
          </p:cNvSpPr>
          <p:nvPr/>
        </p:nvSpPr>
        <p:spPr>
          <a:xfrm>
            <a:off x="3087370" y="859218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kumimoji="0" sz="1725" b="1" i="0" u="none" strike="noStrike" kern="1200" cap="none" spc="0" normalizeH="0" baseline="0" noProof="0" dirty="0">
                <a:ln>
                  <a:noFill/>
                </a:ln>
                <a:solidFill>
                  <a:srgbClr val="188326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Student: lightweight LNN</a:t>
            </a:r>
            <a:endParaRPr kumimoji="0" sz="1725" b="1" i="0" u="none" strike="noStrike" kern="1200" cap="none" spc="0" normalizeH="0" baseline="0" noProof="0" dirty="0">
              <a:ln>
                <a:noFill/>
              </a:ln>
              <a:solidFill>
                <a:srgbClr val="188326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143125" y="6830060"/>
            <a:ext cx="4581525" cy="408940"/>
            <a:chOff x="3330" y="13740"/>
            <a:chExt cx="7215" cy="6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0" name="HS"/>
                <p:cNvSpPr>
                  <a:spLocks noGrp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1575" b="1" i="1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460" name="HS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blipFill rotWithShape="1">
                  <a:blip r:embed="rId4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1" name="student hidden"/>
            <p:cNvSpPr>
              <a:spLocks noGrp="1"/>
            </p:cNvSpPr>
            <p:nvPr/>
          </p:nvSpPr>
          <p:spPr>
            <a:xfrm>
              <a:off x="4035" y="13740"/>
              <a:ext cx="6510" cy="645"/>
            </a:xfrm>
            <a:prstGeom prst="roundRect">
              <a:avLst>
                <a:gd name="adj" fmla="val 13953"/>
              </a:avLst>
            </a:prstGeom>
            <a:solidFill>
              <a:srgbClr val="EFF9EB"/>
            </a:solidFill>
            <a:ln w="9525">
              <a:solidFill>
                <a:srgbClr val="55A83C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2" name="token-0"/>
            <p:cNvSpPr>
              <a:spLocks noGrp="1"/>
            </p:cNvSpPr>
            <p:nvPr/>
          </p:nvSpPr>
          <p:spPr>
            <a:xfrm>
              <a:off x="43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3" name="token-label-0"/>
            <p:cNvSpPr>
              <a:spLocks noGrp="1"/>
            </p:cNvSpPr>
            <p:nvPr/>
          </p:nvSpPr>
          <p:spPr>
            <a:xfrm>
              <a:off x="43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1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4" name="token-1"/>
            <p:cNvSpPr>
              <a:spLocks noGrp="1"/>
            </p:cNvSpPr>
            <p:nvPr/>
          </p:nvSpPr>
          <p:spPr>
            <a:xfrm>
              <a:off x="54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5" name="token-label-1"/>
            <p:cNvSpPr>
              <a:spLocks noGrp="1"/>
            </p:cNvSpPr>
            <p:nvPr/>
          </p:nvSpPr>
          <p:spPr>
            <a:xfrm>
              <a:off x="54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6" name="token-2"/>
            <p:cNvSpPr>
              <a:spLocks noGrp="1"/>
            </p:cNvSpPr>
            <p:nvPr/>
          </p:nvSpPr>
          <p:spPr>
            <a:xfrm>
              <a:off x="64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7" name="token-label-2"/>
            <p:cNvSpPr>
              <a:spLocks noGrp="1"/>
            </p:cNvSpPr>
            <p:nvPr/>
          </p:nvSpPr>
          <p:spPr>
            <a:xfrm>
              <a:off x="64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8" name="token-3"/>
            <p:cNvSpPr>
              <a:spLocks noGrp="1"/>
            </p:cNvSpPr>
            <p:nvPr/>
          </p:nvSpPr>
          <p:spPr>
            <a:xfrm>
              <a:off x="75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9" name="token-label-3"/>
            <p:cNvSpPr>
              <a:spLocks noGrp="1"/>
            </p:cNvSpPr>
            <p:nvPr/>
          </p:nvSpPr>
          <p:spPr>
            <a:xfrm>
              <a:off x="75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·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70" name="student dots"/>
            <p:cNvSpPr>
              <a:spLocks noGrp="1"/>
            </p:cNvSpPr>
            <p:nvPr/>
          </p:nvSpPr>
          <p:spPr>
            <a:xfrm>
              <a:off x="8805" y="13860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71" name="token-0"/>
            <p:cNvSpPr>
              <a:spLocks noGrp="1"/>
            </p:cNvSpPr>
            <p:nvPr/>
          </p:nvSpPr>
          <p:spPr>
            <a:xfrm>
              <a:off x="978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2" name="token-label-0"/>
                <p:cNvSpPr>
                  <a:spLocks noGrp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9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97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472" name="token-label-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blipFill rotWithShape="1">
                  <a:blip r:embed="rId5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S-T panel"/>
          <p:cNvSpPr>
            <a:spLocks noGrp="1"/>
          </p:cNvSpPr>
          <p:nvPr/>
        </p:nvSpPr>
        <p:spPr>
          <a:xfrm>
            <a:off x="6402705" y="2948305"/>
            <a:ext cx="3568700" cy="3601085"/>
          </a:xfrm>
          <a:custGeom>
            <a:avLst/>
            <a:gdLst>
              <a:gd name="csX0" fmla="*/ 0 w 3427730"/>
              <a:gd name="csY0" fmla="*/ 176425 h 3601085"/>
              <a:gd name="csX1" fmla="*/ 176425 w 3427730"/>
              <a:gd name="csY1" fmla="*/ 0 h 3601085"/>
              <a:gd name="csX2" fmla="*/ 822150 w 3427730"/>
              <a:gd name="csY2" fmla="*/ 0 h 3601085"/>
              <a:gd name="csX3" fmla="*/ 1375628 w 3427730"/>
              <a:gd name="csY3" fmla="*/ 0 h 3601085"/>
              <a:gd name="csX4" fmla="*/ 2021353 w 3427730"/>
              <a:gd name="csY4" fmla="*/ 0 h 3601085"/>
              <a:gd name="csX5" fmla="*/ 2544083 w 3427730"/>
              <a:gd name="csY5" fmla="*/ 0 h 3601085"/>
              <a:gd name="csX6" fmla="*/ 3251305 w 3427730"/>
              <a:gd name="csY6" fmla="*/ 0 h 3601085"/>
              <a:gd name="csX7" fmla="*/ 3427730 w 3427730"/>
              <a:gd name="csY7" fmla="*/ 176425 h 3601085"/>
              <a:gd name="csX8" fmla="*/ 3427730 w 3427730"/>
              <a:gd name="csY8" fmla="*/ 826072 h 3601085"/>
              <a:gd name="csX9" fmla="*/ 3427730 w 3427730"/>
              <a:gd name="csY9" fmla="*/ 1508201 h 3601085"/>
              <a:gd name="csX10" fmla="*/ 3427730 w 3427730"/>
              <a:gd name="csY10" fmla="*/ 2092884 h 3601085"/>
              <a:gd name="csX11" fmla="*/ 3427730 w 3427730"/>
              <a:gd name="csY11" fmla="*/ 2645084 h 3601085"/>
              <a:gd name="csX12" fmla="*/ 3427730 w 3427730"/>
              <a:gd name="csY12" fmla="*/ 3424660 h 3601085"/>
              <a:gd name="csX13" fmla="*/ 3251305 w 3427730"/>
              <a:gd name="csY13" fmla="*/ 3601085 h 3601085"/>
              <a:gd name="csX14" fmla="*/ 2728575 w 3427730"/>
              <a:gd name="csY14" fmla="*/ 3601085 h 3601085"/>
              <a:gd name="csX15" fmla="*/ 2052102 w 3427730"/>
              <a:gd name="csY15" fmla="*/ 3601085 h 3601085"/>
              <a:gd name="csX16" fmla="*/ 1437126 w 3427730"/>
              <a:gd name="csY16" fmla="*/ 3601085 h 3601085"/>
              <a:gd name="csX17" fmla="*/ 760652 w 3427730"/>
              <a:gd name="csY17" fmla="*/ 3601085 h 3601085"/>
              <a:gd name="csX18" fmla="*/ 176425 w 3427730"/>
              <a:gd name="csY18" fmla="*/ 3601085 h 3601085"/>
              <a:gd name="csX19" fmla="*/ 0 w 3427730"/>
              <a:gd name="csY19" fmla="*/ 3424660 h 3601085"/>
              <a:gd name="csX20" fmla="*/ 0 w 3427730"/>
              <a:gd name="csY20" fmla="*/ 2807495 h 3601085"/>
              <a:gd name="csX21" fmla="*/ 0 w 3427730"/>
              <a:gd name="csY21" fmla="*/ 2157848 h 3601085"/>
              <a:gd name="csX22" fmla="*/ 0 w 3427730"/>
              <a:gd name="csY22" fmla="*/ 1605648 h 3601085"/>
              <a:gd name="csX23" fmla="*/ 0 w 3427730"/>
              <a:gd name="csY23" fmla="*/ 891037 h 3601085"/>
              <a:gd name="csX24" fmla="*/ 0 w 3427730"/>
              <a:gd name="csY24" fmla="*/ 176425 h 360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7730" h="3601085" fill="none" extrusionOk="0">
                <a:moveTo>
                  <a:pt x="0" y="176425"/>
                </a:moveTo>
                <a:cubicBezTo>
                  <a:pt x="-9705" y="98472"/>
                  <a:pt x="77217" y="-2350"/>
                  <a:pt x="176425" y="0"/>
                </a:cubicBezTo>
                <a:cubicBezTo>
                  <a:pt x="445777" y="-9315"/>
                  <a:pt x="504345" y="-12736"/>
                  <a:pt x="822150" y="0"/>
                </a:cubicBezTo>
                <a:cubicBezTo>
                  <a:pt x="1139956" y="12736"/>
                  <a:pt x="1108921" y="-16036"/>
                  <a:pt x="1375628" y="0"/>
                </a:cubicBezTo>
                <a:cubicBezTo>
                  <a:pt x="1642335" y="16036"/>
                  <a:pt x="1792498" y="5865"/>
                  <a:pt x="2021353" y="0"/>
                </a:cubicBezTo>
                <a:cubicBezTo>
                  <a:pt x="2250208" y="-5865"/>
                  <a:pt x="2417219" y="26082"/>
                  <a:pt x="2544083" y="0"/>
                </a:cubicBezTo>
                <a:cubicBezTo>
                  <a:pt x="2670947" y="-26082"/>
                  <a:pt x="2939126" y="-12905"/>
                  <a:pt x="3251305" y="0"/>
                </a:cubicBezTo>
                <a:cubicBezTo>
                  <a:pt x="3365678" y="15704"/>
                  <a:pt x="3437680" y="73039"/>
                  <a:pt x="3427730" y="176425"/>
                </a:cubicBezTo>
                <a:cubicBezTo>
                  <a:pt x="3408798" y="364082"/>
                  <a:pt x="3413810" y="573481"/>
                  <a:pt x="3427730" y="826072"/>
                </a:cubicBezTo>
                <a:cubicBezTo>
                  <a:pt x="3441650" y="1078663"/>
                  <a:pt x="3396432" y="1229695"/>
                  <a:pt x="3427730" y="1508201"/>
                </a:cubicBezTo>
                <a:cubicBezTo>
                  <a:pt x="3459028" y="1786707"/>
                  <a:pt x="3404635" y="1942727"/>
                  <a:pt x="3427730" y="2092884"/>
                </a:cubicBezTo>
                <a:cubicBezTo>
                  <a:pt x="3450825" y="2243041"/>
                  <a:pt x="3423134" y="2494381"/>
                  <a:pt x="3427730" y="2645084"/>
                </a:cubicBezTo>
                <a:cubicBezTo>
                  <a:pt x="3432326" y="2795787"/>
                  <a:pt x="3389972" y="3163406"/>
                  <a:pt x="3427730" y="3424660"/>
                </a:cubicBezTo>
                <a:cubicBezTo>
                  <a:pt x="3432314" y="3533302"/>
                  <a:pt x="3362473" y="3614669"/>
                  <a:pt x="3251305" y="3601085"/>
                </a:cubicBezTo>
                <a:cubicBezTo>
                  <a:pt x="3080043" y="3621787"/>
                  <a:pt x="2893152" y="3604818"/>
                  <a:pt x="2728575" y="3601085"/>
                </a:cubicBezTo>
                <a:cubicBezTo>
                  <a:pt x="2563998" y="3597353"/>
                  <a:pt x="2318932" y="3613902"/>
                  <a:pt x="2052102" y="3601085"/>
                </a:cubicBezTo>
                <a:cubicBezTo>
                  <a:pt x="1785272" y="3588268"/>
                  <a:pt x="1584736" y="3579754"/>
                  <a:pt x="1437126" y="3601085"/>
                </a:cubicBezTo>
                <a:cubicBezTo>
                  <a:pt x="1289516" y="3622416"/>
                  <a:pt x="971315" y="3601024"/>
                  <a:pt x="760652" y="3601085"/>
                </a:cubicBezTo>
                <a:cubicBezTo>
                  <a:pt x="549989" y="3601146"/>
                  <a:pt x="414558" y="3573473"/>
                  <a:pt x="176425" y="3601085"/>
                </a:cubicBezTo>
                <a:cubicBezTo>
                  <a:pt x="74355" y="3618052"/>
                  <a:pt x="12310" y="3501365"/>
                  <a:pt x="0" y="3424660"/>
                </a:cubicBezTo>
                <a:cubicBezTo>
                  <a:pt x="30396" y="3176411"/>
                  <a:pt x="-8807" y="3053757"/>
                  <a:pt x="0" y="2807495"/>
                </a:cubicBezTo>
                <a:cubicBezTo>
                  <a:pt x="8807" y="2561233"/>
                  <a:pt x="-29016" y="2382664"/>
                  <a:pt x="0" y="2157848"/>
                </a:cubicBezTo>
                <a:cubicBezTo>
                  <a:pt x="29016" y="1933032"/>
                  <a:pt x="-19109" y="1850922"/>
                  <a:pt x="0" y="1605648"/>
                </a:cubicBezTo>
                <a:cubicBezTo>
                  <a:pt x="19109" y="1360374"/>
                  <a:pt x="12041" y="1136891"/>
                  <a:pt x="0" y="891037"/>
                </a:cubicBezTo>
                <a:cubicBezTo>
                  <a:pt x="-12041" y="645183"/>
                  <a:pt x="-1765" y="346848"/>
                  <a:pt x="0" y="176425"/>
                </a:cubicBezTo>
                <a:close/>
              </a:path>
              <a:path w="3427730" h="3601085" stroke="0" extrusionOk="0">
                <a:moveTo>
                  <a:pt x="0" y="176425"/>
                </a:moveTo>
                <a:cubicBezTo>
                  <a:pt x="-4114" y="76450"/>
                  <a:pt x="68436" y="3961"/>
                  <a:pt x="176425" y="0"/>
                </a:cubicBezTo>
                <a:cubicBezTo>
                  <a:pt x="325325" y="25341"/>
                  <a:pt x="636030" y="-20573"/>
                  <a:pt x="852899" y="0"/>
                </a:cubicBezTo>
                <a:cubicBezTo>
                  <a:pt x="1069768" y="20573"/>
                  <a:pt x="1318236" y="-24698"/>
                  <a:pt x="1437126" y="0"/>
                </a:cubicBezTo>
                <a:cubicBezTo>
                  <a:pt x="1556016" y="24698"/>
                  <a:pt x="1776836" y="-6282"/>
                  <a:pt x="1990604" y="0"/>
                </a:cubicBezTo>
                <a:cubicBezTo>
                  <a:pt x="2204372" y="6282"/>
                  <a:pt x="2461380" y="17986"/>
                  <a:pt x="2636329" y="0"/>
                </a:cubicBezTo>
                <a:cubicBezTo>
                  <a:pt x="2811279" y="-17986"/>
                  <a:pt x="2951390" y="-26307"/>
                  <a:pt x="3251305" y="0"/>
                </a:cubicBezTo>
                <a:cubicBezTo>
                  <a:pt x="3354413" y="-9229"/>
                  <a:pt x="3423078" y="83076"/>
                  <a:pt x="3427730" y="176425"/>
                </a:cubicBezTo>
                <a:cubicBezTo>
                  <a:pt x="3449842" y="427176"/>
                  <a:pt x="3445937" y="582559"/>
                  <a:pt x="3427730" y="826072"/>
                </a:cubicBezTo>
                <a:cubicBezTo>
                  <a:pt x="3409523" y="1069585"/>
                  <a:pt x="3446013" y="1196335"/>
                  <a:pt x="3427730" y="1378272"/>
                </a:cubicBezTo>
                <a:cubicBezTo>
                  <a:pt x="3409447" y="1560209"/>
                  <a:pt x="3419495" y="1810190"/>
                  <a:pt x="3427730" y="2027919"/>
                </a:cubicBezTo>
                <a:cubicBezTo>
                  <a:pt x="3435965" y="2245648"/>
                  <a:pt x="3451679" y="2397067"/>
                  <a:pt x="3427730" y="2677566"/>
                </a:cubicBezTo>
                <a:cubicBezTo>
                  <a:pt x="3403781" y="2958065"/>
                  <a:pt x="3428004" y="3242853"/>
                  <a:pt x="3427730" y="3424660"/>
                </a:cubicBezTo>
                <a:cubicBezTo>
                  <a:pt x="3433895" y="3529648"/>
                  <a:pt x="3361898" y="3589566"/>
                  <a:pt x="3251305" y="3601085"/>
                </a:cubicBezTo>
                <a:cubicBezTo>
                  <a:pt x="3023708" y="3602837"/>
                  <a:pt x="2940796" y="3604160"/>
                  <a:pt x="2636329" y="3601085"/>
                </a:cubicBezTo>
                <a:cubicBezTo>
                  <a:pt x="2331862" y="3598010"/>
                  <a:pt x="2148679" y="3589024"/>
                  <a:pt x="2021353" y="3601085"/>
                </a:cubicBezTo>
                <a:cubicBezTo>
                  <a:pt x="1894027" y="3613146"/>
                  <a:pt x="1595526" y="3586220"/>
                  <a:pt x="1344879" y="3601085"/>
                </a:cubicBezTo>
                <a:cubicBezTo>
                  <a:pt x="1094232" y="3615950"/>
                  <a:pt x="1001191" y="3621659"/>
                  <a:pt x="729903" y="3601085"/>
                </a:cubicBezTo>
                <a:cubicBezTo>
                  <a:pt x="458615" y="3580511"/>
                  <a:pt x="362113" y="3604070"/>
                  <a:pt x="176425" y="3601085"/>
                </a:cubicBezTo>
                <a:cubicBezTo>
                  <a:pt x="71061" y="3601411"/>
                  <a:pt x="11408" y="3501532"/>
                  <a:pt x="0" y="3424660"/>
                </a:cubicBezTo>
                <a:cubicBezTo>
                  <a:pt x="-32790" y="3100514"/>
                  <a:pt x="14367" y="3045018"/>
                  <a:pt x="0" y="2742531"/>
                </a:cubicBezTo>
                <a:cubicBezTo>
                  <a:pt x="-14367" y="2440044"/>
                  <a:pt x="-14749" y="2413088"/>
                  <a:pt x="0" y="2157848"/>
                </a:cubicBezTo>
                <a:cubicBezTo>
                  <a:pt x="14749" y="1902608"/>
                  <a:pt x="-8660" y="1652177"/>
                  <a:pt x="0" y="1508201"/>
                </a:cubicBezTo>
                <a:cubicBezTo>
                  <a:pt x="8660" y="1364225"/>
                  <a:pt x="-16466" y="1163021"/>
                  <a:pt x="0" y="956001"/>
                </a:cubicBezTo>
                <a:cubicBezTo>
                  <a:pt x="16466" y="748981"/>
                  <a:pt x="-26206" y="342959"/>
                  <a:pt x="0" y="176425"/>
                </a:cubicBezTo>
                <a:close/>
              </a:path>
            </a:pathLst>
          </a:custGeom>
          <a:solidFill>
            <a:srgbClr val="FFFFFF"/>
          </a:solidFill>
          <a:ln w="13335">
            <a:solidFill>
              <a:srgbClr val="7A35C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720648" y="617029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7A35CC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A35CC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7A35CC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9998710" y="732663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0" lang="en-US" altLang="zh-CN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altLang="zh-CN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en-US" altLang="zh-CN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r>
                                    <a:rPr kumimoji="0" lang="en-US" altLang="zh-CN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1111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𝒕</m:t>
                          </m:r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0" lang="en-US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  <a:endParaRPr kumimoji="0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710" y="7326630"/>
                <a:ext cx="428625" cy="285750"/>
              </a:xfrm>
              <a:prstGeom prst="rect">
                <a:avLst/>
              </a:prstGeom>
              <a:blipFill rotWithShape="1">
                <a:blip r:embed="rId6"/>
                <a:stretch>
                  <a:fillRect r="-5688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bar-0"/>
          <p:cNvSpPr>
            <a:spLocks noGrp="1"/>
          </p:cNvSpPr>
          <p:nvPr/>
        </p:nvSpPr>
        <p:spPr>
          <a:xfrm>
            <a:off x="8524875" y="7326630"/>
            <a:ext cx="95250" cy="23622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3" name="bar-1"/>
          <p:cNvSpPr>
            <a:spLocks noGrp="1"/>
          </p:cNvSpPr>
          <p:nvPr/>
        </p:nvSpPr>
        <p:spPr>
          <a:xfrm>
            <a:off x="8734425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4" name="bar-2"/>
          <p:cNvSpPr>
            <a:spLocks noGrp="1"/>
          </p:cNvSpPr>
          <p:nvPr/>
        </p:nvSpPr>
        <p:spPr>
          <a:xfrm>
            <a:off x="8943975" y="7338441"/>
            <a:ext cx="95250" cy="22440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5" name="per-step"/>
          <p:cNvSpPr>
            <a:spLocks noGrp="1"/>
          </p:cNvSpPr>
          <p:nvPr/>
        </p:nvSpPr>
        <p:spPr>
          <a:xfrm>
            <a:off x="9124950" y="72961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6" name="bar-0"/>
          <p:cNvSpPr>
            <a:spLocks noGrp="1"/>
          </p:cNvSpPr>
          <p:nvPr/>
        </p:nvSpPr>
        <p:spPr>
          <a:xfrm>
            <a:off x="9525000" y="7341394"/>
            <a:ext cx="95250" cy="221456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7" name="bar-1"/>
          <p:cNvSpPr>
            <a:spLocks noGrp="1"/>
          </p:cNvSpPr>
          <p:nvPr/>
        </p:nvSpPr>
        <p:spPr>
          <a:xfrm>
            <a:off x="9791700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blipFill rotWithShape="1">
                <a:blip r:embed="rId7"/>
                <a:stretch>
                  <a:fillRect l="-74" r="74" b="-2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bar-0"/>
          <p:cNvSpPr>
            <a:spLocks noGrp="1"/>
          </p:cNvSpPr>
          <p:nvPr/>
        </p:nvSpPr>
        <p:spPr>
          <a:xfrm>
            <a:off x="8858250" y="8449151"/>
            <a:ext cx="95250" cy="37099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1" name="final-label"/>
          <p:cNvSpPr>
            <a:spLocks noGrp="1"/>
          </p:cNvSpPr>
          <p:nvPr/>
        </p:nvSpPr>
        <p:spPr>
          <a:xfrm>
            <a:off x="8562975" y="88392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kumimoji="0" sz="1125" b="1" i="1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classes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0376535" y="4026535"/>
            <a:ext cx="1657350" cy="1155700"/>
            <a:chOff x="16440" y="7135"/>
            <a:chExt cx="2610" cy="1820"/>
          </a:xfrm>
        </p:grpSpPr>
        <p:sp>
          <p:nvSpPr>
            <p:cNvPr id="522" name="loss"/>
            <p:cNvSpPr>
              <a:spLocks noGrp="1"/>
            </p:cNvSpPr>
            <p:nvPr/>
          </p:nvSpPr>
          <p:spPr>
            <a:xfrm>
              <a:off x="16440" y="7135"/>
              <a:ext cx="2610" cy="1820"/>
            </a:xfrm>
            <a:custGeom>
              <a:avLst/>
              <a:gdLst>
                <a:gd name="csX0" fmla="*/ 0 w 1657350"/>
                <a:gd name="csY0" fmla="*/ 102279 h 1155700"/>
                <a:gd name="csX1" fmla="*/ 102279 w 1657350"/>
                <a:gd name="csY1" fmla="*/ 0 h 1155700"/>
                <a:gd name="csX2" fmla="*/ 601071 w 1657350"/>
                <a:gd name="csY2" fmla="*/ 0 h 1155700"/>
                <a:gd name="csX3" fmla="*/ 1056279 w 1657350"/>
                <a:gd name="csY3" fmla="*/ 0 h 1155700"/>
                <a:gd name="csX4" fmla="*/ 1555071 w 1657350"/>
                <a:gd name="csY4" fmla="*/ 0 h 1155700"/>
                <a:gd name="csX5" fmla="*/ 1657350 w 1657350"/>
                <a:gd name="csY5" fmla="*/ 102279 h 1155700"/>
                <a:gd name="csX6" fmla="*/ 1657350 w 1657350"/>
                <a:gd name="csY6" fmla="*/ 558827 h 1155700"/>
                <a:gd name="csX7" fmla="*/ 1657350 w 1657350"/>
                <a:gd name="csY7" fmla="*/ 1053421 h 1155700"/>
                <a:gd name="csX8" fmla="*/ 1555071 w 1657350"/>
                <a:gd name="csY8" fmla="*/ 1155700 h 1155700"/>
                <a:gd name="csX9" fmla="*/ 1041751 w 1657350"/>
                <a:gd name="csY9" fmla="*/ 1155700 h 1155700"/>
                <a:gd name="csX10" fmla="*/ 542959 w 1657350"/>
                <a:gd name="csY10" fmla="*/ 1155700 h 1155700"/>
                <a:gd name="csX11" fmla="*/ 102279 w 1657350"/>
                <a:gd name="csY11" fmla="*/ 1155700 h 1155700"/>
                <a:gd name="csX12" fmla="*/ 0 w 1657350"/>
                <a:gd name="csY12" fmla="*/ 1053421 h 1155700"/>
                <a:gd name="csX13" fmla="*/ 0 w 1657350"/>
                <a:gd name="csY13" fmla="*/ 577850 h 1155700"/>
                <a:gd name="csX14" fmla="*/ 0 w 1657350"/>
                <a:gd name="csY14" fmla="*/ 102279 h 1155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57350" h="1155700" fill="none" extrusionOk="0">
                  <a:moveTo>
                    <a:pt x="0" y="102279"/>
                  </a:moveTo>
                  <a:cubicBezTo>
                    <a:pt x="-5204" y="35185"/>
                    <a:pt x="45959" y="-2257"/>
                    <a:pt x="102279" y="0"/>
                  </a:cubicBezTo>
                  <a:cubicBezTo>
                    <a:pt x="304020" y="13055"/>
                    <a:pt x="386704" y="-12001"/>
                    <a:pt x="601071" y="0"/>
                  </a:cubicBezTo>
                  <a:cubicBezTo>
                    <a:pt x="815438" y="12001"/>
                    <a:pt x="844931" y="-6527"/>
                    <a:pt x="1056279" y="0"/>
                  </a:cubicBezTo>
                  <a:cubicBezTo>
                    <a:pt x="1267627" y="6527"/>
                    <a:pt x="1425664" y="16735"/>
                    <a:pt x="1555071" y="0"/>
                  </a:cubicBezTo>
                  <a:cubicBezTo>
                    <a:pt x="1615094" y="-748"/>
                    <a:pt x="1658326" y="55060"/>
                    <a:pt x="1657350" y="102279"/>
                  </a:cubicBezTo>
                  <a:cubicBezTo>
                    <a:pt x="1667711" y="276571"/>
                    <a:pt x="1651553" y="416038"/>
                    <a:pt x="1657350" y="558827"/>
                  </a:cubicBezTo>
                  <a:cubicBezTo>
                    <a:pt x="1663147" y="701616"/>
                    <a:pt x="1654890" y="831885"/>
                    <a:pt x="1657350" y="1053421"/>
                  </a:cubicBezTo>
                  <a:cubicBezTo>
                    <a:pt x="1659994" y="1101776"/>
                    <a:pt x="1613122" y="1157391"/>
                    <a:pt x="1555071" y="1155700"/>
                  </a:cubicBezTo>
                  <a:cubicBezTo>
                    <a:pt x="1303222" y="1151101"/>
                    <a:pt x="1209543" y="1160429"/>
                    <a:pt x="1041751" y="1155700"/>
                  </a:cubicBezTo>
                  <a:cubicBezTo>
                    <a:pt x="873959" y="1150971"/>
                    <a:pt x="665865" y="1154475"/>
                    <a:pt x="542959" y="1155700"/>
                  </a:cubicBezTo>
                  <a:cubicBezTo>
                    <a:pt x="420053" y="1156925"/>
                    <a:pt x="278583" y="1143518"/>
                    <a:pt x="102279" y="1155700"/>
                  </a:cubicBezTo>
                  <a:cubicBezTo>
                    <a:pt x="41612" y="1168731"/>
                    <a:pt x="-3504" y="1098874"/>
                    <a:pt x="0" y="1053421"/>
                  </a:cubicBezTo>
                  <a:cubicBezTo>
                    <a:pt x="18729" y="867212"/>
                    <a:pt x="-4507" y="686474"/>
                    <a:pt x="0" y="577850"/>
                  </a:cubicBezTo>
                  <a:cubicBezTo>
                    <a:pt x="4507" y="469226"/>
                    <a:pt x="16964" y="241845"/>
                    <a:pt x="0" y="102279"/>
                  </a:cubicBezTo>
                  <a:close/>
                </a:path>
                <a:path w="1657350" h="1155700" stroke="0" extrusionOk="0">
                  <a:moveTo>
                    <a:pt x="0" y="102279"/>
                  </a:moveTo>
                  <a:cubicBezTo>
                    <a:pt x="-10777" y="39145"/>
                    <a:pt x="34370" y="4287"/>
                    <a:pt x="102279" y="0"/>
                  </a:cubicBezTo>
                  <a:cubicBezTo>
                    <a:pt x="246129" y="-20315"/>
                    <a:pt x="500598" y="-16605"/>
                    <a:pt x="615599" y="0"/>
                  </a:cubicBezTo>
                  <a:cubicBezTo>
                    <a:pt x="730600" y="16605"/>
                    <a:pt x="863804" y="14696"/>
                    <a:pt x="1085335" y="0"/>
                  </a:cubicBezTo>
                  <a:cubicBezTo>
                    <a:pt x="1306866" y="-14696"/>
                    <a:pt x="1440881" y="-4024"/>
                    <a:pt x="1555071" y="0"/>
                  </a:cubicBezTo>
                  <a:cubicBezTo>
                    <a:pt x="1610791" y="-2470"/>
                    <a:pt x="1660394" y="34529"/>
                    <a:pt x="1657350" y="102279"/>
                  </a:cubicBezTo>
                  <a:cubicBezTo>
                    <a:pt x="1635750" y="226616"/>
                    <a:pt x="1677404" y="445846"/>
                    <a:pt x="1657350" y="558827"/>
                  </a:cubicBezTo>
                  <a:cubicBezTo>
                    <a:pt x="1637296" y="671808"/>
                    <a:pt x="1645855" y="841176"/>
                    <a:pt x="1657350" y="1053421"/>
                  </a:cubicBezTo>
                  <a:cubicBezTo>
                    <a:pt x="1653215" y="1116748"/>
                    <a:pt x="1603325" y="1146151"/>
                    <a:pt x="1555071" y="1155700"/>
                  </a:cubicBezTo>
                  <a:cubicBezTo>
                    <a:pt x="1452605" y="1139714"/>
                    <a:pt x="1260909" y="1140226"/>
                    <a:pt x="1099863" y="1155700"/>
                  </a:cubicBezTo>
                  <a:cubicBezTo>
                    <a:pt x="938817" y="1171174"/>
                    <a:pt x="718673" y="1170466"/>
                    <a:pt x="615599" y="1155700"/>
                  </a:cubicBezTo>
                  <a:cubicBezTo>
                    <a:pt x="512525" y="1140934"/>
                    <a:pt x="207863" y="1170176"/>
                    <a:pt x="102279" y="1155700"/>
                  </a:cubicBezTo>
                  <a:cubicBezTo>
                    <a:pt x="54191" y="1165989"/>
                    <a:pt x="3630" y="1106730"/>
                    <a:pt x="0" y="1053421"/>
                  </a:cubicBezTo>
                  <a:cubicBezTo>
                    <a:pt x="1347" y="851741"/>
                    <a:pt x="-12747" y="706086"/>
                    <a:pt x="0" y="577850"/>
                  </a:cubicBezTo>
                  <a:cubicBezTo>
                    <a:pt x="12747" y="449614"/>
                    <a:pt x="9420" y="254191"/>
                    <a:pt x="0" y="102279"/>
                  </a:cubicBezTo>
                  <a:close/>
                </a:path>
              </a:pathLst>
            </a:custGeom>
            <a:solidFill>
              <a:srgbClr val="FFF6F6"/>
            </a:solidFill>
            <a:ln w="14288">
              <a:solidFill>
                <a:srgbClr val="E600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Total loss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3" name="loss equation"/>
                <p:cNvSpPr>
                  <a:spLocks noGrp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350" b="0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523" name="loss equation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blipFill rotWithShape="1">
                  <a:blip r:embed="rId8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4" name="anchor"/>
          <p:cNvSpPr>
            <a:spLocks noGrp="1"/>
          </p:cNvSpPr>
          <p:nvPr/>
        </p:nvSpPr>
        <p:spPr>
          <a:xfrm>
            <a:off x="9658350" y="4000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5" name="anchor"/>
          <p:cNvSpPr>
            <a:spLocks noGrp="1"/>
          </p:cNvSpPr>
          <p:nvPr/>
        </p:nvSpPr>
        <p:spPr>
          <a:xfrm>
            <a:off x="11277600" y="4600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7" name="anchor"/>
          <p:cNvSpPr>
            <a:spLocks noGrp="1"/>
          </p:cNvSpPr>
          <p:nvPr/>
        </p:nvSpPr>
        <p:spPr>
          <a:xfrm>
            <a:off x="9363075" y="8277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8" name="anchor"/>
          <p:cNvSpPr>
            <a:spLocks noGrp="1"/>
          </p:cNvSpPr>
          <p:nvPr/>
        </p:nvSpPr>
        <p:spPr>
          <a:xfrm>
            <a:off x="11268075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0" name="anchor"/>
          <p:cNvSpPr>
            <a:spLocks noGrp="1"/>
          </p:cNvSpPr>
          <p:nvPr/>
        </p:nvSpPr>
        <p:spPr>
          <a:xfrm>
            <a:off x="8886825" y="879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1" name="anchor"/>
          <p:cNvSpPr>
            <a:spLocks noGrp="1"/>
          </p:cNvSpPr>
          <p:nvPr/>
        </p:nvSpPr>
        <p:spPr>
          <a:xfrm>
            <a:off x="11830050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3" name="连接符: 肘形 1182"/>
          <p:cNvCxnSpPr/>
          <p:nvPr/>
        </p:nvCxnSpPr>
        <p:spPr>
          <a:xfrm rot="16200000">
            <a:off x="8495665" y="5898515"/>
            <a:ext cx="3425825" cy="1992630"/>
          </a:xfrm>
          <a:prstGeom prst="bentConnector3">
            <a:avLst>
              <a:gd name="adj1" fmla="val 417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3" name="anchor"/>
          <p:cNvSpPr>
            <a:spLocks noGrp="1"/>
          </p:cNvSpPr>
          <p:nvPr/>
        </p:nvSpPr>
        <p:spPr>
          <a:xfrm>
            <a:off x="12087225" y="5172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6" name="直接箭头连接符 1185"/>
          <p:cNvCxnSpPr/>
          <p:nvPr/>
        </p:nvCxnSpPr>
        <p:spPr>
          <a:xfrm flipV="1">
            <a:off x="10896600" y="2788920"/>
            <a:ext cx="0" cy="1148080"/>
          </a:xfrm>
          <a:prstGeom prst="straightConnector1">
            <a:avLst/>
          </a:prstGeom>
          <a:ln w="2540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89" name="Legend"/>
          <p:cNvSpPr>
            <a:spLocks noGrp="1"/>
          </p:cNvSpPr>
          <p:nvPr/>
        </p:nvSpPr>
        <p:spPr>
          <a:xfrm>
            <a:off x="266700" y="9185275"/>
            <a:ext cx="11719560" cy="6292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2" name="直接箭头连接符 1271"/>
          <p:cNvCxnSpPr>
            <a:endCxn id="620" idx="0"/>
          </p:cNvCxnSpPr>
          <p:nvPr/>
        </p:nvCxnSpPr>
        <p:spPr>
          <a:xfrm>
            <a:off x="3800475" y="2343150"/>
            <a:ext cx="0" cy="58102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/>
          <p:cNvSpPr>
            <a:spLocks noGrp="1"/>
          </p:cNvSpPr>
          <p:nvPr/>
        </p:nvSpPr>
        <p:spPr>
          <a:xfrm>
            <a:off x="4371975" y="673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5" name="直接箭头连接符 1274"/>
          <p:cNvCxnSpPr/>
          <p:nvPr/>
        </p:nvCxnSpPr>
        <p:spPr>
          <a:xfrm flipV="1">
            <a:off x="4357370" y="6530975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grpSp>
        <p:nvGrpSpPr>
          <p:cNvPr id="53" name="组合 52"/>
          <p:cNvGrpSpPr/>
          <p:nvPr/>
        </p:nvGrpSpPr>
        <p:grpSpPr>
          <a:xfrm>
            <a:off x="9410700" y="4366260"/>
            <a:ext cx="381000" cy="1388745"/>
            <a:chOff x="14490" y="6926"/>
            <a:chExt cx="600" cy="2187"/>
          </a:xfrm>
        </p:grpSpPr>
        <p:sp>
          <p:nvSpPr>
            <p:cNvPr id="484" name="bar-1"/>
            <p:cNvSpPr>
              <a:spLocks noGrp="1"/>
            </p:cNvSpPr>
            <p:nvPr/>
          </p:nvSpPr>
          <p:spPr>
            <a:xfrm>
              <a:off x="14655" y="6926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3" name="anchor"/>
            <p:cNvSpPr>
              <a:spLocks noGrp="1"/>
            </p:cNvSpPr>
            <p:nvPr/>
          </p:nvSpPr>
          <p:spPr>
            <a:xfrm>
              <a:off x="1449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4" name="anchor"/>
            <p:cNvSpPr>
              <a:spLocks noGrp="1"/>
            </p:cNvSpPr>
            <p:nvPr/>
          </p:nvSpPr>
          <p:spPr>
            <a:xfrm>
              <a:off x="1449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6" name="直接箭头连接符 1145"/>
            <p:cNvCxnSpPr/>
            <p:nvPr/>
          </p:nvCxnSpPr>
          <p:spPr>
            <a:xfrm>
              <a:off x="14745" y="7367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496" name="anchor"/>
            <p:cNvSpPr>
              <a:spLocks noGrp="1"/>
            </p:cNvSpPr>
            <p:nvPr/>
          </p:nvSpPr>
          <p:spPr>
            <a:xfrm>
              <a:off x="1506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7" name="anchor"/>
            <p:cNvSpPr>
              <a:spLocks noGrp="1"/>
            </p:cNvSpPr>
            <p:nvPr/>
          </p:nvSpPr>
          <p:spPr>
            <a:xfrm>
              <a:off x="1506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6" name="bar-0"/>
            <p:cNvSpPr>
              <a:spLocks noGrp="1"/>
            </p:cNvSpPr>
            <p:nvPr/>
          </p:nvSpPr>
          <p:spPr>
            <a:xfrm>
              <a:off x="14717" y="8727"/>
              <a:ext cx="135" cy="38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07" name="anchor"/>
          <p:cNvSpPr>
            <a:spLocks noGrp="1"/>
          </p:cNvSpPr>
          <p:nvPr/>
        </p:nvSpPr>
        <p:spPr>
          <a:xfrm>
            <a:off x="74771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8" name="anchor"/>
          <p:cNvSpPr>
            <a:spLocks noGrp="1"/>
          </p:cNvSpPr>
          <p:nvPr/>
        </p:nvSpPr>
        <p:spPr>
          <a:xfrm>
            <a:off x="96107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60" name="直接箭头连接符 1159"/>
          <p:cNvCxnSpPr/>
          <p:nvPr/>
        </p:nvCxnSpPr>
        <p:spPr>
          <a:xfrm flipV="1">
            <a:off x="8734425" y="4060190"/>
            <a:ext cx="0" cy="1868400"/>
          </a:xfrm>
          <a:prstGeom prst="straightConnector1">
            <a:avLst/>
          </a:prstGeom>
          <a:ln w="25400">
            <a:solidFill>
              <a:srgbClr val="7A35CC"/>
            </a:solidFill>
            <a:prstDash val="dash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83629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9" name="anchor"/>
          <p:cNvSpPr>
            <a:spLocks noGrp="1"/>
          </p:cNvSpPr>
          <p:nvPr/>
        </p:nvSpPr>
        <p:spPr>
          <a:xfrm>
            <a:off x="8362950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8639175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2" name="anchor"/>
          <p:cNvSpPr>
            <a:spLocks noGrp="1"/>
          </p:cNvSpPr>
          <p:nvPr/>
        </p:nvSpPr>
        <p:spPr>
          <a:xfrm>
            <a:off x="8639175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87" name="连接符: 肘形 1286"/>
          <p:cNvCxnSpPr/>
          <p:nvPr/>
        </p:nvCxnSpPr>
        <p:spPr>
          <a:xfrm rot="5400000" flipV="1">
            <a:off x="7565560" y="2473790"/>
            <a:ext cx="180000" cy="0"/>
          </a:xfrm>
          <a:prstGeom prst="bentConnector3">
            <a:avLst>
              <a:gd name="adj1" fmla="val 5014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38" name="anchor"/>
          <p:cNvSpPr>
            <a:spLocks noGrp="1"/>
          </p:cNvSpPr>
          <p:nvPr/>
        </p:nvSpPr>
        <p:spPr>
          <a:xfrm>
            <a:off x="9648825" y="6096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0" name="anchor"/>
          <p:cNvSpPr>
            <a:spLocks noGrp="1"/>
          </p:cNvSpPr>
          <p:nvPr/>
        </p:nvSpPr>
        <p:spPr>
          <a:xfrm>
            <a:off x="9896475" y="74199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1" name="anchor"/>
          <p:cNvSpPr>
            <a:spLocks noGrp="1"/>
          </p:cNvSpPr>
          <p:nvPr/>
        </p:nvSpPr>
        <p:spPr>
          <a:xfrm>
            <a:off x="92487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3" name="anchor"/>
          <p:cNvSpPr>
            <a:spLocks noGrp="1"/>
          </p:cNvSpPr>
          <p:nvPr/>
        </p:nvSpPr>
        <p:spPr>
          <a:xfrm>
            <a:off x="9163050" y="86963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4" name="anchor"/>
          <p:cNvSpPr>
            <a:spLocks noGrp="1"/>
          </p:cNvSpPr>
          <p:nvPr/>
        </p:nvSpPr>
        <p:spPr>
          <a:xfrm>
            <a:off x="92106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5153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立方体 32"/>
          <p:cNvSpPr/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50" y="171594"/>
            <a:ext cx="425132" cy="425132"/>
          </a:xfrm>
          <a:prstGeom prst="rect">
            <a:avLst/>
          </a:prstGeom>
        </p:spPr>
      </p:pic>
      <p:sp>
        <p:nvSpPr>
          <p:cNvPr id="590" name="anchor"/>
          <p:cNvSpPr>
            <a:spLocks noGrp="1"/>
          </p:cNvSpPr>
          <p:nvPr/>
        </p:nvSpPr>
        <p:spPr>
          <a:xfrm>
            <a:off x="118586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1" name="anchor"/>
          <p:cNvSpPr>
            <a:spLocks noGrp="1"/>
          </p:cNvSpPr>
          <p:nvPr/>
        </p:nvSpPr>
        <p:spPr>
          <a:xfrm>
            <a:off x="123158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3064510" y="9439910"/>
            <a:ext cx="1708785" cy="209550"/>
            <a:chOff x="18705" y="11581"/>
            <a:chExt cx="2691" cy="330"/>
          </a:xfrm>
        </p:grpSpPr>
        <p:cxnSp>
          <p:nvCxnSpPr>
            <p:cNvPr id="1243" name="直接箭头连接符 1242"/>
            <p:cNvCxnSpPr>
              <a:stCxn id="590" idx="6"/>
              <a:endCxn id="591" idx="2"/>
            </p:cNvCxnSpPr>
            <p:nvPr/>
          </p:nvCxnSpPr>
          <p:spPr>
            <a:xfrm>
              <a:off x="18705" y="11746"/>
              <a:ext cx="690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593" name="leg1"/>
            <p:cNvSpPr>
              <a:spLocks noGrp="1"/>
            </p:cNvSpPr>
            <p:nvPr/>
          </p:nvSpPr>
          <p:spPr>
            <a:xfrm>
              <a:off x="19596" y="11581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Data flow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94" name="anchor"/>
          <p:cNvSpPr>
            <a:spLocks noGrp="1"/>
          </p:cNvSpPr>
          <p:nvPr/>
        </p:nvSpPr>
        <p:spPr>
          <a:xfrm>
            <a:off x="118586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5" name="anchor"/>
          <p:cNvSpPr>
            <a:spLocks noGrp="1"/>
          </p:cNvSpPr>
          <p:nvPr/>
        </p:nvSpPr>
        <p:spPr>
          <a:xfrm>
            <a:off x="123158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8" name="anchor"/>
          <p:cNvSpPr>
            <a:spLocks noGrp="1"/>
          </p:cNvSpPr>
          <p:nvPr/>
        </p:nvSpPr>
        <p:spPr>
          <a:xfrm>
            <a:off x="118586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9" name="anchor"/>
          <p:cNvSpPr>
            <a:spLocks noGrp="1"/>
          </p:cNvSpPr>
          <p:nvPr/>
        </p:nvSpPr>
        <p:spPr>
          <a:xfrm>
            <a:off x="123158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6661785" y="9439910"/>
            <a:ext cx="2006600" cy="209550"/>
            <a:chOff x="18705" y="12391"/>
            <a:chExt cx="3160" cy="330"/>
          </a:xfrm>
        </p:grpSpPr>
        <p:sp>
          <p:nvSpPr>
            <p:cNvPr id="601" name="leg3"/>
            <p:cNvSpPr>
              <a:spLocks noGrp="1"/>
            </p:cNvSpPr>
            <p:nvPr/>
          </p:nvSpPr>
          <p:spPr>
            <a:xfrm>
              <a:off x="19620" y="12391"/>
              <a:ext cx="224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TS-T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KL 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divergence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251" name="直接箭头连接符 1250"/>
            <p:cNvCxnSpPr>
              <a:stCxn id="598" idx="6"/>
              <a:endCxn id="599" idx="2"/>
            </p:cNvCxnSpPr>
            <p:nvPr/>
          </p:nvCxnSpPr>
          <p:spPr>
            <a:xfrm>
              <a:off x="18705" y="12556"/>
              <a:ext cx="690" cy="0"/>
            </a:xfrm>
            <a:prstGeom prst="straightConnector1">
              <a:avLst/>
            </a:prstGeom>
            <a:ln w="18098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</p:grpSp>
      <p:sp>
        <p:nvSpPr>
          <p:cNvPr id="602" name="anchor"/>
          <p:cNvSpPr>
            <a:spLocks noGrp="1"/>
          </p:cNvSpPr>
          <p:nvPr/>
        </p:nvSpPr>
        <p:spPr>
          <a:xfrm>
            <a:off x="118586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3" name="anchor"/>
          <p:cNvSpPr>
            <a:spLocks noGrp="1"/>
          </p:cNvSpPr>
          <p:nvPr/>
        </p:nvSpPr>
        <p:spPr>
          <a:xfrm>
            <a:off x="123158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8668385" y="9439910"/>
            <a:ext cx="1724025" cy="209550"/>
            <a:chOff x="18705" y="12796"/>
            <a:chExt cx="2715" cy="330"/>
          </a:xfrm>
        </p:grpSpPr>
        <p:cxnSp>
          <p:nvCxnSpPr>
            <p:cNvPr id="1255" name="直接箭头连接符 1254"/>
            <p:cNvCxnSpPr>
              <a:stCxn id="602" idx="6"/>
              <a:endCxn id="603" idx="2"/>
            </p:cNvCxnSpPr>
            <p:nvPr/>
          </p:nvCxnSpPr>
          <p:spPr>
            <a:xfrm>
              <a:off x="18705" y="12961"/>
              <a:ext cx="690" cy="0"/>
            </a:xfrm>
            <a:prstGeom prst="straightConnector1">
              <a:avLst/>
            </a:prstGeom>
            <a:ln w="18098">
              <a:solidFill>
                <a:srgbClr val="C00000"/>
              </a:solidFill>
              <a:prstDash val="solid"/>
              <a:tailEnd type="triangle" w="med" len="med"/>
            </a:ln>
          </p:spPr>
        </p:cxnSp>
        <p:sp>
          <p:nvSpPr>
            <p:cNvPr id="605" name="leg4"/>
            <p:cNvSpPr>
              <a:spLocks noGrp="1"/>
            </p:cNvSpPr>
            <p:nvPr/>
          </p:nvSpPr>
          <p:spPr>
            <a:xfrm>
              <a:off x="19620" y="12796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Loss supervision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06" name="anchor"/>
          <p:cNvSpPr>
            <a:spLocks noGrp="1"/>
          </p:cNvSpPr>
          <p:nvPr/>
        </p:nvSpPr>
        <p:spPr>
          <a:xfrm>
            <a:off x="118586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7" name="anchor"/>
          <p:cNvSpPr>
            <a:spLocks noGrp="1"/>
          </p:cNvSpPr>
          <p:nvPr/>
        </p:nvSpPr>
        <p:spPr>
          <a:xfrm>
            <a:off x="123158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0373360" y="9456420"/>
            <a:ext cx="1754505" cy="209550"/>
            <a:chOff x="18807" y="13186"/>
            <a:chExt cx="2763" cy="330"/>
          </a:xfrm>
        </p:grpSpPr>
        <p:cxnSp>
          <p:nvCxnSpPr>
            <p:cNvPr id="1259" name="直接箭头连接符 1258"/>
            <p:cNvCxnSpPr/>
            <p:nvPr/>
          </p:nvCxnSpPr>
          <p:spPr>
            <a:xfrm>
              <a:off x="18807" y="13366"/>
              <a:ext cx="567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09" name="leg5"/>
            <p:cNvSpPr>
              <a:spLocks noGrp="1"/>
            </p:cNvSpPr>
            <p:nvPr/>
          </p:nvSpPr>
          <p:spPr>
            <a:xfrm>
              <a:off x="19395" y="13186"/>
              <a:ext cx="217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Final prediction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1913255" y="9368155"/>
            <a:ext cx="1090930" cy="297815"/>
            <a:chOff x="18820" y="11030"/>
            <a:chExt cx="1718" cy="469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0" y="11030"/>
              <a:ext cx="469" cy="469"/>
            </a:xfrm>
            <a:prstGeom prst="rect">
              <a:avLst/>
            </a:prstGeom>
          </p:spPr>
        </p:pic>
        <p:sp>
          <p:nvSpPr>
            <p:cNvPr id="114" name="leg1"/>
            <p:cNvSpPr>
              <a:spLocks noGrp="1"/>
            </p:cNvSpPr>
            <p:nvPr/>
          </p:nvSpPr>
          <p:spPr>
            <a:xfrm>
              <a:off x="19560" y="11099"/>
              <a:ext cx="978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rozen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0025" y="64135"/>
            <a:ext cx="1314450" cy="2401570"/>
            <a:chOff x="229" y="5388"/>
            <a:chExt cx="2070" cy="3782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334" y="5388"/>
              <a:ext cx="1890" cy="123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 b="1">
                  <a:solidFill>
                    <a:srgbClr val="111111"/>
                  </a:solidFill>
                </a:defRPr>
              </a:pPr>
              <a:r>
                <a:rPr kumimoji="0" lang="zh-CN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Raw Waveform Input</a:t>
              </a:r>
              <a:endPara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229" y="6845"/>
              <a:ext cx="2070" cy="2325"/>
            </a:xfrm>
            <a:custGeom>
              <a:avLst/>
              <a:gdLst>
                <a:gd name="csX0" fmla="*/ 0 w 1314450"/>
                <a:gd name="csY0" fmla="*/ 95245 h 1476375"/>
                <a:gd name="csX1" fmla="*/ 95245 w 1314450"/>
                <a:gd name="csY1" fmla="*/ 0 h 1476375"/>
                <a:gd name="csX2" fmla="*/ 668465 w 1314450"/>
                <a:gd name="csY2" fmla="*/ 0 h 1476375"/>
                <a:gd name="csX3" fmla="*/ 1219205 w 1314450"/>
                <a:gd name="csY3" fmla="*/ 0 h 1476375"/>
                <a:gd name="csX4" fmla="*/ 1314450 w 1314450"/>
                <a:gd name="csY4" fmla="*/ 95245 h 1476375"/>
                <a:gd name="csX5" fmla="*/ 1314450 w 1314450"/>
                <a:gd name="csY5" fmla="*/ 712470 h 1476375"/>
                <a:gd name="csX6" fmla="*/ 1314450 w 1314450"/>
                <a:gd name="csY6" fmla="*/ 1381130 h 1476375"/>
                <a:gd name="csX7" fmla="*/ 1219205 w 1314450"/>
                <a:gd name="csY7" fmla="*/ 1476375 h 1476375"/>
                <a:gd name="csX8" fmla="*/ 645985 w 1314450"/>
                <a:gd name="csY8" fmla="*/ 1476375 h 1476375"/>
                <a:gd name="csX9" fmla="*/ 95245 w 1314450"/>
                <a:gd name="csY9" fmla="*/ 1476375 h 1476375"/>
                <a:gd name="csX10" fmla="*/ 0 w 1314450"/>
                <a:gd name="csY10" fmla="*/ 1381130 h 1476375"/>
                <a:gd name="csX11" fmla="*/ 0 w 1314450"/>
                <a:gd name="csY11" fmla="*/ 725329 h 1476375"/>
                <a:gd name="csX12" fmla="*/ 0 w 1314450"/>
                <a:gd name="csY12" fmla="*/ 95245 h 1476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14450" h="1476375" fill="none" extrusionOk="0">
                  <a:moveTo>
                    <a:pt x="0" y="95245"/>
                  </a:moveTo>
                  <a:cubicBezTo>
                    <a:pt x="-3058" y="43145"/>
                    <a:pt x="40733" y="-1318"/>
                    <a:pt x="95245" y="0"/>
                  </a:cubicBezTo>
                  <a:cubicBezTo>
                    <a:pt x="212142" y="19900"/>
                    <a:pt x="518819" y="-3087"/>
                    <a:pt x="668465" y="0"/>
                  </a:cubicBezTo>
                  <a:cubicBezTo>
                    <a:pt x="818111" y="3087"/>
                    <a:pt x="1024008" y="11205"/>
                    <a:pt x="1219205" y="0"/>
                  </a:cubicBezTo>
                  <a:cubicBezTo>
                    <a:pt x="1267762" y="7233"/>
                    <a:pt x="1323596" y="49439"/>
                    <a:pt x="1314450" y="95245"/>
                  </a:cubicBezTo>
                  <a:cubicBezTo>
                    <a:pt x="1342476" y="403270"/>
                    <a:pt x="1284231" y="462336"/>
                    <a:pt x="1314450" y="712470"/>
                  </a:cubicBezTo>
                  <a:cubicBezTo>
                    <a:pt x="1344669" y="962605"/>
                    <a:pt x="1338816" y="1122446"/>
                    <a:pt x="1314450" y="1381130"/>
                  </a:cubicBezTo>
                  <a:cubicBezTo>
                    <a:pt x="1316199" y="1437194"/>
                    <a:pt x="1262667" y="1481195"/>
                    <a:pt x="1219205" y="1476375"/>
                  </a:cubicBezTo>
                  <a:cubicBezTo>
                    <a:pt x="968480" y="1453494"/>
                    <a:pt x="881870" y="1493178"/>
                    <a:pt x="645985" y="1476375"/>
                  </a:cubicBezTo>
                  <a:cubicBezTo>
                    <a:pt x="410100" y="1459572"/>
                    <a:pt x="239555" y="1452114"/>
                    <a:pt x="95245" y="1476375"/>
                  </a:cubicBezTo>
                  <a:cubicBezTo>
                    <a:pt x="38083" y="1485528"/>
                    <a:pt x="-5724" y="1426138"/>
                    <a:pt x="0" y="1381130"/>
                  </a:cubicBezTo>
                  <a:cubicBezTo>
                    <a:pt x="26020" y="1227904"/>
                    <a:pt x="-26361" y="862478"/>
                    <a:pt x="0" y="725329"/>
                  </a:cubicBezTo>
                  <a:cubicBezTo>
                    <a:pt x="26361" y="588180"/>
                    <a:pt x="5410" y="376424"/>
                    <a:pt x="0" y="95245"/>
                  </a:cubicBezTo>
                  <a:close/>
                </a:path>
                <a:path w="1314450" h="1476375" stroke="0" extrusionOk="0">
                  <a:moveTo>
                    <a:pt x="0" y="95245"/>
                  </a:moveTo>
                  <a:cubicBezTo>
                    <a:pt x="-1099" y="41965"/>
                    <a:pt x="41433" y="454"/>
                    <a:pt x="95245" y="0"/>
                  </a:cubicBezTo>
                  <a:cubicBezTo>
                    <a:pt x="261984" y="-13839"/>
                    <a:pt x="388910" y="-14742"/>
                    <a:pt x="679704" y="0"/>
                  </a:cubicBezTo>
                  <a:cubicBezTo>
                    <a:pt x="970498" y="14742"/>
                    <a:pt x="1078858" y="-3116"/>
                    <a:pt x="1219205" y="0"/>
                  </a:cubicBezTo>
                  <a:cubicBezTo>
                    <a:pt x="1265551" y="-3423"/>
                    <a:pt x="1319691" y="45147"/>
                    <a:pt x="1314450" y="95245"/>
                  </a:cubicBezTo>
                  <a:cubicBezTo>
                    <a:pt x="1300123" y="271300"/>
                    <a:pt x="1322561" y="445064"/>
                    <a:pt x="1314450" y="712470"/>
                  </a:cubicBezTo>
                  <a:cubicBezTo>
                    <a:pt x="1306339" y="979877"/>
                    <a:pt x="1330754" y="1218156"/>
                    <a:pt x="1314450" y="1381130"/>
                  </a:cubicBezTo>
                  <a:cubicBezTo>
                    <a:pt x="1314101" y="1430401"/>
                    <a:pt x="1269195" y="1480005"/>
                    <a:pt x="1219205" y="1476375"/>
                  </a:cubicBezTo>
                  <a:cubicBezTo>
                    <a:pt x="1025268" y="1464596"/>
                    <a:pt x="938239" y="1467613"/>
                    <a:pt x="679704" y="1476375"/>
                  </a:cubicBezTo>
                  <a:cubicBezTo>
                    <a:pt x="421169" y="1485137"/>
                    <a:pt x="316164" y="1503677"/>
                    <a:pt x="95245" y="1476375"/>
                  </a:cubicBezTo>
                  <a:cubicBezTo>
                    <a:pt x="46875" y="1482674"/>
                    <a:pt x="765" y="1441654"/>
                    <a:pt x="0" y="1381130"/>
                  </a:cubicBezTo>
                  <a:cubicBezTo>
                    <a:pt x="11638" y="1126982"/>
                    <a:pt x="15690" y="943851"/>
                    <a:pt x="0" y="776764"/>
                  </a:cubicBezTo>
                  <a:cubicBezTo>
                    <a:pt x="-15690" y="609677"/>
                    <a:pt x="-18168" y="306193"/>
                    <a:pt x="0" y="95245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" y="7276"/>
              <a:ext cx="1463" cy="1463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1659255" y="7553960"/>
            <a:ext cx="6629400" cy="1200150"/>
            <a:chOff x="2970" y="11400"/>
            <a:chExt cx="10440" cy="1890"/>
          </a:xfrm>
        </p:grpSpPr>
        <p:sp>
          <p:nvSpPr>
            <p:cNvPr id="397" name="module-1D CNN&#10;encoder"/>
            <p:cNvSpPr>
              <a:spLocks noGrp="1"/>
            </p:cNvSpPr>
            <p:nvPr/>
          </p:nvSpPr>
          <p:spPr>
            <a:xfrm>
              <a:off x="3330" y="11400"/>
              <a:ext cx="1665" cy="1890"/>
            </a:xfrm>
            <a:prstGeom prst="roundRect">
              <a:avLst>
                <a:gd name="adj" fmla="val 9009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98" name="module-title-1D CNN&#10;encoder"/>
            <p:cNvSpPr>
              <a:spLocks noGrp="1"/>
            </p:cNvSpPr>
            <p:nvPr/>
          </p:nvSpPr>
          <p:spPr>
            <a:xfrm>
              <a:off x="3420" y="11400"/>
              <a:ext cx="148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1D CNN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encoder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02" name="anchor"/>
            <p:cNvSpPr>
              <a:spLocks noGrp="1"/>
            </p:cNvSpPr>
            <p:nvPr/>
          </p:nvSpPr>
          <p:spPr>
            <a:xfrm>
              <a:off x="4065" y="125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3" name="anchor"/>
            <p:cNvSpPr>
              <a:spLocks noGrp="1"/>
            </p:cNvSpPr>
            <p:nvPr/>
          </p:nvSpPr>
          <p:spPr>
            <a:xfrm>
              <a:off x="4290" y="123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5" name="anchor"/>
            <p:cNvSpPr>
              <a:spLocks noGrp="1"/>
            </p:cNvSpPr>
            <p:nvPr/>
          </p:nvSpPr>
          <p:spPr>
            <a:xfrm>
              <a:off x="4380" y="126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6" name="anchor"/>
            <p:cNvSpPr>
              <a:spLocks noGrp="1"/>
            </p:cNvSpPr>
            <p:nvPr/>
          </p:nvSpPr>
          <p:spPr>
            <a:xfrm>
              <a:off x="4635" y="124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5" name="module-Classifier"/>
            <p:cNvSpPr>
              <a:spLocks noGrp="1"/>
            </p:cNvSpPr>
            <p:nvPr/>
          </p:nvSpPr>
          <p:spPr>
            <a:xfrm>
              <a:off x="10980" y="11400"/>
              <a:ext cx="1605" cy="189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6" name="module-title-Classifier"/>
            <p:cNvSpPr>
              <a:spLocks noGrp="1"/>
            </p:cNvSpPr>
            <p:nvPr/>
          </p:nvSpPr>
          <p:spPr>
            <a:xfrm>
              <a:off x="11070" y="11400"/>
              <a:ext cx="142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Classifier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47" name="bar-0"/>
            <p:cNvSpPr>
              <a:spLocks noGrp="1"/>
            </p:cNvSpPr>
            <p:nvPr/>
          </p:nvSpPr>
          <p:spPr>
            <a:xfrm>
              <a:off x="11182" y="12602"/>
              <a:ext cx="135" cy="304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8" name="bar-1"/>
            <p:cNvSpPr>
              <a:spLocks noGrp="1"/>
            </p:cNvSpPr>
            <p:nvPr/>
          </p:nvSpPr>
          <p:spPr>
            <a:xfrm>
              <a:off x="1149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9" name="bar-2"/>
            <p:cNvSpPr>
              <a:spLocks noGrp="1"/>
            </p:cNvSpPr>
            <p:nvPr/>
          </p:nvSpPr>
          <p:spPr>
            <a:xfrm>
              <a:off x="11812" y="12080"/>
              <a:ext cx="135" cy="82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0" name="bar-3"/>
            <p:cNvSpPr>
              <a:spLocks noGrp="1"/>
            </p:cNvSpPr>
            <p:nvPr/>
          </p:nvSpPr>
          <p:spPr>
            <a:xfrm>
              <a:off x="1212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1" name="anchor"/>
            <p:cNvSpPr>
              <a:spLocks noGrp="1"/>
            </p:cNvSpPr>
            <p:nvPr/>
          </p:nvSpPr>
          <p:spPr>
            <a:xfrm>
              <a:off x="499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04" name="直接箭头连接符 1103"/>
            <p:cNvCxnSpPr>
              <a:stCxn id="451" idx="6"/>
              <a:endCxn id="452" idx="2"/>
            </p:cNvCxnSpPr>
            <p:nvPr/>
          </p:nvCxnSpPr>
          <p:spPr>
            <a:xfrm>
              <a:off x="5025" y="12270"/>
              <a:ext cx="33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cxnSp>
          <p:nvCxnSpPr>
            <p:cNvPr id="1107" name="直接箭头连接符 1106"/>
            <p:cNvCxnSpPr>
              <a:stCxn id="454" idx="6"/>
              <a:endCxn id="455" idx="2"/>
            </p:cNvCxnSpPr>
            <p:nvPr/>
          </p:nvCxnSpPr>
          <p:spPr>
            <a:xfrm>
              <a:off x="8115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458" name="anchor"/>
            <p:cNvSpPr>
              <a:spLocks noGrp="1"/>
            </p:cNvSpPr>
            <p:nvPr/>
          </p:nvSpPr>
          <p:spPr>
            <a:xfrm>
              <a:off x="1096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10" name="直接箭头连接符 1109"/>
            <p:cNvCxnSpPr>
              <a:stCxn id="457" idx="6"/>
              <a:endCxn id="458" idx="2"/>
            </p:cNvCxnSpPr>
            <p:nvPr/>
          </p:nvCxnSpPr>
          <p:spPr>
            <a:xfrm>
              <a:off x="10650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17" name="anchor"/>
            <p:cNvSpPr>
              <a:spLocks noGrp="1"/>
            </p:cNvSpPr>
            <p:nvPr/>
          </p:nvSpPr>
          <p:spPr>
            <a:xfrm>
              <a:off x="2970" y="122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6" name="anchor"/>
            <p:cNvSpPr>
              <a:spLocks noGrp="1"/>
            </p:cNvSpPr>
            <p:nvPr/>
          </p:nvSpPr>
          <p:spPr>
            <a:xfrm>
              <a:off x="12570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7" name="anchor"/>
            <p:cNvSpPr>
              <a:spLocks noGrp="1"/>
            </p:cNvSpPr>
            <p:nvPr/>
          </p:nvSpPr>
          <p:spPr>
            <a:xfrm>
              <a:off x="13125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9" name="anchor"/>
            <p:cNvSpPr>
              <a:spLocks noGrp="1"/>
            </p:cNvSpPr>
            <p:nvPr/>
          </p:nvSpPr>
          <p:spPr>
            <a:xfrm>
              <a:off x="12570" y="1300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302" name="直接箭头连接符 1301"/>
            <p:cNvCxnSpPr>
              <a:stCxn id="649" idx="6"/>
              <a:endCxn id="650" idx="2"/>
            </p:cNvCxnSpPr>
            <p:nvPr/>
          </p:nvCxnSpPr>
          <p:spPr>
            <a:xfrm>
              <a:off x="12600" y="13020"/>
              <a:ext cx="81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241" name="立方体 240"/>
            <p:cNvSpPr/>
            <p:nvPr/>
          </p:nvSpPr>
          <p:spPr>
            <a:xfrm>
              <a:off x="3554" y="12384"/>
              <a:ext cx="600" cy="798"/>
            </a:xfrm>
            <a:prstGeom prst="cube">
              <a:avLst>
                <a:gd name="adj" fmla="val 60185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4274" y="12570"/>
              <a:ext cx="478" cy="564"/>
            </a:xfrm>
            <a:prstGeom prst="cube">
              <a:avLst>
                <a:gd name="adj" fmla="val 47419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5355" y="11910"/>
              <a:ext cx="2760" cy="855"/>
              <a:chOff x="5355" y="11910"/>
              <a:chExt cx="2760" cy="855"/>
            </a:xfrm>
          </p:grpSpPr>
          <p:sp>
            <p:nvSpPr>
              <p:cNvPr id="408" name="module-BPCSCfC"/>
              <p:cNvSpPr>
                <a:spLocks noGrp="1"/>
              </p:cNvSpPr>
              <p:nvPr/>
            </p:nvSpPr>
            <p:spPr>
              <a:xfrm>
                <a:off x="5370" y="11910"/>
                <a:ext cx="2715" cy="693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09" name="module-title-BPCSCfC"/>
              <p:cNvSpPr>
                <a:spLocks noGrp="1"/>
              </p:cNvSpPr>
              <p:nvPr/>
            </p:nvSpPr>
            <p:spPr>
              <a:xfrm>
                <a:off x="5971" y="12077"/>
                <a:ext cx="1514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BPCSCfC</a:t>
                </a:r>
                <a:endPara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19" name="anchor"/>
              <p:cNvSpPr>
                <a:spLocks noGrp="1"/>
              </p:cNvSpPr>
              <p:nvPr/>
            </p:nvSpPr>
            <p:spPr>
              <a:xfrm>
                <a:off x="588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0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2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3" name="anchor"/>
              <p:cNvSpPr>
                <a:spLocks noGrp="1"/>
              </p:cNvSpPr>
              <p:nvPr/>
            </p:nvSpPr>
            <p:spPr>
              <a:xfrm>
                <a:off x="588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5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6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8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9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1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2" name="anchor"/>
              <p:cNvSpPr>
                <a:spLocks noGrp="1"/>
              </p:cNvSpPr>
              <p:nvPr/>
            </p:nvSpPr>
            <p:spPr>
              <a:xfrm>
                <a:off x="781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4" name="anchor"/>
              <p:cNvSpPr>
                <a:spLocks noGrp="1"/>
              </p:cNvSpPr>
              <p:nvPr/>
            </p:nvSpPr>
            <p:spPr>
              <a:xfrm>
                <a:off x="781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5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2" name="anchor"/>
              <p:cNvSpPr>
                <a:spLocks noGrp="1"/>
              </p:cNvSpPr>
              <p:nvPr/>
            </p:nvSpPr>
            <p:spPr>
              <a:xfrm>
                <a:off x="535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4" name="anchor"/>
              <p:cNvSpPr>
                <a:spLocks noGrp="1"/>
              </p:cNvSpPr>
              <p:nvPr/>
            </p:nvSpPr>
            <p:spPr>
              <a:xfrm>
                <a:off x="808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430" y="11894"/>
              <a:ext cx="2220" cy="736"/>
              <a:chOff x="8430" y="11894"/>
              <a:chExt cx="2220" cy="736"/>
            </a:xfrm>
          </p:grpSpPr>
          <p:sp>
            <p:nvSpPr>
              <p:cNvPr id="438" name="module-DRASP"/>
              <p:cNvSpPr>
                <a:spLocks noGrp="1"/>
              </p:cNvSpPr>
              <p:nvPr/>
            </p:nvSpPr>
            <p:spPr>
              <a:xfrm>
                <a:off x="8460" y="11894"/>
                <a:ext cx="2175" cy="736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9" name="module-title-DRASP"/>
              <p:cNvSpPr>
                <a:spLocks noGrp="1"/>
              </p:cNvSpPr>
              <p:nvPr/>
            </p:nvSpPr>
            <p:spPr>
              <a:xfrm>
                <a:off x="8535" y="12077"/>
                <a:ext cx="1995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DRASP</a:t>
                </a:r>
                <a:endPara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55" name="anchor"/>
              <p:cNvSpPr>
                <a:spLocks noGrp="1"/>
              </p:cNvSpPr>
              <p:nvPr/>
            </p:nvSpPr>
            <p:spPr>
              <a:xfrm>
                <a:off x="843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7" name="anchor"/>
              <p:cNvSpPr>
                <a:spLocks noGrp="1"/>
              </p:cNvSpPr>
              <p:nvPr/>
            </p:nvSpPr>
            <p:spPr>
              <a:xfrm>
                <a:off x="1062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</p:grpSp>
      <p:cxnSp>
        <p:nvCxnSpPr>
          <p:cNvPr id="49" name="直接箭头连接符 48"/>
          <p:cNvCxnSpPr>
            <a:endCxn id="522" idx="13"/>
          </p:cNvCxnSpPr>
          <p:nvPr/>
        </p:nvCxnSpPr>
        <p:spPr>
          <a:xfrm flipV="1">
            <a:off x="9998710" y="4604385"/>
            <a:ext cx="377825" cy="1079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8462645" y="120015"/>
            <a:ext cx="3367405" cy="2823210"/>
            <a:chOff x="14632" y="180"/>
            <a:chExt cx="5303" cy="4446"/>
          </a:xfrm>
        </p:grpSpPr>
        <p:sp>
          <p:nvSpPr>
            <p:cNvPr id="635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37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4" name="anchor"/>
            <p:cNvSpPr>
              <a:spLocks noGrp="1"/>
            </p:cNvSpPr>
            <p:nvPr/>
          </p:nvSpPr>
          <p:spPr>
            <a:xfrm>
              <a:off x="14675" y="459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6" name="Predicted class panel"/>
            <p:cNvSpPr>
              <a:spLocks noGrp="1"/>
            </p:cNvSpPr>
            <p:nvPr/>
          </p:nvSpPr>
          <p:spPr>
            <a:xfrm>
              <a:off x="14632" y="180"/>
              <a:ext cx="5083" cy="4203"/>
            </a:xfrm>
            <a:custGeom>
              <a:avLst/>
              <a:gdLst>
                <a:gd name="csX0" fmla="*/ 0 w 3227705"/>
                <a:gd name="csY0" fmla="*/ 179938 h 2668905"/>
                <a:gd name="csX1" fmla="*/ 179938 w 3227705"/>
                <a:gd name="csY1" fmla="*/ 0 h 2668905"/>
                <a:gd name="csX2" fmla="*/ 753504 w 3227705"/>
                <a:gd name="csY2" fmla="*/ 0 h 2668905"/>
                <a:gd name="csX3" fmla="*/ 1269713 w 3227705"/>
                <a:gd name="csY3" fmla="*/ 0 h 2668905"/>
                <a:gd name="csX4" fmla="*/ 1871957 w 3227705"/>
                <a:gd name="csY4" fmla="*/ 0 h 2668905"/>
                <a:gd name="csX5" fmla="*/ 2388166 w 3227705"/>
                <a:gd name="csY5" fmla="*/ 0 h 2668905"/>
                <a:gd name="csX6" fmla="*/ 3047767 w 3227705"/>
                <a:gd name="csY6" fmla="*/ 0 h 2668905"/>
                <a:gd name="csX7" fmla="*/ 3227705 w 3227705"/>
                <a:gd name="csY7" fmla="*/ 179938 h 2668905"/>
                <a:gd name="csX8" fmla="*/ 3227705 w 3227705"/>
                <a:gd name="csY8" fmla="*/ 780286 h 2668905"/>
                <a:gd name="csX9" fmla="*/ 3227705 w 3227705"/>
                <a:gd name="csY9" fmla="*/ 1288272 h 2668905"/>
                <a:gd name="csX10" fmla="*/ 3227705 w 3227705"/>
                <a:gd name="csY10" fmla="*/ 1819349 h 2668905"/>
                <a:gd name="csX11" fmla="*/ 3227705 w 3227705"/>
                <a:gd name="csY11" fmla="*/ 2488967 h 2668905"/>
                <a:gd name="csX12" fmla="*/ 3047767 w 3227705"/>
                <a:gd name="csY12" fmla="*/ 2668905 h 2668905"/>
                <a:gd name="csX13" fmla="*/ 2531558 w 3227705"/>
                <a:gd name="csY13" fmla="*/ 2668905 h 2668905"/>
                <a:gd name="csX14" fmla="*/ 1986670 w 3227705"/>
                <a:gd name="csY14" fmla="*/ 2668905 h 2668905"/>
                <a:gd name="csX15" fmla="*/ 1413104 w 3227705"/>
                <a:gd name="csY15" fmla="*/ 2668905 h 2668905"/>
                <a:gd name="csX16" fmla="*/ 896895 w 3227705"/>
                <a:gd name="csY16" fmla="*/ 2668905 h 2668905"/>
                <a:gd name="csX17" fmla="*/ 179938 w 3227705"/>
                <a:gd name="csY17" fmla="*/ 2668905 h 2668905"/>
                <a:gd name="csX18" fmla="*/ 0 w 3227705"/>
                <a:gd name="csY18" fmla="*/ 2488967 h 2668905"/>
                <a:gd name="csX19" fmla="*/ 0 w 3227705"/>
                <a:gd name="csY19" fmla="*/ 1980981 h 2668905"/>
                <a:gd name="csX20" fmla="*/ 0 w 3227705"/>
                <a:gd name="csY20" fmla="*/ 1426814 h 2668905"/>
                <a:gd name="csX21" fmla="*/ 0 w 3227705"/>
                <a:gd name="csY21" fmla="*/ 826466 h 2668905"/>
                <a:gd name="csX22" fmla="*/ 0 w 3227705"/>
                <a:gd name="csY22" fmla="*/ 179938 h 2668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227705" h="2668905" fill="none" extrusionOk="0">
                  <a:moveTo>
                    <a:pt x="0" y="179938"/>
                  </a:moveTo>
                  <a:cubicBezTo>
                    <a:pt x="-7730" y="80124"/>
                    <a:pt x="88447" y="6790"/>
                    <a:pt x="179938" y="0"/>
                  </a:cubicBezTo>
                  <a:cubicBezTo>
                    <a:pt x="457724" y="-24695"/>
                    <a:pt x="514294" y="-17904"/>
                    <a:pt x="753504" y="0"/>
                  </a:cubicBezTo>
                  <a:cubicBezTo>
                    <a:pt x="992714" y="17904"/>
                    <a:pt x="1055303" y="16991"/>
                    <a:pt x="1269713" y="0"/>
                  </a:cubicBezTo>
                  <a:cubicBezTo>
                    <a:pt x="1484123" y="-16991"/>
                    <a:pt x="1671124" y="-1697"/>
                    <a:pt x="1871957" y="0"/>
                  </a:cubicBezTo>
                  <a:cubicBezTo>
                    <a:pt x="2072790" y="1697"/>
                    <a:pt x="2248220" y="6238"/>
                    <a:pt x="2388166" y="0"/>
                  </a:cubicBezTo>
                  <a:cubicBezTo>
                    <a:pt x="2528112" y="-6238"/>
                    <a:pt x="2763196" y="-16800"/>
                    <a:pt x="3047767" y="0"/>
                  </a:cubicBezTo>
                  <a:cubicBezTo>
                    <a:pt x="3136809" y="10462"/>
                    <a:pt x="3218814" y="99587"/>
                    <a:pt x="3227705" y="179938"/>
                  </a:cubicBezTo>
                  <a:cubicBezTo>
                    <a:pt x="3205007" y="429298"/>
                    <a:pt x="3225150" y="635858"/>
                    <a:pt x="3227705" y="780286"/>
                  </a:cubicBezTo>
                  <a:cubicBezTo>
                    <a:pt x="3230260" y="924714"/>
                    <a:pt x="3227746" y="1159482"/>
                    <a:pt x="3227705" y="1288272"/>
                  </a:cubicBezTo>
                  <a:cubicBezTo>
                    <a:pt x="3227664" y="1417062"/>
                    <a:pt x="3251619" y="1653276"/>
                    <a:pt x="3227705" y="1819349"/>
                  </a:cubicBezTo>
                  <a:cubicBezTo>
                    <a:pt x="3203791" y="1985422"/>
                    <a:pt x="3206614" y="2190368"/>
                    <a:pt x="3227705" y="2488967"/>
                  </a:cubicBezTo>
                  <a:cubicBezTo>
                    <a:pt x="3232006" y="2587206"/>
                    <a:pt x="3145014" y="2683657"/>
                    <a:pt x="3047767" y="2668905"/>
                  </a:cubicBezTo>
                  <a:cubicBezTo>
                    <a:pt x="2856605" y="2691179"/>
                    <a:pt x="2659103" y="2682960"/>
                    <a:pt x="2531558" y="2668905"/>
                  </a:cubicBezTo>
                  <a:cubicBezTo>
                    <a:pt x="2404013" y="2654850"/>
                    <a:pt x="2114434" y="2677472"/>
                    <a:pt x="1986670" y="2668905"/>
                  </a:cubicBezTo>
                  <a:cubicBezTo>
                    <a:pt x="1858906" y="2660338"/>
                    <a:pt x="1626784" y="2656068"/>
                    <a:pt x="1413104" y="2668905"/>
                  </a:cubicBezTo>
                  <a:cubicBezTo>
                    <a:pt x="1199424" y="2681742"/>
                    <a:pt x="1147791" y="2676655"/>
                    <a:pt x="896895" y="2668905"/>
                  </a:cubicBezTo>
                  <a:cubicBezTo>
                    <a:pt x="645999" y="2661155"/>
                    <a:pt x="469528" y="2690678"/>
                    <a:pt x="179938" y="2668905"/>
                  </a:cubicBezTo>
                  <a:cubicBezTo>
                    <a:pt x="77836" y="2664038"/>
                    <a:pt x="-4347" y="2590364"/>
                    <a:pt x="0" y="2488967"/>
                  </a:cubicBezTo>
                  <a:cubicBezTo>
                    <a:pt x="929" y="2317938"/>
                    <a:pt x="14447" y="2082892"/>
                    <a:pt x="0" y="1980981"/>
                  </a:cubicBezTo>
                  <a:cubicBezTo>
                    <a:pt x="-14447" y="1879070"/>
                    <a:pt x="6223" y="1688797"/>
                    <a:pt x="0" y="1426814"/>
                  </a:cubicBezTo>
                  <a:cubicBezTo>
                    <a:pt x="-6223" y="1164831"/>
                    <a:pt x="-26330" y="1121031"/>
                    <a:pt x="0" y="826466"/>
                  </a:cubicBezTo>
                  <a:cubicBezTo>
                    <a:pt x="26330" y="531901"/>
                    <a:pt x="-8777" y="444865"/>
                    <a:pt x="0" y="179938"/>
                  </a:cubicBezTo>
                  <a:close/>
                </a:path>
                <a:path w="3227705" h="2668905" stroke="0" extrusionOk="0">
                  <a:moveTo>
                    <a:pt x="0" y="179938"/>
                  </a:moveTo>
                  <a:cubicBezTo>
                    <a:pt x="-15189" y="71192"/>
                    <a:pt x="75765" y="1800"/>
                    <a:pt x="179938" y="0"/>
                  </a:cubicBezTo>
                  <a:cubicBezTo>
                    <a:pt x="443985" y="-24586"/>
                    <a:pt x="581455" y="-15923"/>
                    <a:pt x="810860" y="0"/>
                  </a:cubicBezTo>
                  <a:cubicBezTo>
                    <a:pt x="1040265" y="15923"/>
                    <a:pt x="1152762" y="17657"/>
                    <a:pt x="1355748" y="0"/>
                  </a:cubicBezTo>
                  <a:cubicBezTo>
                    <a:pt x="1558734" y="-17657"/>
                    <a:pt x="1618070" y="-1494"/>
                    <a:pt x="1871957" y="0"/>
                  </a:cubicBezTo>
                  <a:cubicBezTo>
                    <a:pt x="2125844" y="1494"/>
                    <a:pt x="2260906" y="24480"/>
                    <a:pt x="2474201" y="0"/>
                  </a:cubicBezTo>
                  <a:cubicBezTo>
                    <a:pt x="2687496" y="-24480"/>
                    <a:pt x="2875655" y="4720"/>
                    <a:pt x="3047767" y="0"/>
                  </a:cubicBezTo>
                  <a:cubicBezTo>
                    <a:pt x="3159134" y="-19512"/>
                    <a:pt x="3224924" y="83005"/>
                    <a:pt x="3227705" y="179938"/>
                  </a:cubicBezTo>
                  <a:cubicBezTo>
                    <a:pt x="3222000" y="366780"/>
                    <a:pt x="3245987" y="498092"/>
                    <a:pt x="3227705" y="757195"/>
                  </a:cubicBezTo>
                  <a:cubicBezTo>
                    <a:pt x="3209423" y="1016298"/>
                    <a:pt x="3223074" y="1112347"/>
                    <a:pt x="3227705" y="1265182"/>
                  </a:cubicBezTo>
                  <a:cubicBezTo>
                    <a:pt x="3232336" y="1418017"/>
                    <a:pt x="3215838" y="1693239"/>
                    <a:pt x="3227705" y="1842439"/>
                  </a:cubicBezTo>
                  <a:cubicBezTo>
                    <a:pt x="3239572" y="1991639"/>
                    <a:pt x="3244148" y="2200641"/>
                    <a:pt x="3227705" y="2488967"/>
                  </a:cubicBezTo>
                  <a:cubicBezTo>
                    <a:pt x="3229806" y="2586268"/>
                    <a:pt x="3165488" y="2657076"/>
                    <a:pt x="3047767" y="2668905"/>
                  </a:cubicBezTo>
                  <a:cubicBezTo>
                    <a:pt x="2918625" y="2660219"/>
                    <a:pt x="2757441" y="2673975"/>
                    <a:pt x="2474201" y="2668905"/>
                  </a:cubicBezTo>
                  <a:cubicBezTo>
                    <a:pt x="2190961" y="2663835"/>
                    <a:pt x="2133926" y="2675015"/>
                    <a:pt x="1957992" y="2668905"/>
                  </a:cubicBezTo>
                  <a:cubicBezTo>
                    <a:pt x="1782058" y="2662795"/>
                    <a:pt x="1527444" y="2672130"/>
                    <a:pt x="1384426" y="2668905"/>
                  </a:cubicBezTo>
                  <a:cubicBezTo>
                    <a:pt x="1241408" y="2665680"/>
                    <a:pt x="987212" y="2676619"/>
                    <a:pt x="753504" y="2668905"/>
                  </a:cubicBezTo>
                  <a:cubicBezTo>
                    <a:pt x="519796" y="2661191"/>
                    <a:pt x="399658" y="2650181"/>
                    <a:pt x="179938" y="2668905"/>
                  </a:cubicBezTo>
                  <a:cubicBezTo>
                    <a:pt x="78074" y="2673352"/>
                    <a:pt x="10443" y="2596104"/>
                    <a:pt x="0" y="2488967"/>
                  </a:cubicBezTo>
                  <a:cubicBezTo>
                    <a:pt x="4566" y="2355312"/>
                    <a:pt x="-18275" y="2130990"/>
                    <a:pt x="0" y="1957890"/>
                  </a:cubicBezTo>
                  <a:cubicBezTo>
                    <a:pt x="18275" y="1784790"/>
                    <a:pt x="21152" y="1612605"/>
                    <a:pt x="0" y="1380633"/>
                  </a:cubicBezTo>
                  <a:cubicBezTo>
                    <a:pt x="-21152" y="1148661"/>
                    <a:pt x="19187" y="1088684"/>
                    <a:pt x="0" y="849556"/>
                  </a:cubicBezTo>
                  <a:cubicBezTo>
                    <a:pt x="-19187" y="610428"/>
                    <a:pt x="27215" y="471505"/>
                    <a:pt x="0" y="179938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7" name="Pred title"/>
            <p:cNvSpPr>
              <a:spLocks noGrp="1"/>
            </p:cNvSpPr>
            <p:nvPr/>
          </p:nvSpPr>
          <p:spPr>
            <a:xfrm>
              <a:off x="15409" y="291"/>
              <a:ext cx="3529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75" b="1">
                  <a:solidFill>
                    <a:srgbClr val="111111"/>
                  </a:solidFill>
                </a:defRPr>
              </a:pPr>
              <a:r>
                <a:rPr kumimoji="0" sz="12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sz="12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541" name="class-Passenger ship"/>
            <p:cNvSpPr>
              <a:spLocks noGrp="1"/>
            </p:cNvSpPr>
            <p:nvPr/>
          </p:nvSpPr>
          <p:spPr>
            <a:xfrm>
              <a:off x="15658" y="1011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Passenger ship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7179" y="2000"/>
              <a:ext cx="2610" cy="450"/>
              <a:chOff x="16091" y="4620"/>
              <a:chExt cx="2610" cy="450"/>
            </a:xfrm>
          </p:grpSpPr>
          <p:sp>
            <p:nvSpPr>
              <p:cNvPr id="556" name="ship-hull"/>
              <p:cNvSpPr>
                <a:spLocks noGrp="1"/>
              </p:cNvSpPr>
              <p:nvPr/>
            </p:nvSpPr>
            <p:spPr>
              <a:xfrm>
                <a:off x="16121" y="4860"/>
                <a:ext cx="630" cy="120"/>
              </a:xfrm>
              <a:prstGeom prst="parallelogram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7" name="ship-block"/>
              <p:cNvSpPr>
                <a:spLocks noGrp="1"/>
              </p:cNvSpPr>
              <p:nvPr/>
            </p:nvSpPr>
            <p:spPr>
              <a:xfrm>
                <a:off x="1621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8" name="ship-block"/>
              <p:cNvSpPr>
                <a:spLocks noGrp="1"/>
              </p:cNvSpPr>
              <p:nvPr/>
            </p:nvSpPr>
            <p:spPr>
              <a:xfrm>
                <a:off x="16331" y="4620"/>
                <a:ext cx="105" cy="24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9" name="ship-block"/>
              <p:cNvSpPr>
                <a:spLocks noGrp="1"/>
              </p:cNvSpPr>
              <p:nvPr/>
            </p:nvSpPr>
            <p:spPr>
              <a:xfrm>
                <a:off x="1645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0" name="anchor"/>
              <p:cNvSpPr>
                <a:spLocks noGrp="1"/>
              </p:cNvSpPr>
              <p:nvPr/>
            </p:nvSpPr>
            <p:spPr>
              <a:xfrm>
                <a:off x="16091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1" name="anchor"/>
              <p:cNvSpPr>
                <a:spLocks noGrp="1"/>
              </p:cNvSpPr>
              <p:nvPr/>
            </p:nvSpPr>
            <p:spPr>
              <a:xfrm>
                <a:off x="16736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213" name="直接箭头连接符 1212"/>
              <p:cNvCxnSpPr>
                <a:stCxn id="560" idx="6"/>
                <a:endCxn id="561" idx="2"/>
              </p:cNvCxnSpPr>
              <p:nvPr/>
            </p:nvCxnSpPr>
            <p:spPr>
              <a:xfrm>
                <a:off x="16121" y="5055"/>
                <a:ext cx="615" cy="0"/>
              </a:xfrm>
              <a:prstGeom prst="straightConnector1">
                <a:avLst/>
              </a:prstGeom>
              <a:ln w="11430">
                <a:solidFill>
                  <a:srgbClr val="111111"/>
                </a:solidFill>
                <a:prstDash val="solid"/>
              </a:ln>
            </p:spPr>
          </p:cxnSp>
          <p:sp>
            <p:nvSpPr>
              <p:cNvPr id="563" name="class-Tugboat"/>
              <p:cNvSpPr>
                <a:spLocks noGrp="1"/>
              </p:cNvSpPr>
              <p:nvPr/>
            </p:nvSpPr>
            <p:spPr>
              <a:xfrm>
                <a:off x="16901" y="462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Tugboat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7" y="955"/>
              <a:ext cx="474" cy="474"/>
            </a:xfrm>
            <a:prstGeom prst="rect">
              <a:avLst/>
            </a:prstGeom>
          </p:spPr>
        </p:pic>
        <p:grpSp>
          <p:nvGrpSpPr>
            <p:cNvPr id="59" name="组合 58"/>
            <p:cNvGrpSpPr/>
            <p:nvPr/>
          </p:nvGrpSpPr>
          <p:grpSpPr>
            <a:xfrm>
              <a:off x="17292" y="930"/>
              <a:ext cx="2611" cy="548"/>
              <a:chOff x="16090" y="1956"/>
              <a:chExt cx="2611" cy="548"/>
            </a:xfrm>
          </p:grpSpPr>
          <p:sp>
            <p:nvSpPr>
              <p:cNvPr id="545" name="class-Tanker"/>
              <p:cNvSpPr>
                <a:spLocks noGrp="1"/>
              </p:cNvSpPr>
              <p:nvPr/>
            </p:nvSpPr>
            <p:spPr>
              <a:xfrm>
                <a:off x="16901" y="201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Tanker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90" y="1956"/>
                <a:ext cx="551" cy="548"/>
              </a:xfrm>
              <a:prstGeom prst="rect">
                <a:avLst/>
              </a:prstGeom>
            </p:spPr>
          </p:pic>
        </p:grpSp>
        <p:grpSp>
          <p:nvGrpSpPr>
            <p:cNvPr id="65" name="组合 64"/>
            <p:cNvGrpSpPr/>
            <p:nvPr/>
          </p:nvGrpSpPr>
          <p:grpSpPr>
            <a:xfrm>
              <a:off x="14956" y="1963"/>
              <a:ext cx="2568" cy="553"/>
              <a:chOff x="16133" y="2880"/>
              <a:chExt cx="2568" cy="553"/>
            </a:xfrm>
          </p:grpSpPr>
          <p:sp>
            <p:nvSpPr>
              <p:cNvPr id="551" name="class-Cargo ship"/>
              <p:cNvSpPr>
                <a:spLocks noGrp="1"/>
              </p:cNvSpPr>
              <p:nvPr/>
            </p:nvSpPr>
            <p:spPr>
              <a:xfrm>
                <a:off x="16901" y="288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Cargo ship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3" y="2883"/>
                <a:ext cx="550" cy="550"/>
              </a:xfrm>
              <a:prstGeom prst="rect">
                <a:avLst/>
              </a:prstGeom>
            </p:spPr>
          </p:pic>
        </p:grpSp>
        <p:grpSp>
          <p:nvGrpSpPr>
            <p:cNvPr id="67" name="组合 66"/>
            <p:cNvGrpSpPr/>
            <p:nvPr/>
          </p:nvGrpSpPr>
          <p:grpSpPr>
            <a:xfrm>
              <a:off x="14893" y="2916"/>
              <a:ext cx="2778" cy="612"/>
              <a:chOff x="15923" y="3674"/>
              <a:chExt cx="2778" cy="612"/>
            </a:xfrm>
          </p:grpSpPr>
          <p:sp>
            <p:nvSpPr>
              <p:cNvPr id="555" name="class-Ro-Ro ship"/>
              <p:cNvSpPr>
                <a:spLocks noGrp="1"/>
              </p:cNvSpPr>
              <p:nvPr/>
            </p:nvSpPr>
            <p:spPr>
              <a:xfrm>
                <a:off x="16901" y="375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Ro-Ro ship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923" y="3674"/>
                <a:ext cx="916" cy="613"/>
              </a:xfrm>
              <a:prstGeom prst="rect">
                <a:avLst/>
              </a:prstGeom>
            </p:spPr>
          </p:pic>
        </p:grpSp>
        <p:grpSp>
          <p:nvGrpSpPr>
            <p:cNvPr id="73" name="组合 72"/>
            <p:cNvGrpSpPr/>
            <p:nvPr/>
          </p:nvGrpSpPr>
          <p:grpSpPr>
            <a:xfrm>
              <a:off x="17145" y="2859"/>
              <a:ext cx="2790" cy="702"/>
              <a:chOff x="16057" y="6267"/>
              <a:chExt cx="2790" cy="702"/>
            </a:xfrm>
          </p:grpSpPr>
          <p:sp>
            <p:nvSpPr>
              <p:cNvPr id="588" name="class-Biological sound"/>
              <p:cNvSpPr>
                <a:spLocks noGrp="1"/>
              </p:cNvSpPr>
              <p:nvPr/>
            </p:nvSpPr>
            <p:spPr>
              <a:xfrm>
                <a:off x="16901" y="6360"/>
                <a:ext cx="1946" cy="36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Biological sound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164" name="图片 163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57" y="6267"/>
                <a:ext cx="702" cy="702"/>
              </a:xfrm>
              <a:prstGeom prst="rect">
                <a:avLst/>
              </a:prstGeom>
            </p:spPr>
          </p:pic>
        </p:grpSp>
        <p:grpSp>
          <p:nvGrpSpPr>
            <p:cNvPr id="71" name="组合 70"/>
            <p:cNvGrpSpPr/>
            <p:nvPr/>
          </p:nvGrpSpPr>
          <p:grpSpPr>
            <a:xfrm>
              <a:off x="14884" y="3621"/>
              <a:ext cx="2787" cy="654"/>
              <a:chOff x="16248" y="5316"/>
              <a:chExt cx="2787" cy="654"/>
            </a:xfrm>
          </p:grpSpPr>
          <p:sp>
            <p:nvSpPr>
              <p:cNvPr id="585" name="class-Background noise"/>
              <p:cNvSpPr>
                <a:spLocks noGrp="1"/>
              </p:cNvSpPr>
              <p:nvPr/>
            </p:nvSpPr>
            <p:spPr>
              <a:xfrm>
                <a:off x="16901" y="5490"/>
                <a:ext cx="2134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Background noise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70" name="图片 69" descr="噪声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248" y="5316"/>
                <a:ext cx="654" cy="654"/>
              </a:xfrm>
              <a:prstGeom prst="rect">
                <a:avLst/>
              </a:prstGeom>
            </p:spPr>
          </p:pic>
        </p:grpSp>
        <p:sp>
          <p:nvSpPr>
            <p:cNvPr id="51" name="椭圆 50"/>
            <p:cNvSpPr/>
            <p:nvPr/>
          </p:nvSpPr>
          <p:spPr>
            <a:xfrm>
              <a:off x="18208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18465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18696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pic>
        <p:nvPicPr>
          <p:cNvPr id="79" name="图片 78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90" y="8422640"/>
            <a:ext cx="474345" cy="474345"/>
          </a:xfrm>
          <a:prstGeom prst="rect">
            <a:avLst/>
          </a:prstGeom>
        </p:spPr>
      </p:pic>
      <p:grpSp>
        <p:nvGrpSpPr>
          <p:cNvPr id="75" name="组合 74"/>
          <p:cNvGrpSpPr/>
          <p:nvPr/>
        </p:nvGrpSpPr>
        <p:grpSpPr>
          <a:xfrm>
            <a:off x="411480" y="9350721"/>
            <a:ext cx="1304925" cy="298800"/>
            <a:chOff x="18811" y="10287"/>
            <a:chExt cx="2055" cy="471"/>
          </a:xfrm>
        </p:grpSpPr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11" y="10287"/>
              <a:ext cx="471" cy="471"/>
            </a:xfrm>
            <a:prstGeom prst="rect">
              <a:avLst/>
            </a:prstGeom>
          </p:spPr>
        </p:pic>
        <p:sp>
          <p:nvSpPr>
            <p:cNvPr id="85" name="leg1"/>
            <p:cNvSpPr>
              <a:spLocks noGrp="1"/>
            </p:cNvSpPr>
            <p:nvPr/>
          </p:nvSpPr>
          <p:spPr>
            <a:xfrm>
              <a:off x="19527" y="10314"/>
              <a:ext cx="1339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</a:t>
              </a:r>
              <a:r>
                <a:rPr kumimoji="0" lang="en-US" altLang="zh-CN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rainable</a:t>
              </a:r>
              <a:endPara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104" name="连接符: 肘形 103"/>
          <p:cNvCxnSpPr/>
          <p:nvPr/>
        </p:nvCxnSpPr>
        <p:spPr>
          <a:xfrm rot="16200000" flipV="1">
            <a:off x="6735445" y="4954270"/>
            <a:ext cx="2283460" cy="2130425"/>
          </a:xfrm>
          <a:prstGeom prst="bentConnector3">
            <a:avLst>
              <a:gd name="adj1" fmla="val 50014"/>
            </a:avLst>
          </a:prstGeom>
          <a:ln w="25400">
            <a:solidFill>
              <a:srgbClr val="55A83C"/>
            </a:solidFill>
            <a:prstDash val="solid"/>
            <a:tailEnd type="triangle" w="med" len="med"/>
          </a:ln>
        </p:spPr>
      </p:cxnSp>
      <p:sp>
        <p:nvSpPr>
          <p:cNvPr id="231" name="MemKD panel"/>
          <p:cNvSpPr>
            <a:spLocks noGrp="1"/>
          </p:cNvSpPr>
          <p:nvPr/>
        </p:nvSpPr>
        <p:spPr>
          <a:xfrm>
            <a:off x="1322070" y="2905760"/>
            <a:ext cx="4879975" cy="3625215"/>
          </a:xfrm>
          <a:custGeom>
            <a:avLst/>
            <a:gdLst>
              <a:gd name="csX0" fmla="*/ 0 w 4647565"/>
              <a:gd name="csY0" fmla="*/ 142580 h 3625215"/>
              <a:gd name="csX1" fmla="*/ 142580 w 4647565"/>
              <a:gd name="csY1" fmla="*/ 0 h 3625215"/>
              <a:gd name="csX2" fmla="*/ 765781 w 4647565"/>
              <a:gd name="csY2" fmla="*/ 0 h 3625215"/>
              <a:gd name="csX3" fmla="*/ 1301733 w 4647565"/>
              <a:gd name="csY3" fmla="*/ 0 h 3625215"/>
              <a:gd name="csX4" fmla="*/ 1794062 w 4647565"/>
              <a:gd name="csY4" fmla="*/ 0 h 3625215"/>
              <a:gd name="csX5" fmla="*/ 2330015 w 4647565"/>
              <a:gd name="csY5" fmla="*/ 0 h 3625215"/>
              <a:gd name="csX6" fmla="*/ 2996839 w 4647565"/>
              <a:gd name="csY6" fmla="*/ 0 h 3625215"/>
              <a:gd name="csX7" fmla="*/ 3532792 w 4647565"/>
              <a:gd name="csY7" fmla="*/ 0 h 3625215"/>
              <a:gd name="csX8" fmla="*/ 4504985 w 4647565"/>
              <a:gd name="csY8" fmla="*/ 0 h 3625215"/>
              <a:gd name="csX9" fmla="*/ 4647565 w 4647565"/>
              <a:gd name="csY9" fmla="*/ 142580 h 3625215"/>
              <a:gd name="csX10" fmla="*/ 4647565 w 4647565"/>
              <a:gd name="csY10" fmla="*/ 843992 h 3625215"/>
              <a:gd name="csX11" fmla="*/ 4647565 w 4647565"/>
              <a:gd name="csY11" fmla="*/ 1445201 h 3625215"/>
              <a:gd name="csX12" fmla="*/ 4647565 w 4647565"/>
              <a:gd name="csY12" fmla="*/ 2180014 h 3625215"/>
              <a:gd name="csX13" fmla="*/ 4647565 w 4647565"/>
              <a:gd name="csY13" fmla="*/ 2848025 h 3625215"/>
              <a:gd name="csX14" fmla="*/ 4647565 w 4647565"/>
              <a:gd name="csY14" fmla="*/ 3482635 h 3625215"/>
              <a:gd name="csX15" fmla="*/ 4504985 w 4647565"/>
              <a:gd name="csY15" fmla="*/ 3625215 h 3625215"/>
              <a:gd name="csX16" fmla="*/ 3794536 w 4647565"/>
              <a:gd name="csY16" fmla="*/ 3625215 h 3625215"/>
              <a:gd name="csX17" fmla="*/ 3258584 w 4647565"/>
              <a:gd name="csY17" fmla="*/ 3625215 h 3625215"/>
              <a:gd name="csX18" fmla="*/ 2635383 w 4647565"/>
              <a:gd name="csY18" fmla="*/ 3625215 h 3625215"/>
              <a:gd name="csX19" fmla="*/ 2143054 w 4647565"/>
              <a:gd name="csY19" fmla="*/ 3625215 h 3625215"/>
              <a:gd name="csX20" fmla="*/ 1432605 w 4647565"/>
              <a:gd name="csY20" fmla="*/ 3625215 h 3625215"/>
              <a:gd name="csX21" fmla="*/ 809405 w 4647565"/>
              <a:gd name="csY21" fmla="*/ 3625215 h 3625215"/>
              <a:gd name="csX22" fmla="*/ 142580 w 4647565"/>
              <a:gd name="csY22" fmla="*/ 3625215 h 3625215"/>
              <a:gd name="csX23" fmla="*/ 0 w 4647565"/>
              <a:gd name="csY23" fmla="*/ 3482635 h 3625215"/>
              <a:gd name="csX24" fmla="*/ 0 w 4647565"/>
              <a:gd name="csY24" fmla="*/ 2781223 h 3625215"/>
              <a:gd name="csX25" fmla="*/ 0 w 4647565"/>
              <a:gd name="csY25" fmla="*/ 2079812 h 3625215"/>
              <a:gd name="csX26" fmla="*/ 0 w 4647565"/>
              <a:gd name="csY26" fmla="*/ 1345000 h 3625215"/>
              <a:gd name="csX27" fmla="*/ 0 w 4647565"/>
              <a:gd name="csY27" fmla="*/ 142580 h 362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647565" h="3625215" fill="none" extrusionOk="0">
                <a:moveTo>
                  <a:pt x="0" y="142580"/>
                </a:moveTo>
                <a:cubicBezTo>
                  <a:pt x="-5257" y="80223"/>
                  <a:pt x="61287" y="-8024"/>
                  <a:pt x="142580" y="0"/>
                </a:cubicBezTo>
                <a:cubicBezTo>
                  <a:pt x="317576" y="-24160"/>
                  <a:pt x="455241" y="9832"/>
                  <a:pt x="765781" y="0"/>
                </a:cubicBezTo>
                <a:cubicBezTo>
                  <a:pt x="1076321" y="-9832"/>
                  <a:pt x="1056203" y="23477"/>
                  <a:pt x="1301733" y="0"/>
                </a:cubicBezTo>
                <a:cubicBezTo>
                  <a:pt x="1547263" y="-23477"/>
                  <a:pt x="1681055" y="11749"/>
                  <a:pt x="1794062" y="0"/>
                </a:cubicBezTo>
                <a:cubicBezTo>
                  <a:pt x="1907069" y="-11749"/>
                  <a:pt x="2192405" y="-3709"/>
                  <a:pt x="2330015" y="0"/>
                </a:cubicBezTo>
                <a:cubicBezTo>
                  <a:pt x="2467625" y="3709"/>
                  <a:pt x="2744632" y="-10756"/>
                  <a:pt x="2996839" y="0"/>
                </a:cubicBezTo>
                <a:cubicBezTo>
                  <a:pt x="3249046" y="10756"/>
                  <a:pt x="3299716" y="21484"/>
                  <a:pt x="3532792" y="0"/>
                </a:cubicBezTo>
                <a:cubicBezTo>
                  <a:pt x="3765868" y="-21484"/>
                  <a:pt x="4122929" y="-48271"/>
                  <a:pt x="4504985" y="0"/>
                </a:cubicBezTo>
                <a:cubicBezTo>
                  <a:pt x="4592244" y="1688"/>
                  <a:pt x="4638160" y="69908"/>
                  <a:pt x="4647565" y="142580"/>
                </a:cubicBezTo>
                <a:cubicBezTo>
                  <a:pt x="4622689" y="437056"/>
                  <a:pt x="4635386" y="633268"/>
                  <a:pt x="4647565" y="843992"/>
                </a:cubicBezTo>
                <a:cubicBezTo>
                  <a:pt x="4659744" y="1054716"/>
                  <a:pt x="4662974" y="1297996"/>
                  <a:pt x="4647565" y="1445201"/>
                </a:cubicBezTo>
                <a:cubicBezTo>
                  <a:pt x="4632156" y="1592406"/>
                  <a:pt x="4658873" y="1905697"/>
                  <a:pt x="4647565" y="2180014"/>
                </a:cubicBezTo>
                <a:cubicBezTo>
                  <a:pt x="4636257" y="2454331"/>
                  <a:pt x="4616297" y="2693922"/>
                  <a:pt x="4647565" y="2848025"/>
                </a:cubicBezTo>
                <a:cubicBezTo>
                  <a:pt x="4678833" y="3002128"/>
                  <a:pt x="4617446" y="3205598"/>
                  <a:pt x="4647565" y="3482635"/>
                </a:cubicBezTo>
                <a:cubicBezTo>
                  <a:pt x="4645675" y="3559217"/>
                  <a:pt x="4586370" y="3622359"/>
                  <a:pt x="4504985" y="3625215"/>
                </a:cubicBezTo>
                <a:cubicBezTo>
                  <a:pt x="4262132" y="3637215"/>
                  <a:pt x="4012087" y="3639438"/>
                  <a:pt x="3794536" y="3625215"/>
                </a:cubicBezTo>
                <a:cubicBezTo>
                  <a:pt x="3576985" y="3610992"/>
                  <a:pt x="3487447" y="3647010"/>
                  <a:pt x="3258584" y="3625215"/>
                </a:cubicBezTo>
                <a:cubicBezTo>
                  <a:pt x="3029721" y="3603420"/>
                  <a:pt x="2851247" y="3650274"/>
                  <a:pt x="2635383" y="3625215"/>
                </a:cubicBezTo>
                <a:cubicBezTo>
                  <a:pt x="2419519" y="3600156"/>
                  <a:pt x="2357106" y="3609583"/>
                  <a:pt x="2143054" y="3625215"/>
                </a:cubicBezTo>
                <a:cubicBezTo>
                  <a:pt x="1929002" y="3640847"/>
                  <a:pt x="1663387" y="3590237"/>
                  <a:pt x="1432605" y="3625215"/>
                </a:cubicBezTo>
                <a:cubicBezTo>
                  <a:pt x="1201823" y="3660193"/>
                  <a:pt x="998673" y="3655125"/>
                  <a:pt x="809405" y="3625215"/>
                </a:cubicBezTo>
                <a:cubicBezTo>
                  <a:pt x="620137" y="3595305"/>
                  <a:pt x="452101" y="3593742"/>
                  <a:pt x="142580" y="3625215"/>
                </a:cubicBezTo>
                <a:cubicBezTo>
                  <a:pt x="65223" y="3628177"/>
                  <a:pt x="-4351" y="3579176"/>
                  <a:pt x="0" y="3482635"/>
                </a:cubicBezTo>
                <a:cubicBezTo>
                  <a:pt x="-16064" y="3241780"/>
                  <a:pt x="-2964" y="3099007"/>
                  <a:pt x="0" y="2781223"/>
                </a:cubicBezTo>
                <a:cubicBezTo>
                  <a:pt x="2964" y="2463439"/>
                  <a:pt x="20522" y="2302843"/>
                  <a:pt x="0" y="2079812"/>
                </a:cubicBezTo>
                <a:cubicBezTo>
                  <a:pt x="-20522" y="1856781"/>
                  <a:pt x="-26404" y="1508486"/>
                  <a:pt x="0" y="1345000"/>
                </a:cubicBezTo>
                <a:cubicBezTo>
                  <a:pt x="26404" y="1181514"/>
                  <a:pt x="8754" y="393849"/>
                  <a:pt x="0" y="142580"/>
                </a:cubicBezTo>
                <a:close/>
              </a:path>
              <a:path w="4647565" h="3625215" stroke="0" extrusionOk="0">
                <a:moveTo>
                  <a:pt x="0" y="142580"/>
                </a:moveTo>
                <a:cubicBezTo>
                  <a:pt x="-13113" y="55747"/>
                  <a:pt x="55745" y="3036"/>
                  <a:pt x="142580" y="0"/>
                </a:cubicBezTo>
                <a:cubicBezTo>
                  <a:pt x="408546" y="-28904"/>
                  <a:pt x="670720" y="27566"/>
                  <a:pt x="853029" y="0"/>
                </a:cubicBezTo>
                <a:cubicBezTo>
                  <a:pt x="1035338" y="-27566"/>
                  <a:pt x="1217293" y="-16743"/>
                  <a:pt x="1432605" y="0"/>
                </a:cubicBezTo>
                <a:cubicBezTo>
                  <a:pt x="1647917" y="16743"/>
                  <a:pt x="1778459" y="-16940"/>
                  <a:pt x="1968558" y="0"/>
                </a:cubicBezTo>
                <a:cubicBezTo>
                  <a:pt x="2158657" y="16940"/>
                  <a:pt x="2476484" y="-6587"/>
                  <a:pt x="2635383" y="0"/>
                </a:cubicBezTo>
                <a:cubicBezTo>
                  <a:pt x="2794282" y="6587"/>
                  <a:pt x="2962141" y="30"/>
                  <a:pt x="3214960" y="0"/>
                </a:cubicBezTo>
                <a:cubicBezTo>
                  <a:pt x="3467779" y="-30"/>
                  <a:pt x="3584344" y="28552"/>
                  <a:pt x="3925408" y="0"/>
                </a:cubicBezTo>
                <a:cubicBezTo>
                  <a:pt x="4266472" y="-28552"/>
                  <a:pt x="4284370" y="-17307"/>
                  <a:pt x="4504985" y="0"/>
                </a:cubicBezTo>
                <a:cubicBezTo>
                  <a:pt x="4573550" y="16841"/>
                  <a:pt x="4645664" y="61630"/>
                  <a:pt x="4647565" y="142580"/>
                </a:cubicBezTo>
                <a:cubicBezTo>
                  <a:pt x="4618822" y="307277"/>
                  <a:pt x="4655287" y="453566"/>
                  <a:pt x="4647565" y="743790"/>
                </a:cubicBezTo>
                <a:cubicBezTo>
                  <a:pt x="4639844" y="1034014"/>
                  <a:pt x="4636366" y="1221858"/>
                  <a:pt x="4647565" y="1411801"/>
                </a:cubicBezTo>
                <a:cubicBezTo>
                  <a:pt x="4658764" y="1601744"/>
                  <a:pt x="4623292" y="1892812"/>
                  <a:pt x="4647565" y="2046411"/>
                </a:cubicBezTo>
                <a:cubicBezTo>
                  <a:pt x="4671839" y="2200010"/>
                  <a:pt x="4628319" y="2490449"/>
                  <a:pt x="4647565" y="2781223"/>
                </a:cubicBezTo>
                <a:cubicBezTo>
                  <a:pt x="4666811" y="3071997"/>
                  <a:pt x="4615533" y="3205424"/>
                  <a:pt x="4647565" y="3482635"/>
                </a:cubicBezTo>
                <a:cubicBezTo>
                  <a:pt x="4639210" y="3562752"/>
                  <a:pt x="4577625" y="3621003"/>
                  <a:pt x="4504985" y="3625215"/>
                </a:cubicBezTo>
                <a:cubicBezTo>
                  <a:pt x="4261112" y="3649805"/>
                  <a:pt x="4090112" y="3627809"/>
                  <a:pt x="3838160" y="3625215"/>
                </a:cubicBezTo>
                <a:cubicBezTo>
                  <a:pt x="3586208" y="3622621"/>
                  <a:pt x="3359208" y="3600245"/>
                  <a:pt x="3214960" y="3625215"/>
                </a:cubicBezTo>
                <a:cubicBezTo>
                  <a:pt x="3070712" y="3650185"/>
                  <a:pt x="2894418" y="3631674"/>
                  <a:pt x="2722631" y="3625215"/>
                </a:cubicBezTo>
                <a:cubicBezTo>
                  <a:pt x="2550844" y="3618756"/>
                  <a:pt x="2413683" y="3621630"/>
                  <a:pt x="2186678" y="3625215"/>
                </a:cubicBezTo>
                <a:cubicBezTo>
                  <a:pt x="1959673" y="3628800"/>
                  <a:pt x="1829772" y="3659232"/>
                  <a:pt x="1476230" y="3625215"/>
                </a:cubicBezTo>
                <a:cubicBezTo>
                  <a:pt x="1122688" y="3591198"/>
                  <a:pt x="1156995" y="3631413"/>
                  <a:pt x="853029" y="3625215"/>
                </a:cubicBezTo>
                <a:cubicBezTo>
                  <a:pt x="549063" y="3619017"/>
                  <a:pt x="453221" y="3590757"/>
                  <a:pt x="142580" y="3625215"/>
                </a:cubicBezTo>
                <a:cubicBezTo>
                  <a:pt x="63448" y="3614790"/>
                  <a:pt x="15644" y="3564642"/>
                  <a:pt x="0" y="3482635"/>
                </a:cubicBezTo>
                <a:cubicBezTo>
                  <a:pt x="-27644" y="3280499"/>
                  <a:pt x="20976" y="3105757"/>
                  <a:pt x="0" y="2814624"/>
                </a:cubicBezTo>
                <a:cubicBezTo>
                  <a:pt x="-20976" y="2523491"/>
                  <a:pt x="-24689" y="2292220"/>
                  <a:pt x="0" y="2146613"/>
                </a:cubicBezTo>
                <a:cubicBezTo>
                  <a:pt x="24689" y="2001006"/>
                  <a:pt x="5991" y="1790952"/>
                  <a:pt x="0" y="1545403"/>
                </a:cubicBezTo>
                <a:cubicBezTo>
                  <a:pt x="-5991" y="1299854"/>
                  <a:pt x="-35067" y="1150075"/>
                  <a:pt x="0" y="843992"/>
                </a:cubicBezTo>
                <a:cubicBezTo>
                  <a:pt x="35067" y="537909"/>
                  <a:pt x="7690" y="426275"/>
                  <a:pt x="0" y="142580"/>
                </a:cubicBezTo>
                <a:close/>
              </a:path>
            </a:pathLst>
          </a:custGeom>
          <a:solidFill>
            <a:srgbClr val="FFFDF9"/>
          </a:solidFill>
          <a:ln w="13335">
            <a:solidFill>
              <a:srgbClr val="FF6A00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2" name="MemKD title"/>
          <p:cNvSpPr>
            <a:spLocks noGrp="1"/>
          </p:cNvSpPr>
          <p:nvPr/>
        </p:nvSpPr>
        <p:spPr>
          <a:xfrm>
            <a:off x="3343275" y="294830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FF6A00"/>
                </a:solidFill>
              </a:defRPr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MemKD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F6A00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5" name="anchor"/>
          <p:cNvSpPr>
            <a:spLocks noGrp="1"/>
          </p:cNvSpPr>
          <p:nvPr/>
        </p:nvSpPr>
        <p:spPr>
          <a:xfrm>
            <a:off x="3800475" y="5781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7" name="legend-teacher"/>
          <p:cNvSpPr>
            <a:spLocks noGrp="1"/>
          </p:cNvSpPr>
          <p:nvPr/>
        </p:nvSpPr>
        <p:spPr>
          <a:xfrm>
            <a:off x="1448435" y="3006725"/>
            <a:ext cx="76200" cy="76200"/>
          </a:xfrm>
          <a:prstGeom prst="ellipse">
            <a:avLst/>
          </a:prstGeom>
          <a:solidFill>
            <a:srgbClr val="2F73E8"/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8" name="legend-t"/>
          <p:cNvSpPr>
            <a:spLocks noGrp="1"/>
          </p:cNvSpPr>
          <p:nvPr/>
        </p:nvSpPr>
        <p:spPr>
          <a:xfrm>
            <a:off x="1546225" y="2948305"/>
            <a:ext cx="65468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9" name="legend-student"/>
          <p:cNvSpPr>
            <a:spLocks noGrp="1"/>
          </p:cNvSpPr>
          <p:nvPr/>
        </p:nvSpPr>
        <p:spPr>
          <a:xfrm>
            <a:off x="1450975" y="3207385"/>
            <a:ext cx="76200" cy="76200"/>
          </a:xfrm>
          <a:prstGeom prst="ellipse">
            <a:avLst/>
          </a:prstGeom>
          <a:solidFill>
            <a:srgbClr val="55A83C"/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0" name="legend-s"/>
          <p:cNvSpPr>
            <a:spLocks noGrp="1"/>
          </p:cNvSpPr>
          <p:nvPr/>
        </p:nvSpPr>
        <p:spPr>
          <a:xfrm>
            <a:off x="1561465" y="3154045"/>
            <a:ext cx="661035" cy="13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3" name="MemKD note"/>
          <p:cNvSpPr>
            <a:spLocks noGrp="1"/>
          </p:cNvSpPr>
          <p:nvPr/>
        </p:nvSpPr>
        <p:spPr>
          <a:xfrm>
            <a:off x="1828800" y="5543550"/>
            <a:ext cx="4029075" cy="912495"/>
          </a:xfrm>
          <a:prstGeom prst="roundRect">
            <a:avLst>
              <a:gd name="adj" fmla="val 13793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FFD8B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4" name="MemKD note text"/>
              <p:cNvSpPr>
                <a:spLocks noGrp="1"/>
              </p:cNvSpPr>
              <p:nvPr/>
            </p:nvSpPr>
            <p:spPr>
              <a:xfrm>
                <a:off x="3572510" y="6115050"/>
                <a:ext cx="371475" cy="171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儷宋 Pro" panose="02020300000000000000" charset="-120"/>
                              <a:cs typeface="DejaVu Math TeX Gyre" panose="02000503000000000000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DejaVu Math TeX Gyre" panose="02000503000000000000" charset="0"/>
                              <a:ea typeface="儷宋 Pro" panose="02020300000000000000" charset="-120"/>
                              <a:cs typeface="DejaVu Math TeX Gyre" panose="02000503000000000000" charset="0"/>
                              <a:sym typeface="+mn-ea"/>
                            </a:rPr>
                            <m:t>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儷宋 Pro" panose="02020300000000000000" charset="-120"/>
                              <a:cs typeface="DejaVu Math TeX Gyre" panose="02000503000000000000" charset="0"/>
                              <a:sym typeface="+mn-ea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394" name="MemKD note te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510" y="6115050"/>
                <a:ext cx="371475" cy="171450"/>
              </a:xfrm>
              <a:prstGeom prst="rect">
                <a:avLst/>
              </a:prstGeom>
              <a:blipFill rotWithShape="1">
                <a:blip r:embed="rId20"/>
                <a:stretch>
                  <a:fillRect r="-18120" b="-8666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" name="anchor"/>
          <p:cNvSpPr>
            <a:spLocks noGrp="1"/>
          </p:cNvSpPr>
          <p:nvPr/>
        </p:nvSpPr>
        <p:spPr>
          <a:xfrm>
            <a:off x="1304925" y="4695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620" name="anchor"/>
          <p:cNvSpPr>
            <a:spLocks noGrp="1"/>
          </p:cNvSpPr>
          <p:nvPr/>
        </p:nvSpPr>
        <p:spPr>
          <a:xfrm>
            <a:off x="3790950" y="292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2" name="anchor"/>
          <p:cNvSpPr>
            <a:spLocks noGrp="1"/>
          </p:cNvSpPr>
          <p:nvPr/>
        </p:nvSpPr>
        <p:spPr>
          <a:xfrm>
            <a:off x="3790950" y="6315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4" name="anchor"/>
          <p:cNvSpPr>
            <a:spLocks noGrp="1"/>
          </p:cNvSpPr>
          <p:nvPr/>
        </p:nvSpPr>
        <p:spPr>
          <a:xfrm>
            <a:off x="3646805" y="31419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87" name="直接箭头连接符 886"/>
          <p:cNvCxnSpPr/>
          <p:nvPr/>
        </p:nvCxnSpPr>
        <p:spPr>
          <a:xfrm>
            <a:off x="3819525" y="3496310"/>
            <a:ext cx="0" cy="1979930"/>
          </a:xfrm>
          <a:prstGeom prst="straightConnector1">
            <a:avLst/>
          </a:prstGeom>
          <a:ln w="25400">
            <a:solidFill>
              <a:srgbClr val="FF6A00"/>
            </a:solidFill>
            <a:prstDash val="dash"/>
          </a:ln>
        </p:spPr>
      </p:cxnSp>
      <p:sp>
        <p:nvSpPr>
          <p:cNvPr id="238" name="mini-title-(a)"/>
          <p:cNvSpPr>
            <a:spLocks noGrp="1"/>
          </p:cNvSpPr>
          <p:nvPr/>
        </p:nvSpPr>
        <p:spPr>
          <a:xfrm>
            <a:off x="2089150" y="3199130"/>
            <a:ext cx="428625" cy="264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11111"/>
                </a:solidFill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(a) 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7" name="mini-title-(b)"/>
          <p:cNvSpPr>
            <a:spLocks noGrp="1"/>
          </p:cNvSpPr>
          <p:nvPr/>
        </p:nvSpPr>
        <p:spPr>
          <a:xfrm>
            <a:off x="4566285" y="3199130"/>
            <a:ext cx="603250" cy="347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11111"/>
                </a:solidFill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(b) 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8" name="anchor"/>
          <p:cNvSpPr>
            <a:spLocks noGrp="1"/>
          </p:cNvSpPr>
          <p:nvPr/>
        </p:nvSpPr>
        <p:spPr>
          <a:xfrm>
            <a:off x="4075430" y="38087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9" name="anchor"/>
          <p:cNvSpPr>
            <a:spLocks noGrp="1"/>
          </p:cNvSpPr>
          <p:nvPr/>
        </p:nvSpPr>
        <p:spPr>
          <a:xfrm>
            <a:off x="4075430" y="499935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1" name="anchor"/>
          <p:cNvSpPr>
            <a:spLocks noGrp="1"/>
          </p:cNvSpPr>
          <p:nvPr/>
        </p:nvSpPr>
        <p:spPr>
          <a:xfrm>
            <a:off x="4075430" y="499935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2" name="anchor"/>
          <p:cNvSpPr>
            <a:spLocks noGrp="1"/>
          </p:cNvSpPr>
          <p:nvPr/>
        </p:nvSpPr>
        <p:spPr>
          <a:xfrm>
            <a:off x="5485130" y="499935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105910" y="3999230"/>
            <a:ext cx="1676400" cy="695325"/>
            <a:chOff x="7830" y="7050"/>
            <a:chExt cx="2640" cy="1095"/>
          </a:xfrm>
        </p:grpSpPr>
        <p:sp>
          <p:nvSpPr>
            <p:cNvPr id="326" name="anchor"/>
            <p:cNvSpPr>
              <a:spLocks noGrp="1"/>
            </p:cNvSpPr>
            <p:nvPr/>
          </p:nvSpPr>
          <p:spPr>
            <a:xfrm>
              <a:off x="7875" y="73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7" name="anchor"/>
            <p:cNvSpPr>
              <a:spLocks noGrp="1"/>
            </p:cNvSpPr>
            <p:nvPr/>
          </p:nvSpPr>
          <p:spPr>
            <a:xfrm>
              <a:off x="8355" y="72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79" name="直接箭头连接符 978"/>
            <p:cNvCxnSpPr>
              <a:stCxn id="326" idx="6"/>
              <a:endCxn id="327" idx="2"/>
            </p:cNvCxnSpPr>
            <p:nvPr/>
          </p:nvCxnSpPr>
          <p:spPr>
            <a:xfrm flipV="1">
              <a:off x="7905" y="7290"/>
              <a:ext cx="450" cy="6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29" name="anchor"/>
            <p:cNvSpPr>
              <a:spLocks noGrp="1"/>
            </p:cNvSpPr>
            <p:nvPr/>
          </p:nvSpPr>
          <p:spPr>
            <a:xfrm>
              <a:off x="7875" y="79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0" name="anchor"/>
            <p:cNvSpPr>
              <a:spLocks noGrp="1"/>
            </p:cNvSpPr>
            <p:nvPr/>
          </p:nvSpPr>
          <p:spPr>
            <a:xfrm>
              <a:off x="8355" y="80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2" name="直接箭头连接符 981"/>
            <p:cNvCxnSpPr>
              <a:stCxn id="329" idx="6"/>
              <a:endCxn id="330" idx="2"/>
            </p:cNvCxnSpPr>
            <p:nvPr/>
          </p:nvCxnSpPr>
          <p:spPr>
            <a:xfrm>
              <a:off x="7905" y="8010"/>
              <a:ext cx="450" cy="75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32" name="anchor"/>
            <p:cNvSpPr>
              <a:spLocks noGrp="1"/>
            </p:cNvSpPr>
            <p:nvPr/>
          </p:nvSpPr>
          <p:spPr>
            <a:xfrm>
              <a:off x="8355" y="72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3" name="anchor"/>
            <p:cNvSpPr>
              <a:spLocks noGrp="1"/>
            </p:cNvSpPr>
            <p:nvPr/>
          </p:nvSpPr>
          <p:spPr>
            <a:xfrm>
              <a:off x="883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5" name="直接箭头连接符 984"/>
            <p:cNvCxnSpPr>
              <a:stCxn id="332" idx="6"/>
              <a:endCxn id="333" idx="2"/>
            </p:cNvCxnSpPr>
            <p:nvPr/>
          </p:nvCxnSpPr>
          <p:spPr>
            <a:xfrm flipV="1">
              <a:off x="8385" y="7200"/>
              <a:ext cx="450" cy="9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5" name="anchor"/>
            <p:cNvSpPr>
              <a:spLocks noGrp="1"/>
            </p:cNvSpPr>
            <p:nvPr/>
          </p:nvSpPr>
          <p:spPr>
            <a:xfrm>
              <a:off x="8355" y="80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6" name="anchor"/>
            <p:cNvSpPr>
              <a:spLocks noGrp="1"/>
            </p:cNvSpPr>
            <p:nvPr/>
          </p:nvSpPr>
          <p:spPr>
            <a:xfrm>
              <a:off x="8835" y="80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8" name="直接箭头连接符 987"/>
            <p:cNvCxnSpPr>
              <a:stCxn id="335" idx="6"/>
              <a:endCxn id="336" idx="2"/>
            </p:cNvCxnSpPr>
            <p:nvPr/>
          </p:nvCxnSpPr>
          <p:spPr>
            <a:xfrm flipV="1">
              <a:off x="8385" y="8040"/>
              <a:ext cx="450" cy="45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38" name="anchor"/>
            <p:cNvSpPr>
              <a:spLocks noGrp="1"/>
            </p:cNvSpPr>
            <p:nvPr/>
          </p:nvSpPr>
          <p:spPr>
            <a:xfrm>
              <a:off x="883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9" name="anchor"/>
            <p:cNvSpPr>
              <a:spLocks noGrp="1"/>
            </p:cNvSpPr>
            <p:nvPr/>
          </p:nvSpPr>
          <p:spPr>
            <a:xfrm>
              <a:off x="931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1" name="直接箭头连接符 990"/>
            <p:cNvCxnSpPr>
              <a:stCxn id="338" idx="6"/>
              <a:endCxn id="339" idx="2"/>
            </p:cNvCxnSpPr>
            <p:nvPr/>
          </p:nvCxnSpPr>
          <p:spPr>
            <a:xfrm>
              <a:off x="8865" y="7200"/>
              <a:ext cx="450" cy="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41" name="anchor"/>
            <p:cNvSpPr>
              <a:spLocks noGrp="1"/>
            </p:cNvSpPr>
            <p:nvPr/>
          </p:nvSpPr>
          <p:spPr>
            <a:xfrm>
              <a:off x="8835" y="80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2" name="anchor"/>
            <p:cNvSpPr>
              <a:spLocks noGrp="1"/>
            </p:cNvSpPr>
            <p:nvPr/>
          </p:nvSpPr>
          <p:spPr>
            <a:xfrm>
              <a:off x="9315" y="79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4" name="直接箭头连接符 993"/>
            <p:cNvCxnSpPr>
              <a:stCxn id="341" idx="6"/>
              <a:endCxn id="342" idx="2"/>
            </p:cNvCxnSpPr>
            <p:nvPr/>
          </p:nvCxnSpPr>
          <p:spPr>
            <a:xfrm flipV="1">
              <a:off x="8865" y="7950"/>
              <a:ext cx="450" cy="90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4" name="anchor"/>
            <p:cNvSpPr>
              <a:spLocks noGrp="1"/>
            </p:cNvSpPr>
            <p:nvPr/>
          </p:nvSpPr>
          <p:spPr>
            <a:xfrm>
              <a:off x="931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5" name="anchor"/>
            <p:cNvSpPr>
              <a:spLocks noGrp="1"/>
            </p:cNvSpPr>
            <p:nvPr/>
          </p:nvSpPr>
          <p:spPr>
            <a:xfrm>
              <a:off x="9825" y="70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7" name="anchor"/>
            <p:cNvSpPr>
              <a:spLocks noGrp="1"/>
            </p:cNvSpPr>
            <p:nvPr/>
          </p:nvSpPr>
          <p:spPr>
            <a:xfrm>
              <a:off x="9315" y="79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8" name="anchor"/>
            <p:cNvSpPr>
              <a:spLocks noGrp="1"/>
            </p:cNvSpPr>
            <p:nvPr/>
          </p:nvSpPr>
          <p:spPr>
            <a:xfrm>
              <a:off x="9825" y="77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0" name="anchor"/>
            <p:cNvSpPr>
              <a:spLocks noGrp="1"/>
            </p:cNvSpPr>
            <p:nvPr/>
          </p:nvSpPr>
          <p:spPr>
            <a:xfrm>
              <a:off x="9825" y="70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1" name="anchor"/>
            <p:cNvSpPr>
              <a:spLocks noGrp="1"/>
            </p:cNvSpPr>
            <p:nvPr/>
          </p:nvSpPr>
          <p:spPr>
            <a:xfrm>
              <a:off x="10305" y="71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3" name="直接箭头连接符 1002"/>
            <p:cNvCxnSpPr>
              <a:stCxn id="350" idx="6"/>
              <a:endCxn id="351" idx="2"/>
            </p:cNvCxnSpPr>
            <p:nvPr/>
          </p:nvCxnSpPr>
          <p:spPr>
            <a:xfrm>
              <a:off x="9855" y="7110"/>
              <a:ext cx="450" cy="9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53" name="anchor"/>
            <p:cNvSpPr>
              <a:spLocks noGrp="1"/>
            </p:cNvSpPr>
            <p:nvPr/>
          </p:nvSpPr>
          <p:spPr>
            <a:xfrm>
              <a:off x="9825" y="77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4" name="anchor"/>
            <p:cNvSpPr>
              <a:spLocks noGrp="1"/>
            </p:cNvSpPr>
            <p:nvPr/>
          </p:nvSpPr>
          <p:spPr>
            <a:xfrm>
              <a:off x="10305" y="76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6" name="直接箭头连接符 1005"/>
            <p:cNvCxnSpPr>
              <a:stCxn id="353" idx="6"/>
              <a:endCxn id="354" idx="2"/>
            </p:cNvCxnSpPr>
            <p:nvPr/>
          </p:nvCxnSpPr>
          <p:spPr>
            <a:xfrm flipV="1">
              <a:off x="9855" y="7710"/>
              <a:ext cx="450" cy="90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56" name="teacher-point"/>
            <p:cNvSpPr>
              <a:spLocks noGrp="1"/>
            </p:cNvSpPr>
            <p:nvPr/>
          </p:nvSpPr>
          <p:spPr>
            <a:xfrm>
              <a:off x="7830" y="729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7" name="student-point"/>
            <p:cNvSpPr>
              <a:spLocks noGrp="1"/>
            </p:cNvSpPr>
            <p:nvPr/>
          </p:nvSpPr>
          <p:spPr>
            <a:xfrm>
              <a:off x="7830" y="795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8" name="anchor"/>
            <p:cNvSpPr>
              <a:spLocks noGrp="1"/>
            </p:cNvSpPr>
            <p:nvPr/>
          </p:nvSpPr>
          <p:spPr>
            <a:xfrm>
              <a:off x="7875" y="73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9" name="anchor"/>
            <p:cNvSpPr>
              <a:spLocks noGrp="1"/>
            </p:cNvSpPr>
            <p:nvPr/>
          </p:nvSpPr>
          <p:spPr>
            <a:xfrm>
              <a:off x="7875" y="79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1" name="teacher-point"/>
            <p:cNvSpPr>
              <a:spLocks noGrp="1"/>
            </p:cNvSpPr>
            <p:nvPr/>
          </p:nvSpPr>
          <p:spPr>
            <a:xfrm>
              <a:off x="8310" y="723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2" name="student-point"/>
            <p:cNvSpPr>
              <a:spLocks noGrp="1"/>
            </p:cNvSpPr>
            <p:nvPr/>
          </p:nvSpPr>
          <p:spPr>
            <a:xfrm>
              <a:off x="8310" y="8025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3" name="anchor"/>
            <p:cNvSpPr>
              <a:spLocks noGrp="1"/>
            </p:cNvSpPr>
            <p:nvPr/>
          </p:nvSpPr>
          <p:spPr>
            <a:xfrm>
              <a:off x="8355" y="73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4" name="anchor"/>
            <p:cNvSpPr>
              <a:spLocks noGrp="1"/>
            </p:cNvSpPr>
            <p:nvPr/>
          </p:nvSpPr>
          <p:spPr>
            <a:xfrm>
              <a:off x="8355" y="80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6" name="teacher-point"/>
            <p:cNvSpPr>
              <a:spLocks noGrp="1"/>
            </p:cNvSpPr>
            <p:nvPr/>
          </p:nvSpPr>
          <p:spPr>
            <a:xfrm>
              <a:off x="8790" y="714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7" name="student-point"/>
            <p:cNvSpPr>
              <a:spLocks noGrp="1"/>
            </p:cNvSpPr>
            <p:nvPr/>
          </p:nvSpPr>
          <p:spPr>
            <a:xfrm>
              <a:off x="8790" y="798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8" name="anchor"/>
            <p:cNvSpPr>
              <a:spLocks noGrp="1"/>
            </p:cNvSpPr>
            <p:nvPr/>
          </p:nvSpPr>
          <p:spPr>
            <a:xfrm>
              <a:off x="8835" y="72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9" name="anchor"/>
            <p:cNvSpPr>
              <a:spLocks noGrp="1"/>
            </p:cNvSpPr>
            <p:nvPr/>
          </p:nvSpPr>
          <p:spPr>
            <a:xfrm>
              <a:off x="8835" y="796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1" name="teacher-point"/>
            <p:cNvSpPr>
              <a:spLocks noGrp="1"/>
            </p:cNvSpPr>
            <p:nvPr/>
          </p:nvSpPr>
          <p:spPr>
            <a:xfrm>
              <a:off x="9270" y="714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2" name="student-point"/>
            <p:cNvSpPr>
              <a:spLocks noGrp="1"/>
            </p:cNvSpPr>
            <p:nvPr/>
          </p:nvSpPr>
          <p:spPr>
            <a:xfrm>
              <a:off x="9270" y="789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3" name="anchor"/>
            <p:cNvSpPr>
              <a:spLocks noGrp="1"/>
            </p:cNvSpPr>
            <p:nvPr/>
          </p:nvSpPr>
          <p:spPr>
            <a:xfrm>
              <a:off x="9315" y="72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4" name="anchor"/>
            <p:cNvSpPr>
              <a:spLocks noGrp="1"/>
            </p:cNvSpPr>
            <p:nvPr/>
          </p:nvSpPr>
          <p:spPr>
            <a:xfrm>
              <a:off x="9315" y="78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6" name="teacher-point"/>
            <p:cNvSpPr>
              <a:spLocks noGrp="1"/>
            </p:cNvSpPr>
            <p:nvPr/>
          </p:nvSpPr>
          <p:spPr>
            <a:xfrm>
              <a:off x="9780" y="705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7" name="student-point"/>
            <p:cNvSpPr>
              <a:spLocks noGrp="1"/>
            </p:cNvSpPr>
            <p:nvPr/>
          </p:nvSpPr>
          <p:spPr>
            <a:xfrm>
              <a:off x="9780" y="774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8" name="anchor"/>
            <p:cNvSpPr>
              <a:spLocks noGrp="1"/>
            </p:cNvSpPr>
            <p:nvPr/>
          </p:nvSpPr>
          <p:spPr>
            <a:xfrm>
              <a:off x="9825" y="71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9" name="anchor"/>
            <p:cNvSpPr>
              <a:spLocks noGrp="1"/>
            </p:cNvSpPr>
            <p:nvPr/>
          </p:nvSpPr>
          <p:spPr>
            <a:xfrm>
              <a:off x="9825" y="77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1" name="teacher-point"/>
            <p:cNvSpPr>
              <a:spLocks noGrp="1"/>
            </p:cNvSpPr>
            <p:nvPr/>
          </p:nvSpPr>
          <p:spPr>
            <a:xfrm>
              <a:off x="10260" y="7140"/>
              <a:ext cx="120" cy="120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2" name="student-point"/>
            <p:cNvSpPr>
              <a:spLocks noGrp="1"/>
            </p:cNvSpPr>
            <p:nvPr/>
          </p:nvSpPr>
          <p:spPr>
            <a:xfrm>
              <a:off x="10260" y="7650"/>
              <a:ext cx="120" cy="120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3" name="anchor"/>
            <p:cNvSpPr>
              <a:spLocks noGrp="1"/>
            </p:cNvSpPr>
            <p:nvPr/>
          </p:nvSpPr>
          <p:spPr>
            <a:xfrm>
              <a:off x="10305" y="72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4" name="anchor"/>
            <p:cNvSpPr>
              <a:spLocks noGrp="1"/>
            </p:cNvSpPr>
            <p:nvPr/>
          </p:nvSpPr>
          <p:spPr>
            <a:xfrm>
              <a:off x="10305" y="76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5" name="anchor"/>
            <p:cNvSpPr>
              <a:spLocks noGrp="1"/>
            </p:cNvSpPr>
            <p:nvPr/>
          </p:nvSpPr>
          <p:spPr>
            <a:xfrm>
              <a:off x="10440" y="738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46" name="time-axis"/>
          <p:cNvSpPr>
            <a:spLocks noGrp="1"/>
          </p:cNvSpPr>
          <p:nvPr/>
        </p:nvSpPr>
        <p:spPr>
          <a:xfrm>
            <a:off x="5787390" y="4830445"/>
            <a:ext cx="451485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time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315" name="xlab"/>
          <p:cNvSpPr>
            <a:spLocks noGrp="1"/>
          </p:cNvSpPr>
          <p:nvPr/>
        </p:nvSpPr>
        <p:spPr>
          <a:xfrm>
            <a:off x="3063240" y="4984115"/>
            <a:ext cx="238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39" name="anchor"/>
          <p:cNvSpPr>
            <a:spLocks noGrp="1"/>
          </p:cNvSpPr>
          <p:nvPr/>
        </p:nvSpPr>
        <p:spPr>
          <a:xfrm>
            <a:off x="1443990" y="38176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0" name="anchor"/>
          <p:cNvSpPr>
            <a:spLocks noGrp="1"/>
          </p:cNvSpPr>
          <p:nvPr/>
        </p:nvSpPr>
        <p:spPr>
          <a:xfrm>
            <a:off x="1443990" y="500824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2" name="anchor"/>
          <p:cNvSpPr>
            <a:spLocks noGrp="1"/>
          </p:cNvSpPr>
          <p:nvPr/>
        </p:nvSpPr>
        <p:spPr>
          <a:xfrm>
            <a:off x="1443990" y="500824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3" name="anchor"/>
          <p:cNvSpPr>
            <a:spLocks noGrp="1"/>
          </p:cNvSpPr>
          <p:nvPr/>
        </p:nvSpPr>
        <p:spPr>
          <a:xfrm>
            <a:off x="2910840" y="500824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5" name="feature-space"/>
          <p:cNvSpPr>
            <a:spLocks noGrp="1"/>
          </p:cNvSpPr>
          <p:nvPr/>
        </p:nvSpPr>
        <p:spPr>
          <a:xfrm>
            <a:off x="1304925" y="337375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feature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space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50" name="anchor"/>
          <p:cNvSpPr>
            <a:spLocks noGrp="1"/>
          </p:cNvSpPr>
          <p:nvPr/>
        </p:nvSpPr>
        <p:spPr>
          <a:xfrm>
            <a:off x="1634490" y="48272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1" name="anchor"/>
          <p:cNvSpPr>
            <a:spLocks noGrp="1"/>
          </p:cNvSpPr>
          <p:nvPr/>
        </p:nvSpPr>
        <p:spPr>
          <a:xfrm>
            <a:off x="1939290" y="45796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6" name="anchor"/>
          <p:cNvSpPr>
            <a:spLocks noGrp="1"/>
          </p:cNvSpPr>
          <p:nvPr/>
        </p:nvSpPr>
        <p:spPr>
          <a:xfrm>
            <a:off x="1939290" y="45796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7" name="anchor"/>
          <p:cNvSpPr>
            <a:spLocks noGrp="1"/>
          </p:cNvSpPr>
          <p:nvPr/>
        </p:nvSpPr>
        <p:spPr>
          <a:xfrm>
            <a:off x="2244090" y="45605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2" name="anchor"/>
          <p:cNvSpPr>
            <a:spLocks noGrp="1"/>
          </p:cNvSpPr>
          <p:nvPr/>
        </p:nvSpPr>
        <p:spPr>
          <a:xfrm>
            <a:off x="2244090" y="45605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3" name="anchor"/>
          <p:cNvSpPr>
            <a:spLocks noGrp="1"/>
          </p:cNvSpPr>
          <p:nvPr/>
        </p:nvSpPr>
        <p:spPr>
          <a:xfrm>
            <a:off x="2548890" y="47129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8" name="anchor"/>
          <p:cNvSpPr>
            <a:spLocks noGrp="1"/>
          </p:cNvSpPr>
          <p:nvPr/>
        </p:nvSpPr>
        <p:spPr>
          <a:xfrm>
            <a:off x="2548890" y="47129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9" name="anchor"/>
          <p:cNvSpPr>
            <a:spLocks noGrp="1"/>
          </p:cNvSpPr>
          <p:nvPr/>
        </p:nvSpPr>
        <p:spPr>
          <a:xfrm>
            <a:off x="2872740" y="47510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4" name="anchor"/>
          <p:cNvSpPr>
            <a:spLocks noGrp="1"/>
          </p:cNvSpPr>
          <p:nvPr/>
        </p:nvSpPr>
        <p:spPr>
          <a:xfrm>
            <a:off x="2872740" y="47510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5" name="anchor"/>
          <p:cNvSpPr>
            <a:spLocks noGrp="1"/>
          </p:cNvSpPr>
          <p:nvPr/>
        </p:nvSpPr>
        <p:spPr>
          <a:xfrm>
            <a:off x="3177540" y="47605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8" name="student-point"/>
          <p:cNvSpPr>
            <a:spLocks noGrp="1"/>
          </p:cNvSpPr>
          <p:nvPr/>
        </p:nvSpPr>
        <p:spPr>
          <a:xfrm>
            <a:off x="1605915" y="47986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0" name="anchor"/>
          <p:cNvSpPr>
            <a:spLocks noGrp="1"/>
          </p:cNvSpPr>
          <p:nvPr/>
        </p:nvSpPr>
        <p:spPr>
          <a:xfrm>
            <a:off x="1663065" y="47891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3" name="student-point"/>
          <p:cNvSpPr>
            <a:spLocks noGrp="1"/>
          </p:cNvSpPr>
          <p:nvPr/>
        </p:nvSpPr>
        <p:spPr>
          <a:xfrm>
            <a:off x="1910715" y="455104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5" name="anchor"/>
          <p:cNvSpPr>
            <a:spLocks noGrp="1"/>
          </p:cNvSpPr>
          <p:nvPr/>
        </p:nvSpPr>
        <p:spPr>
          <a:xfrm>
            <a:off x="1939290" y="45415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8" name="student-point"/>
          <p:cNvSpPr>
            <a:spLocks noGrp="1"/>
          </p:cNvSpPr>
          <p:nvPr/>
        </p:nvSpPr>
        <p:spPr>
          <a:xfrm>
            <a:off x="2215515" y="45319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0" name="anchor"/>
          <p:cNvSpPr>
            <a:spLocks noGrp="1"/>
          </p:cNvSpPr>
          <p:nvPr/>
        </p:nvSpPr>
        <p:spPr>
          <a:xfrm>
            <a:off x="2244090" y="45224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3" name="student-point"/>
          <p:cNvSpPr>
            <a:spLocks noGrp="1"/>
          </p:cNvSpPr>
          <p:nvPr/>
        </p:nvSpPr>
        <p:spPr>
          <a:xfrm>
            <a:off x="2520315" y="46843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5" name="anchor"/>
          <p:cNvSpPr>
            <a:spLocks noGrp="1"/>
          </p:cNvSpPr>
          <p:nvPr/>
        </p:nvSpPr>
        <p:spPr>
          <a:xfrm>
            <a:off x="2548890" y="46748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8" name="student-point"/>
          <p:cNvSpPr>
            <a:spLocks noGrp="1"/>
          </p:cNvSpPr>
          <p:nvPr/>
        </p:nvSpPr>
        <p:spPr>
          <a:xfrm>
            <a:off x="2844165" y="4722495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0" name="anchor"/>
          <p:cNvSpPr>
            <a:spLocks noGrp="1"/>
          </p:cNvSpPr>
          <p:nvPr/>
        </p:nvSpPr>
        <p:spPr>
          <a:xfrm>
            <a:off x="2872740" y="47129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3" name="student-point"/>
          <p:cNvSpPr>
            <a:spLocks noGrp="1"/>
          </p:cNvSpPr>
          <p:nvPr/>
        </p:nvSpPr>
        <p:spPr>
          <a:xfrm>
            <a:off x="3148965" y="4732020"/>
            <a:ext cx="76200" cy="7620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5" name="anchor"/>
          <p:cNvSpPr>
            <a:spLocks noGrp="1"/>
          </p:cNvSpPr>
          <p:nvPr/>
        </p:nvSpPr>
        <p:spPr>
          <a:xfrm>
            <a:off x="3177540" y="47224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12" name="xlab"/>
          <p:cNvSpPr>
            <a:spLocks noGrp="1"/>
          </p:cNvSpPr>
          <p:nvPr/>
        </p:nvSpPr>
        <p:spPr>
          <a:xfrm>
            <a:off x="1851025" y="4965700"/>
            <a:ext cx="238125" cy="15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313" name="xlab"/>
          <p:cNvSpPr>
            <a:spLocks noGrp="1"/>
          </p:cNvSpPr>
          <p:nvPr/>
        </p:nvSpPr>
        <p:spPr>
          <a:xfrm>
            <a:off x="2075815" y="4962525"/>
            <a:ext cx="40195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t+1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cxnSp>
        <p:nvCxnSpPr>
          <p:cNvPr id="117" name="直接箭头连接符 116"/>
          <p:cNvCxnSpPr/>
          <p:nvPr/>
        </p:nvCxnSpPr>
        <p:spPr>
          <a:xfrm flipV="1">
            <a:off x="1510030" y="4930140"/>
            <a:ext cx="18713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H="1" flipV="1">
            <a:off x="1504950" y="3655060"/>
            <a:ext cx="5715" cy="1275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2560320" y="5053330"/>
            <a:ext cx="327660" cy="17780"/>
            <a:chOff x="3108" y="8012"/>
            <a:chExt cx="516" cy="28"/>
          </a:xfrm>
        </p:grpSpPr>
        <p:sp>
          <p:nvSpPr>
            <p:cNvPr id="13" name="椭圆 12"/>
            <p:cNvSpPr/>
            <p:nvPr/>
          </p:nvSpPr>
          <p:spPr>
            <a:xfrm>
              <a:off x="3108" y="8012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365" y="8012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596" y="8012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</p:grpSp>
      <p:sp>
        <p:nvSpPr>
          <p:cNvPr id="23" name="xlab"/>
          <p:cNvSpPr>
            <a:spLocks noGrp="1"/>
          </p:cNvSpPr>
          <p:nvPr/>
        </p:nvSpPr>
        <p:spPr>
          <a:xfrm>
            <a:off x="5570855" y="4998085"/>
            <a:ext cx="238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4" name="feature-space"/>
          <p:cNvSpPr>
            <a:spLocks noGrp="1"/>
          </p:cNvSpPr>
          <p:nvPr/>
        </p:nvSpPr>
        <p:spPr>
          <a:xfrm>
            <a:off x="3800475" y="330073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feature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6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space</a:t>
            </a:r>
            <a:endParaRPr kumimoji="0" sz="67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xlab"/>
          <p:cNvSpPr>
            <a:spLocks noGrp="1"/>
          </p:cNvSpPr>
          <p:nvPr/>
        </p:nvSpPr>
        <p:spPr>
          <a:xfrm>
            <a:off x="840105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1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6" name="xlab"/>
          <p:cNvSpPr>
            <a:spLocks noGrp="1"/>
          </p:cNvSpPr>
          <p:nvPr/>
        </p:nvSpPr>
        <p:spPr>
          <a:xfrm>
            <a:off x="4259580" y="4989830"/>
            <a:ext cx="383540" cy="15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t+1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8" name="xlab"/>
          <p:cNvSpPr>
            <a:spLocks noGrp="1"/>
          </p:cNvSpPr>
          <p:nvPr/>
        </p:nvSpPr>
        <p:spPr>
          <a:xfrm>
            <a:off x="4542155" y="4998085"/>
            <a:ext cx="42100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t+2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4017645" y="4944110"/>
            <a:ext cx="1769745" cy="5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4018280" y="3586480"/>
            <a:ext cx="0" cy="1357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4988560" y="510921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5151755" y="510921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298440" y="510921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2516505" y="5233670"/>
            <a:ext cx="1270" cy="42227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4841240" y="5317490"/>
            <a:ext cx="4445" cy="33845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组合 133"/>
          <p:cNvGrpSpPr/>
          <p:nvPr/>
        </p:nvGrpSpPr>
        <p:grpSpPr>
          <a:xfrm>
            <a:off x="2310765" y="5643245"/>
            <a:ext cx="2756535" cy="368300"/>
            <a:chOff x="2869565" y="5776525"/>
            <a:chExt cx="2756662" cy="36848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文本框 117"/>
                <p:cNvSpPr txBox="1"/>
                <p:nvPr/>
              </p:nvSpPr>
              <p:spPr>
                <a:xfrm>
                  <a:off x="2869565" y="5776525"/>
                  <a:ext cx="424053" cy="3684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18" name="文本框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565" y="5776525"/>
                  <a:ext cx="424053" cy="368485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文本框 120"/>
                <p:cNvSpPr txBox="1"/>
                <p:nvPr/>
              </p:nvSpPr>
              <p:spPr>
                <a:xfrm>
                  <a:off x="5202174" y="5776525"/>
                  <a:ext cx="424053" cy="3684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21" name="文本框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2174" y="5776525"/>
                  <a:ext cx="424053" cy="368485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矩形: 圆角 121"/>
            <p:cNvSpPr/>
            <p:nvPr/>
          </p:nvSpPr>
          <p:spPr>
            <a:xfrm>
              <a:off x="3815842" y="5779770"/>
              <a:ext cx="980063" cy="27051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Eq.(14)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cxnSp>
          <p:nvCxnSpPr>
            <p:cNvPr id="127" name="直接箭头连接符 126"/>
            <p:cNvCxnSpPr>
              <a:stCxn id="118" idx="3"/>
              <a:endCxn id="122" idx="1"/>
            </p:cNvCxnSpPr>
            <p:nvPr/>
          </p:nvCxnSpPr>
          <p:spPr>
            <a:xfrm flipV="1">
              <a:off x="3293618" y="5915025"/>
              <a:ext cx="521994" cy="0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/>
            <p:cNvCxnSpPr>
              <a:stCxn id="121" idx="1"/>
              <a:endCxn id="122" idx="3"/>
            </p:cNvCxnSpPr>
            <p:nvPr/>
          </p:nvCxnSpPr>
          <p:spPr>
            <a:xfrm flipH="1" flipV="1">
              <a:off x="4795755" y="5915025"/>
              <a:ext cx="406419" cy="0"/>
            </a:xfrm>
            <a:prstGeom prst="straightConnector1">
              <a:avLst/>
            </a:prstGeom>
            <a:ln w="10795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直接箭头连接符 134"/>
          <p:cNvCxnSpPr/>
          <p:nvPr/>
        </p:nvCxnSpPr>
        <p:spPr>
          <a:xfrm>
            <a:off x="3750310" y="5922010"/>
            <a:ext cx="0" cy="17970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1514475" y="136080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6479540" y="4203065"/>
            <a:ext cx="680085" cy="69405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Eq.(15)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47" name="连接符: 肘形 46"/>
          <p:cNvCxnSpPr/>
          <p:nvPr/>
        </p:nvCxnSpPr>
        <p:spPr>
          <a:xfrm rot="5400000" flipV="1">
            <a:off x="7512368" y="1937703"/>
            <a:ext cx="259080" cy="0"/>
          </a:xfrm>
          <a:prstGeom prst="bentConnector3">
            <a:avLst>
              <a:gd name="adj1" fmla="val 50245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cxnSp>
        <p:nvCxnSpPr>
          <p:cNvPr id="60" name="直接连接符 59"/>
          <p:cNvCxnSpPr/>
          <p:nvPr/>
        </p:nvCxnSpPr>
        <p:spPr>
          <a:xfrm>
            <a:off x="3499372" y="118110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273925" y="2619375"/>
            <a:ext cx="923290" cy="229235"/>
            <a:chOff x="12258" y="1732"/>
            <a:chExt cx="1454" cy="361"/>
          </a:xfrm>
        </p:grpSpPr>
        <p:sp>
          <p:nvSpPr>
            <p:cNvPr id="210" name="bar-1"/>
            <p:cNvSpPr>
              <a:spLocks noGrp="1"/>
            </p:cNvSpPr>
            <p:nvPr/>
          </p:nvSpPr>
          <p:spPr>
            <a:xfrm>
              <a:off x="12258" y="1755"/>
              <a:ext cx="135" cy="338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1" name="bar-2"/>
            <p:cNvSpPr>
              <a:spLocks noGrp="1"/>
            </p:cNvSpPr>
            <p:nvPr/>
          </p:nvSpPr>
          <p:spPr>
            <a:xfrm>
              <a:off x="12588" y="1777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2" name="bar-3"/>
            <p:cNvSpPr>
              <a:spLocks noGrp="1"/>
            </p:cNvSpPr>
            <p:nvPr/>
          </p:nvSpPr>
          <p:spPr>
            <a:xfrm>
              <a:off x="12918" y="1732"/>
              <a:ext cx="135" cy="360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3" name="bar-4"/>
            <p:cNvSpPr>
              <a:spLocks noGrp="1"/>
            </p:cNvSpPr>
            <p:nvPr/>
          </p:nvSpPr>
          <p:spPr>
            <a:xfrm>
              <a:off x="13248" y="1768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4" name="bar-5"/>
            <p:cNvSpPr>
              <a:spLocks noGrp="1"/>
            </p:cNvSpPr>
            <p:nvPr/>
          </p:nvSpPr>
          <p:spPr>
            <a:xfrm>
              <a:off x="13578" y="1786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9" name="矩形: 圆角 14"/>
          <p:cNvSpPr/>
          <p:nvPr/>
        </p:nvSpPr>
        <p:spPr>
          <a:xfrm>
            <a:off x="6839585" y="2061210"/>
            <a:ext cx="1478280" cy="2705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Broadcast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427855" y="9439910"/>
            <a:ext cx="2175510" cy="209550"/>
            <a:chOff x="18705" y="10200"/>
            <a:chExt cx="3426" cy="330"/>
          </a:xfrm>
        </p:grpSpPr>
        <p:sp>
          <p:nvSpPr>
            <p:cNvPr id="81" name="leg2"/>
            <p:cNvSpPr>
              <a:spLocks noGrp="1"/>
            </p:cNvSpPr>
            <p:nvPr/>
          </p:nvSpPr>
          <p:spPr>
            <a:xfrm>
              <a:off x="19490" y="10200"/>
              <a:ext cx="2641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Smooth L1 Loss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>
            <a:xfrm>
              <a:off x="18705" y="10365"/>
              <a:ext cx="690" cy="0"/>
            </a:xfrm>
            <a:prstGeom prst="straightConnector1">
              <a:avLst/>
            </a:prstGeom>
            <a:ln w="18098">
              <a:solidFill>
                <a:srgbClr val="FF6A00"/>
              </a:solidFill>
              <a:prstDash val="dash"/>
              <a:headEnd type="triangle"/>
              <a:tailEnd type="triangle" w="med" len="med"/>
            </a:ln>
          </p:spPr>
        </p:cxnSp>
      </p:grpSp>
      <p:cxnSp>
        <p:nvCxnSpPr>
          <p:cNvPr id="89" name="直接连接符 88"/>
          <p:cNvCxnSpPr/>
          <p:nvPr/>
        </p:nvCxnSpPr>
        <p:spPr>
          <a:xfrm flipV="1">
            <a:off x="3064397" y="725551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blipFill rotWithShape="1">
                <a:blip r:embed="rId23"/>
                <a:stretch>
                  <a:fillRect l="-59" t="-157" r="59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肘形连接符 92"/>
          <p:cNvCxnSpPr>
            <a:stCxn id="210" idx="1"/>
          </p:cNvCxnSpPr>
          <p:nvPr/>
        </p:nvCxnSpPr>
        <p:spPr>
          <a:xfrm rot="10800000" flipV="1">
            <a:off x="6802755" y="2740660"/>
            <a:ext cx="470535" cy="1452245"/>
          </a:xfrm>
          <a:prstGeom prst="bentConnector2">
            <a:avLst/>
          </a:prstGeom>
          <a:ln>
            <a:solidFill>
              <a:srgbClr val="2F73E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kumimoji="0" lang="en-US" altLang="zh-CN" sz="975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blipFill rotWithShape="1">
                <a:blip r:embed="rId24"/>
                <a:stretch>
                  <a:fillRect t="-5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MemKD note"/>
          <p:cNvSpPr>
            <a:spLocks noGrp="1"/>
          </p:cNvSpPr>
          <p:nvPr/>
        </p:nvSpPr>
        <p:spPr>
          <a:xfrm>
            <a:off x="6959600" y="3038474"/>
            <a:ext cx="2880000" cy="1021461"/>
          </a:xfrm>
          <a:prstGeom prst="roundRect">
            <a:avLst>
              <a:gd name="adj" fmla="val 13793"/>
            </a:avLst>
          </a:prstGeom>
          <a:solidFill>
            <a:schemeClr val="accent5">
              <a:lumMod val="20000"/>
              <a:lumOff val="80000"/>
            </a:schemeClr>
          </a:solidFill>
          <a:ln w="13335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99" name="连接符: 肘形 1286"/>
          <p:cNvCxnSpPr/>
          <p:nvPr/>
        </p:nvCxnSpPr>
        <p:spPr>
          <a:xfrm rot="16200000" flipV="1">
            <a:off x="9421350" y="41403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80" name="组合 79"/>
          <p:cNvGrpSpPr/>
          <p:nvPr/>
        </p:nvGrpSpPr>
        <p:grpSpPr>
          <a:xfrm>
            <a:off x="7067550" y="3644538"/>
            <a:ext cx="757451" cy="678633"/>
            <a:chOff x="7416269" y="3603807"/>
            <a:chExt cx="757451" cy="678633"/>
          </a:xfrm>
        </p:grpSpPr>
        <p:cxnSp>
          <p:nvCxnSpPr>
            <p:cNvPr id="98" name="连接符: 肘形 1286"/>
            <p:cNvCxnSpPr>
              <a:endCxn id="100" idx="2"/>
            </p:cNvCxnSpPr>
            <p:nvPr/>
          </p:nvCxnSpPr>
          <p:spPr>
            <a:xfrm rot="16200000" flipV="1">
              <a:off x="7658812" y="4146255"/>
              <a:ext cx="272368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本框 99"/>
                <p:cNvSpPr txBox="1"/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𝒔𝒆𝒒</m:t>
                            </m:r>
                          </m:sup>
                        </m:sSubSup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>
            <p:sp>
              <p:nvSpPr>
                <p:cNvPr id="100" name="文本框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𝒇𝒊𝒏𝒂𝒍</m:t>
                          </m:r>
                        </m:sup>
                      </m:sSubSup>
                    </m:oMath>
                  </m:oMathPara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blipFill rotWithShape="1">
                <a:blip r:embed="rId26"/>
                <a:stretch>
                  <a:fillRect t="-4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矩形: 圆角 89"/>
          <p:cNvSpPr/>
          <p:nvPr/>
        </p:nvSpPr>
        <p:spPr>
          <a:xfrm>
            <a:off x="7898005" y="3608205"/>
            <a:ext cx="980018" cy="27037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Eq.(18)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92" name="连接符: 肘形 1286"/>
          <p:cNvCxnSpPr/>
          <p:nvPr/>
        </p:nvCxnSpPr>
        <p:spPr>
          <a:xfrm rot="16200000" flipV="1">
            <a:off x="8225010" y="34545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/>
              <p:cNvSpPr txBox="1"/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blipFill rotWithShape="1">
                <a:blip r:embed="rId27"/>
                <a:stretch>
                  <a:fillRect l="-9" t="-101" r="9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连接符: 肘形 1286"/>
          <p:cNvCxnSpPr/>
          <p:nvPr/>
        </p:nvCxnSpPr>
        <p:spPr>
          <a:xfrm rot="10800000" flipV="1">
            <a:off x="8878592" y="373648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cxnSp>
        <p:nvCxnSpPr>
          <p:cNvPr id="107" name="连接符: 肘形 1286"/>
          <p:cNvCxnSpPr/>
          <p:nvPr/>
        </p:nvCxnSpPr>
        <p:spPr>
          <a:xfrm rot="10800000" flipH="1" flipV="1">
            <a:off x="7658100" y="375172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46" name="组合 45"/>
          <p:cNvGrpSpPr/>
          <p:nvPr/>
        </p:nvGrpSpPr>
        <p:grpSpPr>
          <a:xfrm>
            <a:off x="7397750" y="4398010"/>
            <a:ext cx="714375" cy="1414145"/>
            <a:chOff x="11650" y="6926"/>
            <a:chExt cx="1125" cy="2227"/>
          </a:xfrm>
        </p:grpSpPr>
        <p:sp>
          <p:nvSpPr>
            <p:cNvPr id="478" name="bar-0"/>
            <p:cNvSpPr>
              <a:spLocks noGrp="1"/>
            </p:cNvSpPr>
            <p:nvPr/>
          </p:nvSpPr>
          <p:spPr>
            <a:xfrm>
              <a:off x="11650" y="6926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79" name="bar-1"/>
            <p:cNvSpPr>
              <a:spLocks noGrp="1"/>
            </p:cNvSpPr>
            <p:nvPr/>
          </p:nvSpPr>
          <p:spPr>
            <a:xfrm>
              <a:off x="11965" y="6944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0" name="bar-2"/>
            <p:cNvSpPr>
              <a:spLocks noGrp="1"/>
            </p:cNvSpPr>
            <p:nvPr/>
          </p:nvSpPr>
          <p:spPr>
            <a:xfrm>
              <a:off x="12280" y="6935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1" name="bar-3"/>
            <p:cNvSpPr>
              <a:spLocks noGrp="1"/>
            </p:cNvSpPr>
            <p:nvPr/>
          </p:nvSpPr>
          <p:spPr>
            <a:xfrm>
              <a:off x="12595" y="6953"/>
              <a:ext cx="135" cy="297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7" name="anchor"/>
            <p:cNvSpPr>
              <a:spLocks noGrp="1"/>
            </p:cNvSpPr>
            <p:nvPr/>
          </p:nvSpPr>
          <p:spPr>
            <a:xfrm>
              <a:off x="12055" y="73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8" name="anchor"/>
            <p:cNvSpPr>
              <a:spLocks noGrp="1"/>
            </p:cNvSpPr>
            <p:nvPr/>
          </p:nvSpPr>
          <p:spPr>
            <a:xfrm>
              <a:off x="12055" y="78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0" name="直接箭头连接符 1139"/>
            <p:cNvCxnSpPr/>
            <p:nvPr/>
          </p:nvCxnSpPr>
          <p:spPr>
            <a:xfrm>
              <a:off x="12013" y="7400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490" name="anchor"/>
            <p:cNvSpPr>
              <a:spLocks noGrp="1"/>
            </p:cNvSpPr>
            <p:nvPr/>
          </p:nvSpPr>
          <p:spPr>
            <a:xfrm>
              <a:off x="12745" y="73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1" name="anchor"/>
            <p:cNvSpPr>
              <a:spLocks noGrp="1"/>
            </p:cNvSpPr>
            <p:nvPr/>
          </p:nvSpPr>
          <p:spPr>
            <a:xfrm>
              <a:off x="12745" y="78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3" name="直接箭头连接符 1142"/>
            <p:cNvCxnSpPr/>
            <p:nvPr/>
          </p:nvCxnSpPr>
          <p:spPr>
            <a:xfrm>
              <a:off x="12358" y="7400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501" name="bar-0"/>
            <p:cNvSpPr>
              <a:spLocks noGrp="1"/>
            </p:cNvSpPr>
            <p:nvPr/>
          </p:nvSpPr>
          <p:spPr>
            <a:xfrm>
              <a:off x="11650" y="8788"/>
              <a:ext cx="135" cy="338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2" name="bar-1"/>
            <p:cNvSpPr>
              <a:spLocks noGrp="1"/>
            </p:cNvSpPr>
            <p:nvPr/>
          </p:nvSpPr>
          <p:spPr>
            <a:xfrm>
              <a:off x="11958" y="8743"/>
              <a:ext cx="135" cy="383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3" name="bar-2"/>
            <p:cNvSpPr>
              <a:spLocks noGrp="1"/>
            </p:cNvSpPr>
            <p:nvPr/>
          </p:nvSpPr>
          <p:spPr>
            <a:xfrm>
              <a:off x="12280" y="8765"/>
              <a:ext cx="135" cy="360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 rot="0">
              <a:off x="11689" y="7400"/>
              <a:ext cx="1056" cy="1753"/>
              <a:chOff x="11919" y="7382"/>
              <a:chExt cx="1056" cy="1753"/>
            </a:xfrm>
          </p:grpSpPr>
          <p:sp>
            <p:nvSpPr>
              <p:cNvPr id="626" name="anchor"/>
              <p:cNvSpPr>
                <a:spLocks noGrp="1"/>
              </p:cNvSpPr>
              <p:nvPr/>
            </p:nvSpPr>
            <p:spPr>
              <a:xfrm>
                <a:off x="11919" y="7518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95" name="bar-2"/>
              <p:cNvSpPr>
                <a:spLocks noGrp="1"/>
              </p:cNvSpPr>
              <p:nvPr/>
            </p:nvSpPr>
            <p:spPr>
              <a:xfrm>
                <a:off x="12840" y="8775"/>
                <a:ext cx="135" cy="360"/>
              </a:xfrm>
              <a:prstGeom prst="rect">
                <a:avLst/>
              </a:prstGeom>
              <a:solidFill>
                <a:srgbClr val="55A83C"/>
              </a:solidFill>
              <a:ln w="9525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>
                <a:off x="12948" y="7382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headEnd type="triangle"/>
                <a:tailEnd type="triangle" w="med" len="med"/>
              </a:ln>
            </p:spPr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11949" y="7382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headEnd type="triangle"/>
                <a:tailEnd type="triangle" w="med" len="med"/>
              </a:ln>
            </p:spPr>
          </p:cxnSp>
        </p:grpSp>
      </p:grpSp>
      <p:sp>
        <p:nvSpPr>
          <p:cNvPr id="40" name="tr-top"/>
          <p:cNvSpPr>
            <a:spLocks noGrp="1"/>
          </p:cNvSpPr>
          <p:nvPr/>
        </p:nvSpPr>
        <p:spPr>
          <a:xfrm>
            <a:off x="425958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tr-top"/>
          <p:cNvSpPr>
            <a:spLocks noGrp="1"/>
          </p:cNvSpPr>
          <p:nvPr/>
        </p:nvSpPr>
        <p:spPr>
          <a:xfrm>
            <a:off x="461010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tr-top"/>
          <p:cNvSpPr>
            <a:spLocks noGrp="1"/>
          </p:cNvSpPr>
          <p:nvPr/>
        </p:nvSpPr>
        <p:spPr>
          <a:xfrm>
            <a:off x="512445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time-axis"/>
          <p:cNvSpPr>
            <a:spLocks noGrp="1"/>
          </p:cNvSpPr>
          <p:nvPr/>
        </p:nvSpPr>
        <p:spPr>
          <a:xfrm>
            <a:off x="3368040" y="4830445"/>
            <a:ext cx="451485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 b="0">
                <a:solidFill>
                  <a:srgbClr val="111111"/>
                </a:solidFill>
              </a:defRPr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time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247" name="anchor"/>
          <p:cNvSpPr>
            <a:spLocks noGrp="1"/>
          </p:cNvSpPr>
          <p:nvPr/>
        </p:nvSpPr>
        <p:spPr>
          <a:xfrm>
            <a:off x="1634490" y="41135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48" name="anchor"/>
          <p:cNvSpPr>
            <a:spLocks noGrp="1"/>
          </p:cNvSpPr>
          <p:nvPr/>
        </p:nvSpPr>
        <p:spPr>
          <a:xfrm>
            <a:off x="1939290" y="37896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3" name="anchor"/>
          <p:cNvSpPr>
            <a:spLocks noGrp="1"/>
          </p:cNvSpPr>
          <p:nvPr/>
        </p:nvSpPr>
        <p:spPr>
          <a:xfrm>
            <a:off x="1939290" y="37896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4" name="anchor"/>
          <p:cNvSpPr>
            <a:spLocks noGrp="1"/>
          </p:cNvSpPr>
          <p:nvPr/>
        </p:nvSpPr>
        <p:spPr>
          <a:xfrm>
            <a:off x="2244090" y="39611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59" name="anchor"/>
          <p:cNvSpPr>
            <a:spLocks noGrp="1"/>
          </p:cNvSpPr>
          <p:nvPr/>
        </p:nvSpPr>
        <p:spPr>
          <a:xfrm>
            <a:off x="2244090" y="39611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0" name="anchor"/>
          <p:cNvSpPr>
            <a:spLocks noGrp="1"/>
          </p:cNvSpPr>
          <p:nvPr/>
        </p:nvSpPr>
        <p:spPr>
          <a:xfrm>
            <a:off x="2548890" y="41325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5" name="anchor"/>
          <p:cNvSpPr>
            <a:spLocks noGrp="1"/>
          </p:cNvSpPr>
          <p:nvPr/>
        </p:nvSpPr>
        <p:spPr>
          <a:xfrm>
            <a:off x="2548890" y="41325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66" name="anchor"/>
          <p:cNvSpPr>
            <a:spLocks noGrp="1"/>
          </p:cNvSpPr>
          <p:nvPr/>
        </p:nvSpPr>
        <p:spPr>
          <a:xfrm>
            <a:off x="2872740" y="42278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1" name="anchor"/>
          <p:cNvSpPr>
            <a:spLocks noGrp="1"/>
          </p:cNvSpPr>
          <p:nvPr/>
        </p:nvSpPr>
        <p:spPr>
          <a:xfrm>
            <a:off x="2872740" y="42278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2" name="anchor"/>
          <p:cNvSpPr>
            <a:spLocks noGrp="1"/>
          </p:cNvSpPr>
          <p:nvPr/>
        </p:nvSpPr>
        <p:spPr>
          <a:xfrm>
            <a:off x="3177540" y="42659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7" name="teacher-point"/>
          <p:cNvSpPr>
            <a:spLocks noGrp="1"/>
          </p:cNvSpPr>
          <p:nvPr/>
        </p:nvSpPr>
        <p:spPr>
          <a:xfrm>
            <a:off x="1605915" y="40849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79" name="anchor"/>
          <p:cNvSpPr>
            <a:spLocks noGrp="1"/>
          </p:cNvSpPr>
          <p:nvPr/>
        </p:nvSpPr>
        <p:spPr>
          <a:xfrm>
            <a:off x="1634490" y="41516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2" name="teacher-point"/>
          <p:cNvSpPr>
            <a:spLocks noGrp="1"/>
          </p:cNvSpPr>
          <p:nvPr/>
        </p:nvSpPr>
        <p:spPr>
          <a:xfrm>
            <a:off x="1910715" y="376110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4" name="anchor"/>
          <p:cNvSpPr>
            <a:spLocks noGrp="1"/>
          </p:cNvSpPr>
          <p:nvPr/>
        </p:nvSpPr>
        <p:spPr>
          <a:xfrm>
            <a:off x="1939290" y="38277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7" name="teacher-point"/>
          <p:cNvSpPr>
            <a:spLocks noGrp="1"/>
          </p:cNvSpPr>
          <p:nvPr/>
        </p:nvSpPr>
        <p:spPr>
          <a:xfrm>
            <a:off x="2215515" y="39325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89" name="anchor"/>
          <p:cNvSpPr>
            <a:spLocks noGrp="1"/>
          </p:cNvSpPr>
          <p:nvPr/>
        </p:nvSpPr>
        <p:spPr>
          <a:xfrm>
            <a:off x="2244090" y="39992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cxnSp>
        <p:nvCxnSpPr>
          <p:cNvPr id="942" name="直接箭头连接符 941"/>
          <p:cNvCxnSpPr/>
          <p:nvPr/>
        </p:nvCxnSpPr>
        <p:spPr>
          <a:xfrm>
            <a:off x="2036445" y="3945255"/>
            <a:ext cx="0" cy="540000"/>
          </a:xfrm>
          <a:prstGeom prst="straightConnector1">
            <a:avLst/>
          </a:prstGeom>
          <a:ln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92" name="teacher-point"/>
          <p:cNvSpPr>
            <a:spLocks noGrp="1"/>
          </p:cNvSpPr>
          <p:nvPr/>
        </p:nvSpPr>
        <p:spPr>
          <a:xfrm>
            <a:off x="2520315" y="410400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4" name="anchor"/>
          <p:cNvSpPr>
            <a:spLocks noGrp="1"/>
          </p:cNvSpPr>
          <p:nvPr/>
        </p:nvSpPr>
        <p:spPr>
          <a:xfrm>
            <a:off x="2548890" y="41706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7" name="teacher-point"/>
          <p:cNvSpPr>
            <a:spLocks noGrp="1"/>
          </p:cNvSpPr>
          <p:nvPr/>
        </p:nvSpPr>
        <p:spPr>
          <a:xfrm>
            <a:off x="2844165" y="41992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299" name="anchor"/>
          <p:cNvSpPr>
            <a:spLocks noGrp="1"/>
          </p:cNvSpPr>
          <p:nvPr/>
        </p:nvSpPr>
        <p:spPr>
          <a:xfrm>
            <a:off x="2872740" y="42659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2" name="teacher-point"/>
          <p:cNvSpPr>
            <a:spLocks noGrp="1"/>
          </p:cNvSpPr>
          <p:nvPr/>
        </p:nvSpPr>
        <p:spPr>
          <a:xfrm>
            <a:off x="3148965" y="4237355"/>
            <a:ext cx="76200" cy="7620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04" name="anchor"/>
          <p:cNvSpPr>
            <a:spLocks noGrp="1"/>
          </p:cNvSpPr>
          <p:nvPr/>
        </p:nvSpPr>
        <p:spPr>
          <a:xfrm>
            <a:off x="3177540" y="430403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cxnSp>
        <p:nvCxnSpPr>
          <p:cNvPr id="5" name="直接箭头连接符 4"/>
          <p:cNvCxnSpPr>
            <a:stCxn id="277" idx="7"/>
            <a:endCxn id="282" idx="2"/>
          </p:cNvCxnSpPr>
          <p:nvPr/>
        </p:nvCxnSpPr>
        <p:spPr>
          <a:xfrm flipV="1">
            <a:off x="1670685" y="3799205"/>
            <a:ext cx="240030" cy="297180"/>
          </a:xfrm>
          <a:prstGeom prst="straightConnector1">
            <a:avLst/>
          </a:prstGeom>
          <a:ln w="12700">
            <a:solidFill>
              <a:srgbClr val="2F73E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282" idx="6"/>
            <a:endCxn id="287" idx="1"/>
          </p:cNvCxnSpPr>
          <p:nvPr/>
        </p:nvCxnSpPr>
        <p:spPr>
          <a:xfrm>
            <a:off x="1986915" y="3799205"/>
            <a:ext cx="240030" cy="14478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287" idx="6"/>
            <a:endCxn id="292" idx="1"/>
          </p:cNvCxnSpPr>
          <p:nvPr/>
        </p:nvCxnSpPr>
        <p:spPr>
          <a:xfrm>
            <a:off x="2291715" y="3970655"/>
            <a:ext cx="240030" cy="14478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92" idx="6"/>
            <a:endCxn id="297" idx="2"/>
          </p:cNvCxnSpPr>
          <p:nvPr/>
        </p:nvCxnSpPr>
        <p:spPr>
          <a:xfrm>
            <a:off x="2596515" y="4142105"/>
            <a:ext cx="247650" cy="9525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97" idx="6"/>
            <a:endCxn id="302" idx="2"/>
          </p:cNvCxnSpPr>
          <p:nvPr/>
        </p:nvCxnSpPr>
        <p:spPr>
          <a:xfrm>
            <a:off x="2920365" y="4237355"/>
            <a:ext cx="228600" cy="3810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右大括号 60"/>
          <p:cNvSpPr/>
          <p:nvPr/>
        </p:nvSpPr>
        <p:spPr>
          <a:xfrm rot="18180000">
            <a:off x="2115185" y="3611880"/>
            <a:ext cx="76200" cy="336550"/>
          </a:xfrm>
          <a:prstGeom prst="rightBrace">
            <a:avLst/>
          </a:prstGeom>
          <a:ln>
            <a:solidFill>
              <a:srgbClr val="4985E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2011299" y="3474656"/>
                <a:ext cx="506730" cy="2768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2F73E8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2F73E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99" y="3474656"/>
                <a:ext cx="506730" cy="276860"/>
              </a:xfrm>
              <a:prstGeom prst="rect">
                <a:avLst/>
              </a:prstGeom>
              <a:blipFill rotWithShape="1">
                <a:blip r:embed="rId28"/>
                <a:stretch>
                  <a:fillRect l="-50" t="-206" r="50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接箭头连接符 105"/>
          <p:cNvCxnSpPr>
            <a:stCxn id="278" idx="7"/>
            <a:endCxn id="283" idx="3"/>
          </p:cNvCxnSpPr>
          <p:nvPr/>
        </p:nvCxnSpPr>
        <p:spPr>
          <a:xfrm flipV="1">
            <a:off x="1670685" y="4615815"/>
            <a:ext cx="251460" cy="19431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283" idx="6"/>
            <a:endCxn id="288" idx="2"/>
          </p:cNvCxnSpPr>
          <p:nvPr/>
        </p:nvCxnSpPr>
        <p:spPr>
          <a:xfrm flipV="1">
            <a:off x="1986915" y="4570095"/>
            <a:ext cx="228600" cy="1905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>
            <a:stCxn id="288" idx="6"/>
            <a:endCxn id="293" idx="2"/>
          </p:cNvCxnSpPr>
          <p:nvPr/>
        </p:nvCxnSpPr>
        <p:spPr>
          <a:xfrm>
            <a:off x="2291715" y="4570095"/>
            <a:ext cx="228600" cy="15240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293" idx="6"/>
            <a:endCxn id="298" idx="2"/>
          </p:cNvCxnSpPr>
          <p:nvPr/>
        </p:nvCxnSpPr>
        <p:spPr>
          <a:xfrm>
            <a:off x="2596515" y="4722495"/>
            <a:ext cx="247650" cy="3810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>
            <a:stCxn id="298" idx="6"/>
            <a:endCxn id="303" idx="2"/>
          </p:cNvCxnSpPr>
          <p:nvPr/>
        </p:nvCxnSpPr>
        <p:spPr>
          <a:xfrm>
            <a:off x="2920365" y="4760595"/>
            <a:ext cx="228600" cy="9525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左大括号 119"/>
          <p:cNvSpPr/>
          <p:nvPr/>
        </p:nvSpPr>
        <p:spPr>
          <a:xfrm rot="15900000">
            <a:off x="2065655" y="4545330"/>
            <a:ext cx="90805" cy="297180"/>
          </a:xfrm>
          <a:prstGeom prst="leftBrace">
            <a:avLst/>
          </a:prstGeom>
          <a:ln>
            <a:solidFill>
              <a:srgbClr val="18832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8832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/>
              <p:cNvSpPr txBox="1"/>
              <p:nvPr/>
            </p:nvSpPr>
            <p:spPr>
              <a:xfrm>
                <a:off x="1888109" y="4684331"/>
                <a:ext cx="488315" cy="2774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188326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188326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3" name="文本框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109" y="4684331"/>
                <a:ext cx="488315" cy="277495"/>
              </a:xfrm>
              <a:prstGeom prst="rect">
                <a:avLst/>
              </a:prstGeom>
              <a:blipFill rotWithShape="1">
                <a:blip r:embed="rId29"/>
                <a:stretch>
                  <a:fillRect l="-52" t="-206" r="52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xlab"/>
          <p:cNvSpPr>
            <a:spLocks noGrp="1"/>
          </p:cNvSpPr>
          <p:nvPr/>
        </p:nvSpPr>
        <p:spPr>
          <a:xfrm>
            <a:off x="5246370" y="4996180"/>
            <a:ext cx="42100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t+z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cxnSp>
        <p:nvCxnSpPr>
          <p:cNvPr id="125" name="直接箭头连接符 124"/>
          <p:cNvCxnSpPr>
            <a:stCxn id="371" idx="6"/>
            <a:endCxn id="376" idx="2"/>
          </p:cNvCxnSpPr>
          <p:nvPr/>
        </p:nvCxnSpPr>
        <p:spPr>
          <a:xfrm flipV="1">
            <a:off x="5096510" y="4037330"/>
            <a:ext cx="247650" cy="5715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V="1">
            <a:off x="5099685" y="4496435"/>
            <a:ext cx="248920" cy="6350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曲线连接符 128"/>
          <p:cNvCxnSpPr/>
          <p:nvPr/>
        </p:nvCxnSpPr>
        <p:spPr>
          <a:xfrm rot="16200000">
            <a:off x="4686935" y="3456305"/>
            <a:ext cx="152400" cy="1238250"/>
          </a:xfrm>
          <a:prstGeom prst="curvedConnector3">
            <a:avLst>
              <a:gd name="adj1" fmla="val 256250"/>
            </a:avLst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文本框 129"/>
              <p:cNvSpPr txBox="1"/>
              <p:nvPr/>
            </p:nvSpPr>
            <p:spPr>
              <a:xfrm>
                <a:off x="4458589" y="3761041"/>
                <a:ext cx="484505" cy="2768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2F73E8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1000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2F73E8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30" name="文本框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89" y="3761041"/>
                <a:ext cx="484505" cy="276860"/>
              </a:xfrm>
              <a:prstGeom prst="rect">
                <a:avLst/>
              </a:prstGeom>
              <a:blipFill rotWithShape="1">
                <a:blip r:embed="rId30"/>
                <a:stretch>
                  <a:fillRect l="-52" t="-206" r="52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曲线连接符 130"/>
          <p:cNvCxnSpPr>
            <a:stCxn id="357" idx="4"/>
            <a:endCxn id="377" idx="4"/>
          </p:cNvCxnSpPr>
          <p:nvPr/>
        </p:nvCxnSpPr>
        <p:spPr>
          <a:xfrm rot="5400000" flipH="1" flipV="1">
            <a:off x="4696460" y="3961130"/>
            <a:ext cx="133350" cy="1238250"/>
          </a:xfrm>
          <a:prstGeom prst="curvedConnector3">
            <a:avLst>
              <a:gd name="adj1" fmla="val -178571"/>
            </a:avLst>
          </a:prstGeom>
          <a:ln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本框 135"/>
              <p:cNvSpPr txBox="1"/>
              <p:nvPr/>
            </p:nvSpPr>
            <p:spPr>
              <a:xfrm>
                <a:off x="5105654" y="4646866"/>
                <a:ext cx="474980" cy="2774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>
                          <a:solidFill>
                            <a:srgbClr val="188326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1000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1000" b="1" i="1">
                  <a:solidFill>
                    <a:srgbClr val="188326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6" name="文本框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654" y="4646866"/>
                <a:ext cx="474980" cy="277495"/>
              </a:xfrm>
              <a:prstGeom prst="rect">
                <a:avLst/>
              </a:prstGeom>
              <a:blipFill rotWithShape="1">
                <a:blip r:embed="rId31"/>
                <a:stretch>
                  <a:fillRect l="-53" t="-206" r="53" b="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右大括号 137"/>
          <p:cNvSpPr/>
          <p:nvPr/>
        </p:nvSpPr>
        <p:spPr>
          <a:xfrm rot="16200000">
            <a:off x="4699635" y="3068955"/>
            <a:ext cx="116840" cy="1247775"/>
          </a:xfrm>
          <a:prstGeom prst="rightBrace">
            <a:avLst/>
          </a:prstGeom>
          <a:ln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/>
          <p:cNvSpPr txBox="1"/>
          <p:nvPr/>
        </p:nvSpPr>
        <p:spPr>
          <a:xfrm>
            <a:off x="4441825" y="3387090"/>
            <a:ext cx="75120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>
                <a:solidFill>
                  <a:srgbClr val="FF6A00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z steps</a:t>
            </a:r>
            <a:endParaRPr lang="en-US" altLang="zh-CN" sz="1200" b="1">
              <a:solidFill>
                <a:srgbClr val="FF6A00"/>
              </a:solidFill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4754880" y="4163060"/>
            <a:ext cx="0" cy="360000"/>
          </a:xfrm>
          <a:prstGeom prst="straightConnector1">
            <a:avLst/>
          </a:prstGeom>
          <a:ln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pic>
        <p:nvPicPr>
          <p:cNvPr id="3" name="图片 2" descr="骰子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56835" y="3300730"/>
            <a:ext cx="216000" cy="21600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5338445" y="3293745"/>
            <a:ext cx="9423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>
                <a:solidFill>
                  <a:srgbClr val="FF6A00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sample z</a:t>
            </a:r>
            <a:endParaRPr lang="en-US" altLang="zh-CN" sz="1200" b="1">
              <a:solidFill>
                <a:srgbClr val="FF6A00"/>
              </a:solidFill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  <a:p>
            <a:pPr algn="l"/>
            <a:r>
              <a:rPr sz="600" b="1" i="1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  <a:sym typeface="+mn-ea"/>
              </a:rPr>
              <a:t>z ~ U(2, floor(T/2))</a:t>
            </a:r>
            <a:endParaRPr lang="en-US" altLang="zh-CN" sz="600" b="1" i="1" noProof="0" dirty="0">
              <a:ln>
                <a:noFill/>
              </a:ln>
              <a:solidFill>
                <a:srgbClr val="FF6A00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7559675" y="3324225"/>
                <a:ext cx="420370" cy="33718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zh-CN" altLang="en-US" sz="1600" b="1"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675" y="3324225"/>
                <a:ext cx="420370" cy="337185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8710295" y="3373755"/>
                <a:ext cx="800735" cy="33718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zh-CN" altLang="en-US" sz="1600" b="1"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95" y="3373755"/>
                <a:ext cx="800735" cy="337185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肘形连接符 112"/>
          <p:cNvCxnSpPr/>
          <p:nvPr/>
        </p:nvCxnSpPr>
        <p:spPr>
          <a:xfrm>
            <a:off x="7167245" y="4550410"/>
            <a:ext cx="238125" cy="1137285"/>
          </a:xfrm>
          <a:prstGeom prst="bentConnector3">
            <a:avLst>
              <a:gd name="adj1" fmla="val 50133"/>
            </a:avLst>
          </a:prstGeom>
          <a:ln>
            <a:solidFill>
              <a:srgbClr val="55A83C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 flipV="1">
            <a:off x="7170420" y="4500880"/>
            <a:ext cx="222250" cy="0"/>
          </a:xfrm>
          <a:prstGeom prst="straightConnector1">
            <a:avLst/>
          </a:prstGeom>
          <a:ln>
            <a:solidFill>
              <a:srgbClr val="2F73E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肘形连接符 136"/>
          <p:cNvCxnSpPr/>
          <p:nvPr/>
        </p:nvCxnSpPr>
        <p:spPr>
          <a:xfrm flipV="1">
            <a:off x="6632575" y="7402830"/>
            <a:ext cx="1720215" cy="589280"/>
          </a:xfrm>
          <a:prstGeom prst="bentConnector3">
            <a:avLst>
              <a:gd name="adj1" fmla="val -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>
            <a:stCxn id="6" idx="8"/>
          </p:cNvCxnSpPr>
          <p:nvPr/>
        </p:nvCxnSpPr>
        <p:spPr>
          <a:xfrm flipH="1">
            <a:off x="844550" y="2465705"/>
            <a:ext cx="1270" cy="57969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/>
        </p:nvCxnSpPr>
        <p:spPr>
          <a:xfrm flipV="1">
            <a:off x="838200" y="8245475"/>
            <a:ext cx="60198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xlab"/>
          <p:cNvSpPr>
            <a:spLocks noGrp="1"/>
          </p:cNvSpPr>
          <p:nvPr/>
        </p:nvSpPr>
        <p:spPr>
          <a:xfrm>
            <a:off x="4154805" y="512318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94" name="xlab"/>
          <p:cNvSpPr>
            <a:spLocks noGrp="1"/>
          </p:cNvSpPr>
          <p:nvPr/>
        </p:nvSpPr>
        <p:spPr>
          <a:xfrm>
            <a:off x="8668385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2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101" name="xlab"/>
          <p:cNvSpPr>
            <a:spLocks noGrp="1"/>
          </p:cNvSpPr>
          <p:nvPr/>
        </p:nvSpPr>
        <p:spPr>
          <a:xfrm>
            <a:off x="885825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3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102" name="xlab"/>
          <p:cNvSpPr>
            <a:spLocks noGrp="1"/>
          </p:cNvSpPr>
          <p:nvPr/>
        </p:nvSpPr>
        <p:spPr>
          <a:xfrm>
            <a:off x="973328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141" name="xlab"/>
          <p:cNvSpPr>
            <a:spLocks noGrp="1"/>
          </p:cNvSpPr>
          <p:nvPr/>
        </p:nvSpPr>
        <p:spPr>
          <a:xfrm>
            <a:off x="9328150" y="7706360"/>
            <a:ext cx="405130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T-1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WPS 演示</Application>
  <PresentationFormat>自定义</PresentationFormat>
  <Paragraphs>185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Comic Sans MS</vt:lpstr>
      <vt:lpstr>Cambria Math</vt:lpstr>
      <vt:lpstr>儷宋 Pro</vt:lpstr>
      <vt:lpstr>DejaVu Math TeX Gyre</vt:lpstr>
      <vt:lpstr>MS Mincho</vt:lpstr>
      <vt:lpstr>微软雅黑</vt:lpstr>
      <vt:lpstr>Arial Unicode MS</vt:lpstr>
      <vt:lpstr>Segoe Print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99</cp:revision>
  <dcterms:created xsi:type="dcterms:W3CDTF">2026-06-23T16:13:00Z</dcterms:created>
  <dcterms:modified xsi:type="dcterms:W3CDTF">2026-07-14T15:04:21Z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0C1AACB59994497D8ADCDD1EE54ECA84_13</vt:lpwstr>
  </property>
  <property fmtid="{D5CDD505-2E9C-101B-9397-08002B2CF9AE}" pid="3" name="KSOProductBuildVer">
    <vt:lpwstr>2052-12.1.0.23542</vt:lpwstr>
  </property>
</Properties>
</file>