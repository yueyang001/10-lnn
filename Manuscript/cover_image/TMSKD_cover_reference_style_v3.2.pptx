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6858000" cy="9144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0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D7E"/>
    <a:srgbClr val="806D7E"/>
    <a:srgbClr val="7A6F68"/>
    <a:srgbClr val="465568"/>
    <a:srgbClr val="A7829E"/>
    <a:srgbClr val="7A6F8E"/>
    <a:srgbClr val="F3B2AA"/>
    <a:srgbClr val="679857"/>
    <a:srgbClr val="83C16D"/>
    <a:srgbClr val="185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1"/>
    <p:restoredTop sz="94668"/>
  </p:normalViewPr>
  <p:slideViewPr>
    <p:cSldViewPr snapToGrid="0" snapToObjects="1" showGuides="1">
      <p:cViewPr>
        <p:scale>
          <a:sx n="130" d="100"/>
          <a:sy n="130" d="100"/>
        </p:scale>
        <p:origin x="1776" y="48"/>
      </p:cViewPr>
      <p:guideLst>
        <p:guide orient="horz" pos="2216"/>
        <p:guide pos="30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25F4C-ABD3-A040-A569-191A8E1E0F5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0B6D9-4D94-1E46-8D85-9C05392B2F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696" y="90408"/>
            <a:ext cx="196215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11827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(a)</a:t>
            </a:r>
            <a:endParaRPr sz="1200" b="1" dirty="0">
              <a:solidFill>
                <a:srgbClr val="111827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11480" y="2876938"/>
            <a:ext cx="5961888" cy="0"/>
          </a:xfrm>
          <a:prstGeom prst="line">
            <a:avLst/>
          </a:prstGeom>
          <a:ln w="15240">
            <a:solidFill>
              <a:srgbClr val="1118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矩形 271"/>
          <p:cNvSpPr>
            <a:spLocks noGrp="1"/>
          </p:cNvSpPr>
          <p:nvPr/>
        </p:nvSpPr>
        <p:spPr>
          <a:xfrm>
            <a:off x="75565" y="2798199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B1F2A"/>
                </a:solidFill>
                <a:latin typeface="Comic Sans MS" panose="030F0702030302020204" pitchFamily="66" charset="0"/>
                <a:ea typeface="Aptos"/>
                <a:cs typeface="Comic Sans MS" panose="030F0702030302020204" pitchFamily="66" charset="0"/>
              </a:rPr>
              <a:t>(b)</a:t>
            </a:r>
            <a:endParaRPr sz="1200" b="1" dirty="0">
              <a:solidFill>
                <a:srgbClr val="0B1F2A"/>
              </a:solidFill>
              <a:latin typeface="Comic Sans MS" panose="030F0702030302020204" pitchFamily="66" charset="0"/>
              <a:ea typeface="Aptos"/>
              <a:cs typeface="Comic Sans MS" panose="030F0702030302020204" pitchFamily="66" charset="0"/>
            </a:endParaRPr>
          </a:p>
        </p:txBody>
      </p:sp>
      <p:sp>
        <p:nvSpPr>
          <p:cNvPr id="229" name="五角星 228"/>
          <p:cNvSpPr/>
          <p:nvPr/>
        </p:nvSpPr>
        <p:spPr>
          <a:xfrm>
            <a:off x="5535632" y="227546"/>
            <a:ext cx="227000" cy="201168"/>
          </a:xfrm>
          <a:prstGeom prst="star5">
            <a:avLst/>
          </a:prstGeom>
          <a:solidFill>
            <a:srgbClr val="A9647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-64135" y="306705"/>
            <a:ext cx="6418580" cy="2522855"/>
            <a:chOff x="-101" y="267"/>
            <a:chExt cx="10108" cy="3973"/>
          </a:xfrm>
        </p:grpSpPr>
        <p:sp>
          <p:nvSpPr>
            <p:cNvPr id="4" name="Rectangle 3"/>
            <p:cNvSpPr/>
            <p:nvPr/>
          </p:nvSpPr>
          <p:spPr>
            <a:xfrm>
              <a:off x="1007" y="511"/>
              <a:ext cx="9000" cy="328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F97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007" y="2974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03" y="2829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85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007" y="2153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3" y="2008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90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007" y="1332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03" y="1187"/>
              <a:ext cx="266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000000"/>
                  </a:solidFill>
                  <a:latin typeface="Arial" panose="020B0604020202020204"/>
                </a:rPr>
                <a:t>95</a:t>
              </a:r>
              <a:endParaRPr sz="1200" b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007" y="511"/>
              <a:ext cx="9000" cy="0"/>
            </a:xfrm>
            <a:prstGeom prst="line">
              <a:avLst/>
            </a:prstGeom>
            <a:ln w="8890">
              <a:solidFill>
                <a:srgbClr val="D8DE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3" y="367"/>
              <a:ext cx="399" cy="2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>
                  <a:solidFill>
                    <a:srgbClr val="000000"/>
                  </a:solidFill>
                  <a:latin typeface="Arial" panose="020B0604020202020204"/>
                </a:rPr>
                <a:t>100</a:t>
              </a:r>
              <a:endParaRPr sz="1200" b="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43" y="1721"/>
              <a:ext cx="360" cy="64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ACC (%)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81" y="295"/>
              <a:ext cx="259" cy="173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98" y="267"/>
              <a:ext cx="1584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 dirty="0">
                  <a:solidFill>
                    <a:srgbClr val="111827"/>
                  </a:solidFill>
                  <a:latin typeface="Arial" panose="020B0604020202020204"/>
                </a:rPr>
                <a:t>Student</a:t>
              </a:r>
              <a:endParaRPr sz="800" b="1" dirty="0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69" y="295"/>
              <a:ext cx="259" cy="173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85" y="300"/>
              <a:ext cx="1093" cy="19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Best logits KD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56" y="295"/>
              <a:ext cx="259" cy="173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73" y="267"/>
              <a:ext cx="1584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Best Feature KD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43" y="295"/>
              <a:ext cx="259" cy="173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60" y="299"/>
              <a:ext cx="1058" cy="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 dirty="0">
                  <a:solidFill>
                    <a:srgbClr val="111827"/>
                  </a:solidFill>
                  <a:latin typeface="Arial" panose="020B0604020202020204"/>
                </a:rPr>
                <a:t>TMSKD</a:t>
              </a:r>
              <a:r>
                <a:rPr lang="en-US" sz="800" b="1" dirty="0">
                  <a:solidFill>
                    <a:srgbClr val="111827"/>
                  </a:solidFill>
                  <a:latin typeface="Arial" panose="020B0604020202020204"/>
                </a:rPr>
                <a:t>(Ours)</a:t>
              </a:r>
              <a:endParaRPr sz="800" b="1" dirty="0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47" y="3181"/>
              <a:ext cx="346" cy="614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25" y="2864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83.7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93" y="1848"/>
              <a:ext cx="346" cy="1947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71" y="153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91.9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40" y="1733"/>
              <a:ext cx="346" cy="2062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18" y="1416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92.6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786" y="1593"/>
              <a:ext cx="346" cy="2201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64" y="1276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93.4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03" y="3982"/>
              <a:ext cx="1800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1">
                  <a:solidFill>
                    <a:srgbClr val="111827"/>
                  </a:solidFill>
                  <a:latin typeface="Arial" panose="020B0604020202020204"/>
                </a:rPr>
                <a:t>DeepShip</a:t>
              </a:r>
              <a:endParaRPr sz="10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23" y="2737"/>
              <a:ext cx="346" cy="1057"/>
            </a:xfrm>
            <a:prstGeom prst="rect">
              <a:avLst/>
            </a:prstGeom>
            <a:solidFill>
              <a:srgbClr val="17365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" y="242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86.4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069" y="2148"/>
              <a:ext cx="346" cy="1647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47" y="1831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90.0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516" y="2237"/>
              <a:ext cx="346" cy="1558"/>
            </a:xfrm>
            <a:prstGeom prst="rect">
              <a:avLst/>
            </a:prstGeom>
            <a:solidFill>
              <a:srgbClr val="BFD3EF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394" y="1920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89.5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962" y="1761"/>
              <a:ext cx="346" cy="2034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4B55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40" y="1444"/>
              <a:ext cx="600" cy="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92.4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79" y="3982"/>
              <a:ext cx="1800" cy="25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1">
                  <a:solidFill>
                    <a:srgbClr val="111827"/>
                  </a:solidFill>
                  <a:latin typeface="Arial" panose="020B0604020202020204"/>
                </a:rPr>
                <a:t>ShipsEar</a:t>
              </a:r>
              <a:endParaRPr sz="10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30" name="五角星 229"/>
            <p:cNvSpPr/>
            <p:nvPr/>
          </p:nvSpPr>
          <p:spPr>
            <a:xfrm>
              <a:off x="8187" y="1332"/>
              <a:ext cx="357" cy="317"/>
            </a:xfrm>
            <a:prstGeom prst="star5">
              <a:avLst/>
            </a:prstGeom>
            <a:solidFill>
              <a:srgbClr val="A9647D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1" name="五角星 230"/>
            <p:cNvSpPr/>
            <p:nvPr/>
          </p:nvSpPr>
          <p:spPr>
            <a:xfrm>
              <a:off x="4011" y="1168"/>
              <a:ext cx="357" cy="317"/>
            </a:xfrm>
            <a:prstGeom prst="star5">
              <a:avLst/>
            </a:prstGeom>
            <a:solidFill>
              <a:srgbClr val="A9647D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89" name="圆角矩形 288"/>
          <p:cNvSpPr>
            <a:spLocks noGrp="1"/>
          </p:cNvSpPr>
          <p:nvPr/>
        </p:nvSpPr>
        <p:spPr>
          <a:xfrm>
            <a:off x="2227580" y="3287395"/>
            <a:ext cx="1266190" cy="748665"/>
          </a:xfrm>
          <a:prstGeom prst="roundRect">
            <a:avLst>
              <a:gd name="adj" fmla="val 13514"/>
            </a:avLst>
          </a:prstGeom>
          <a:solidFill>
            <a:srgbClr val="FFEDEB"/>
          </a:solidFill>
          <a:ln w="13335">
            <a:solidFill>
              <a:srgbClr val="F3B1A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endParaRPr lang="en-US" sz="1425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1" name="圆角右箭头 130"/>
          <p:cNvSpPr>
            <a:spLocks noGrp="1"/>
          </p:cNvSpPr>
          <p:nvPr/>
        </p:nvSpPr>
        <p:spPr>
          <a:xfrm>
            <a:off x="1068070" y="3542030"/>
            <a:ext cx="1073785" cy="443230"/>
          </a:xfrm>
          <a:prstGeom prst="bentArrow">
            <a:avLst>
              <a:gd name="adj1" fmla="val 25000"/>
              <a:gd name="adj2" fmla="val 25000"/>
              <a:gd name="adj3" fmla="val 22388"/>
              <a:gd name="adj4" fmla="val 43750"/>
            </a:avLst>
          </a:prstGeom>
          <a:solidFill>
            <a:srgbClr val="7A6F68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 rot="0">
            <a:off x="542290" y="4302760"/>
            <a:ext cx="1234440" cy="807720"/>
            <a:chOff x="784361" y="3193395"/>
            <a:chExt cx="1234440" cy="807676"/>
          </a:xfrm>
        </p:grpSpPr>
        <p:grpSp>
          <p:nvGrpSpPr>
            <p:cNvPr id="344" name="组合 343"/>
            <p:cNvGrpSpPr/>
            <p:nvPr/>
          </p:nvGrpSpPr>
          <p:grpSpPr>
            <a:xfrm>
              <a:off x="784361" y="3315271"/>
              <a:ext cx="1234440" cy="685800"/>
              <a:chOff x="792" y="6941"/>
              <a:chExt cx="1944" cy="1080"/>
            </a:xfrm>
          </p:grpSpPr>
          <p:sp>
            <p:nvSpPr>
              <p:cNvPr id="66" name="Rounded Rectangle 65"/>
              <p:cNvSpPr/>
              <p:nvPr/>
            </p:nvSpPr>
            <p:spPr>
              <a:xfrm>
                <a:off x="792" y="6941"/>
                <a:ext cx="1944" cy="1080"/>
              </a:xfrm>
              <a:prstGeom prst="roundRect">
                <a:avLst/>
              </a:prstGeom>
              <a:solidFill>
                <a:srgbClr val="F9FBFE"/>
              </a:solidFill>
              <a:ln w="12700">
                <a:solidFill>
                  <a:srgbClr val="D9E3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2" name="Connector 71"/>
              <p:cNvCxnSpPr/>
              <p:nvPr/>
            </p:nvCxnSpPr>
            <p:spPr>
              <a:xfrm>
                <a:off x="1022" y="7531"/>
                <a:ext cx="24" cy="8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or 72"/>
              <p:cNvCxnSpPr/>
              <p:nvPr/>
            </p:nvCxnSpPr>
            <p:spPr>
              <a:xfrm>
                <a:off x="1046" y="7616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nector 73"/>
              <p:cNvCxnSpPr/>
              <p:nvPr/>
            </p:nvCxnSpPr>
            <p:spPr>
              <a:xfrm>
                <a:off x="1070" y="7678"/>
                <a:ext cx="24" cy="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or 74"/>
              <p:cNvCxnSpPr/>
              <p:nvPr/>
            </p:nvCxnSpPr>
            <p:spPr>
              <a:xfrm flipV="1">
                <a:off x="1094" y="7627"/>
                <a:ext cx="24" cy="5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nector 75"/>
              <p:cNvCxnSpPr/>
              <p:nvPr/>
            </p:nvCxnSpPr>
            <p:spPr>
              <a:xfrm flipV="1">
                <a:off x="1118" y="7522"/>
                <a:ext cx="24" cy="105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or 76"/>
              <p:cNvCxnSpPr/>
              <p:nvPr/>
            </p:nvCxnSpPr>
            <p:spPr>
              <a:xfrm flipV="1">
                <a:off x="1142" y="7413"/>
                <a:ext cx="24" cy="10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or 77"/>
              <p:cNvCxnSpPr/>
              <p:nvPr/>
            </p:nvCxnSpPr>
            <p:spPr>
              <a:xfrm flipV="1">
                <a:off x="1166" y="7350"/>
                <a:ext cx="24" cy="6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nector 78"/>
              <p:cNvCxnSpPr/>
              <p:nvPr/>
            </p:nvCxnSpPr>
            <p:spPr>
              <a:xfrm>
                <a:off x="1190" y="7350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nector 79"/>
              <p:cNvCxnSpPr/>
              <p:nvPr/>
            </p:nvCxnSpPr>
            <p:spPr>
              <a:xfrm>
                <a:off x="1214" y="7359"/>
                <a:ext cx="24" cy="7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or 80"/>
              <p:cNvCxnSpPr/>
              <p:nvPr/>
            </p:nvCxnSpPr>
            <p:spPr>
              <a:xfrm>
                <a:off x="1237" y="7438"/>
                <a:ext cx="24" cy="1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nector 81"/>
              <p:cNvCxnSpPr/>
              <p:nvPr/>
            </p:nvCxnSpPr>
            <p:spPr>
              <a:xfrm>
                <a:off x="1261" y="7550"/>
                <a:ext cx="24" cy="9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nector 82"/>
              <p:cNvCxnSpPr/>
              <p:nvPr/>
            </p:nvCxnSpPr>
            <p:spPr>
              <a:xfrm>
                <a:off x="1285" y="7647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nector 83"/>
              <p:cNvCxnSpPr/>
              <p:nvPr/>
            </p:nvCxnSpPr>
            <p:spPr>
              <a:xfrm flipV="1">
                <a:off x="1309" y="7667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 84"/>
              <p:cNvCxnSpPr/>
              <p:nvPr/>
            </p:nvCxnSpPr>
            <p:spPr>
              <a:xfrm flipV="1">
                <a:off x="1333" y="7595"/>
                <a:ext cx="24" cy="7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nector 85"/>
              <p:cNvCxnSpPr/>
              <p:nvPr/>
            </p:nvCxnSpPr>
            <p:spPr>
              <a:xfrm flipV="1">
                <a:off x="1357" y="7511"/>
                <a:ext cx="24" cy="8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or 86"/>
              <p:cNvCxnSpPr/>
              <p:nvPr/>
            </p:nvCxnSpPr>
            <p:spPr>
              <a:xfrm flipV="1">
                <a:off x="1381" y="7449"/>
                <a:ext cx="24" cy="6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or 87"/>
              <p:cNvCxnSpPr/>
              <p:nvPr/>
            </p:nvCxnSpPr>
            <p:spPr>
              <a:xfrm flipV="1">
                <a:off x="1405" y="7429"/>
                <a:ext cx="24" cy="2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or 88"/>
              <p:cNvCxnSpPr/>
              <p:nvPr/>
            </p:nvCxnSpPr>
            <p:spPr>
              <a:xfrm>
                <a:off x="1429" y="7429"/>
                <a:ext cx="24" cy="2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nector 89"/>
              <p:cNvCxnSpPr/>
              <p:nvPr/>
            </p:nvCxnSpPr>
            <p:spPr>
              <a:xfrm>
                <a:off x="1453" y="7450"/>
                <a:ext cx="24" cy="4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or 90"/>
              <p:cNvCxnSpPr/>
              <p:nvPr/>
            </p:nvCxnSpPr>
            <p:spPr>
              <a:xfrm>
                <a:off x="1477" y="7496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or 91"/>
              <p:cNvCxnSpPr/>
              <p:nvPr/>
            </p:nvCxnSpPr>
            <p:spPr>
              <a:xfrm>
                <a:off x="1501" y="7548"/>
                <a:ext cx="24" cy="3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nector 92"/>
              <p:cNvCxnSpPr/>
              <p:nvPr/>
            </p:nvCxnSpPr>
            <p:spPr>
              <a:xfrm>
                <a:off x="1524" y="7587"/>
                <a:ext cx="24" cy="1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nector 93"/>
              <p:cNvCxnSpPr/>
              <p:nvPr/>
            </p:nvCxnSpPr>
            <p:spPr>
              <a:xfrm flipV="1">
                <a:off x="1548" y="7593"/>
                <a:ext cx="24" cy="1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or 94"/>
              <p:cNvCxnSpPr/>
              <p:nvPr/>
            </p:nvCxnSpPr>
            <p:spPr>
              <a:xfrm flipV="1">
                <a:off x="1572" y="7559"/>
                <a:ext cx="24" cy="34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nector 95"/>
              <p:cNvCxnSpPr/>
              <p:nvPr/>
            </p:nvCxnSpPr>
            <p:spPr>
              <a:xfrm flipV="1">
                <a:off x="1596" y="751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or 96"/>
              <p:cNvCxnSpPr/>
              <p:nvPr/>
            </p:nvCxnSpPr>
            <p:spPr>
              <a:xfrm flipV="1">
                <a:off x="1620" y="7460"/>
                <a:ext cx="24" cy="5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nector 97"/>
              <p:cNvCxnSpPr/>
              <p:nvPr/>
            </p:nvCxnSpPr>
            <p:spPr>
              <a:xfrm flipV="1">
                <a:off x="1644" y="7431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nector 98"/>
              <p:cNvCxnSpPr/>
              <p:nvPr/>
            </p:nvCxnSpPr>
            <p:spPr>
              <a:xfrm>
                <a:off x="1668" y="7431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nector 99"/>
              <p:cNvCxnSpPr/>
              <p:nvPr/>
            </p:nvCxnSpPr>
            <p:spPr>
              <a:xfrm>
                <a:off x="1692" y="7440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00"/>
              <p:cNvCxnSpPr/>
              <p:nvPr/>
            </p:nvCxnSpPr>
            <p:spPr>
              <a:xfrm>
                <a:off x="1716" y="7492"/>
                <a:ext cx="24" cy="8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 101"/>
              <p:cNvCxnSpPr/>
              <p:nvPr/>
            </p:nvCxnSpPr>
            <p:spPr>
              <a:xfrm>
                <a:off x="1740" y="7574"/>
                <a:ext cx="24" cy="7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or 102"/>
              <p:cNvCxnSpPr/>
              <p:nvPr/>
            </p:nvCxnSpPr>
            <p:spPr>
              <a:xfrm>
                <a:off x="1764" y="7652"/>
                <a:ext cx="24" cy="38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 103"/>
              <p:cNvCxnSpPr/>
              <p:nvPr/>
            </p:nvCxnSpPr>
            <p:spPr>
              <a:xfrm flipV="1">
                <a:off x="1788" y="7664"/>
                <a:ext cx="24" cy="2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 104"/>
              <p:cNvCxnSpPr/>
              <p:nvPr/>
            </p:nvCxnSpPr>
            <p:spPr>
              <a:xfrm flipV="1">
                <a:off x="1812" y="7578"/>
                <a:ext cx="24" cy="8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or 105"/>
              <p:cNvCxnSpPr/>
              <p:nvPr/>
            </p:nvCxnSpPr>
            <p:spPr>
              <a:xfrm flipV="1">
                <a:off x="1835" y="7465"/>
                <a:ext cx="24" cy="11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or 106"/>
              <p:cNvCxnSpPr/>
              <p:nvPr/>
            </p:nvCxnSpPr>
            <p:spPr>
              <a:xfrm flipV="1">
                <a:off x="1859" y="7373"/>
                <a:ext cx="24" cy="9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or 107"/>
              <p:cNvCxnSpPr/>
              <p:nvPr/>
            </p:nvCxnSpPr>
            <p:spPr>
              <a:xfrm flipV="1">
                <a:off x="1883" y="7345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or 108"/>
              <p:cNvCxnSpPr/>
              <p:nvPr/>
            </p:nvCxnSpPr>
            <p:spPr>
              <a:xfrm>
                <a:off x="1907" y="7345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or 109"/>
              <p:cNvCxnSpPr/>
              <p:nvPr/>
            </p:nvCxnSpPr>
            <p:spPr>
              <a:xfrm>
                <a:off x="1931" y="7392"/>
                <a:ext cx="24" cy="10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 110"/>
              <p:cNvCxnSpPr/>
              <p:nvPr/>
            </p:nvCxnSpPr>
            <p:spPr>
              <a:xfrm>
                <a:off x="1955" y="7493"/>
                <a:ext cx="24" cy="11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111"/>
              <p:cNvCxnSpPr/>
              <p:nvPr/>
            </p:nvCxnSpPr>
            <p:spPr>
              <a:xfrm>
                <a:off x="1979" y="7603"/>
                <a:ext cx="24" cy="7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or 112"/>
              <p:cNvCxnSpPr/>
              <p:nvPr/>
            </p:nvCxnSpPr>
            <p:spPr>
              <a:xfrm>
                <a:off x="2003" y="7677"/>
                <a:ext cx="24" cy="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Connector 113"/>
              <p:cNvCxnSpPr/>
              <p:nvPr/>
            </p:nvCxnSpPr>
            <p:spPr>
              <a:xfrm flipV="1">
                <a:off x="2027" y="7635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or 114"/>
              <p:cNvCxnSpPr/>
              <p:nvPr/>
            </p:nvCxnSpPr>
            <p:spPr>
              <a:xfrm flipV="1">
                <a:off x="2051" y="7552"/>
                <a:ext cx="24" cy="8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nector 115"/>
              <p:cNvCxnSpPr/>
              <p:nvPr/>
            </p:nvCxnSpPr>
            <p:spPr>
              <a:xfrm flipV="1">
                <a:off x="2075" y="7476"/>
                <a:ext cx="24" cy="7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nector 116"/>
              <p:cNvCxnSpPr/>
              <p:nvPr/>
            </p:nvCxnSpPr>
            <p:spPr>
              <a:xfrm flipV="1">
                <a:off x="2099" y="7434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or 117"/>
              <p:cNvCxnSpPr/>
              <p:nvPr/>
            </p:nvCxnSpPr>
            <p:spPr>
              <a:xfrm>
                <a:off x="2122" y="7434"/>
                <a:ext cx="24" cy="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nector 118"/>
              <p:cNvCxnSpPr/>
              <p:nvPr/>
            </p:nvCxnSpPr>
            <p:spPr>
              <a:xfrm>
                <a:off x="2146" y="7435"/>
                <a:ext cx="24" cy="36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nector 119"/>
              <p:cNvCxnSpPr/>
              <p:nvPr/>
            </p:nvCxnSpPr>
            <p:spPr>
              <a:xfrm>
                <a:off x="2170" y="7471"/>
                <a:ext cx="24" cy="5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ctor 120"/>
              <p:cNvCxnSpPr/>
              <p:nvPr/>
            </p:nvCxnSpPr>
            <p:spPr>
              <a:xfrm>
                <a:off x="2194" y="7523"/>
                <a:ext cx="24" cy="47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ctor 121"/>
              <p:cNvCxnSpPr/>
              <p:nvPr/>
            </p:nvCxnSpPr>
            <p:spPr>
              <a:xfrm>
                <a:off x="2218" y="7569"/>
                <a:ext cx="24" cy="29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nector 122"/>
              <p:cNvCxnSpPr/>
              <p:nvPr/>
            </p:nvCxnSpPr>
            <p:spPr>
              <a:xfrm>
                <a:off x="2242" y="7598"/>
                <a:ext cx="24" cy="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ctor 123"/>
              <p:cNvCxnSpPr/>
              <p:nvPr/>
            </p:nvCxnSpPr>
            <p:spPr>
              <a:xfrm flipV="1">
                <a:off x="2266" y="7579"/>
                <a:ext cx="24" cy="2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nector 124"/>
              <p:cNvCxnSpPr/>
              <p:nvPr/>
            </p:nvCxnSpPr>
            <p:spPr>
              <a:xfrm flipV="1">
                <a:off x="2290" y="7535"/>
                <a:ext cx="24" cy="43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nector 125"/>
              <p:cNvCxnSpPr/>
              <p:nvPr/>
            </p:nvCxnSpPr>
            <p:spPr>
              <a:xfrm flipV="1">
                <a:off x="2314" y="7484"/>
                <a:ext cx="24" cy="5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nector 126"/>
              <p:cNvCxnSpPr/>
              <p:nvPr/>
            </p:nvCxnSpPr>
            <p:spPr>
              <a:xfrm flipV="1">
                <a:off x="2338" y="7442"/>
                <a:ext cx="24" cy="4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nector 127"/>
              <p:cNvCxnSpPr/>
              <p:nvPr/>
            </p:nvCxnSpPr>
            <p:spPr>
              <a:xfrm flipV="1">
                <a:off x="2362" y="7430"/>
                <a:ext cx="24" cy="12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nector 128"/>
              <p:cNvCxnSpPr/>
              <p:nvPr/>
            </p:nvCxnSpPr>
            <p:spPr>
              <a:xfrm>
                <a:off x="2386" y="7430"/>
                <a:ext cx="24" cy="31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nector 129"/>
              <p:cNvCxnSpPr/>
              <p:nvPr/>
            </p:nvCxnSpPr>
            <p:spPr>
              <a:xfrm>
                <a:off x="2409" y="7461"/>
                <a:ext cx="24" cy="70"/>
              </a:xfrm>
              <a:prstGeom prst="line">
                <a:avLst/>
              </a:prstGeom>
              <a:ln w="11430">
                <a:solidFill>
                  <a:srgbClr val="3E66B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可选流程 131"/>
            <p:cNvSpPr/>
            <p:nvPr/>
          </p:nvSpPr>
          <p:spPr>
            <a:xfrm>
              <a:off x="907942" y="3193395"/>
              <a:ext cx="941558" cy="250463"/>
            </a:xfrm>
            <a:custGeom>
              <a:avLst/>
              <a:gdLst>
                <a:gd name="connsiteX0" fmla="*/ 0 w 941558"/>
                <a:gd name="connsiteY0" fmla="*/ 41744 h 250463"/>
                <a:gd name="connsiteX1" fmla="*/ 41744 w 941558"/>
                <a:gd name="connsiteY1" fmla="*/ 0 h 250463"/>
                <a:gd name="connsiteX2" fmla="*/ 470779 w 941558"/>
                <a:gd name="connsiteY2" fmla="*/ 0 h 250463"/>
                <a:gd name="connsiteX3" fmla="*/ 899814 w 941558"/>
                <a:gd name="connsiteY3" fmla="*/ 0 h 250463"/>
                <a:gd name="connsiteX4" fmla="*/ 941558 w 941558"/>
                <a:gd name="connsiteY4" fmla="*/ 41744 h 250463"/>
                <a:gd name="connsiteX5" fmla="*/ 941558 w 941558"/>
                <a:gd name="connsiteY5" fmla="*/ 208719 h 250463"/>
                <a:gd name="connsiteX6" fmla="*/ 899814 w 941558"/>
                <a:gd name="connsiteY6" fmla="*/ 250463 h 250463"/>
                <a:gd name="connsiteX7" fmla="*/ 462198 w 941558"/>
                <a:gd name="connsiteY7" fmla="*/ 250463 h 250463"/>
                <a:gd name="connsiteX8" fmla="*/ 41744 w 941558"/>
                <a:gd name="connsiteY8" fmla="*/ 250463 h 250463"/>
                <a:gd name="connsiteX9" fmla="*/ 0 w 941558"/>
                <a:gd name="connsiteY9" fmla="*/ 208719 h 250463"/>
                <a:gd name="connsiteX10" fmla="*/ 0 w 941558"/>
                <a:gd name="connsiteY10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558" h="250463" fill="none" extrusionOk="0">
                  <a:moveTo>
                    <a:pt x="0" y="41744"/>
                  </a:moveTo>
                  <a:cubicBezTo>
                    <a:pt x="2266" y="21464"/>
                    <a:pt x="21769" y="-2696"/>
                    <a:pt x="41744" y="0"/>
                  </a:cubicBezTo>
                  <a:cubicBezTo>
                    <a:pt x="195076" y="3307"/>
                    <a:pt x="315449" y="-15597"/>
                    <a:pt x="470779" y="0"/>
                  </a:cubicBezTo>
                  <a:cubicBezTo>
                    <a:pt x="626109" y="15597"/>
                    <a:pt x="724929" y="-3800"/>
                    <a:pt x="899814" y="0"/>
                  </a:cubicBezTo>
                  <a:cubicBezTo>
                    <a:pt x="922216" y="-1331"/>
                    <a:pt x="941635" y="17644"/>
                    <a:pt x="941558" y="41744"/>
                  </a:cubicBezTo>
                  <a:cubicBezTo>
                    <a:pt x="941835" y="103064"/>
                    <a:pt x="944059" y="166592"/>
                    <a:pt x="941558" y="208719"/>
                  </a:cubicBezTo>
                  <a:cubicBezTo>
                    <a:pt x="938357" y="231906"/>
                    <a:pt x="923353" y="249590"/>
                    <a:pt x="899814" y="250463"/>
                  </a:cubicBezTo>
                  <a:cubicBezTo>
                    <a:pt x="719311" y="242955"/>
                    <a:pt x="628859" y="247714"/>
                    <a:pt x="462198" y="250463"/>
                  </a:cubicBezTo>
                  <a:cubicBezTo>
                    <a:pt x="295537" y="253212"/>
                    <a:pt x="132605" y="243236"/>
                    <a:pt x="41744" y="250463"/>
                  </a:cubicBezTo>
                  <a:cubicBezTo>
                    <a:pt x="18625" y="248750"/>
                    <a:pt x="4869" y="232789"/>
                    <a:pt x="0" y="208719"/>
                  </a:cubicBezTo>
                  <a:cubicBezTo>
                    <a:pt x="-4570" y="127569"/>
                    <a:pt x="7366" y="115038"/>
                    <a:pt x="0" y="41744"/>
                  </a:cubicBezTo>
                  <a:close/>
                </a:path>
                <a:path w="941558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8323" y="9608"/>
                    <a:pt x="367493" y="-9526"/>
                    <a:pt x="487940" y="0"/>
                  </a:cubicBezTo>
                  <a:cubicBezTo>
                    <a:pt x="608387" y="9526"/>
                    <a:pt x="755378" y="15383"/>
                    <a:pt x="899814" y="0"/>
                  </a:cubicBezTo>
                  <a:cubicBezTo>
                    <a:pt x="917886" y="-2726"/>
                    <a:pt x="943025" y="19390"/>
                    <a:pt x="941558" y="41744"/>
                  </a:cubicBezTo>
                  <a:cubicBezTo>
                    <a:pt x="940211" y="98798"/>
                    <a:pt x="949199" y="166189"/>
                    <a:pt x="941558" y="208719"/>
                  </a:cubicBezTo>
                  <a:cubicBezTo>
                    <a:pt x="942160" y="230794"/>
                    <a:pt x="921655" y="251530"/>
                    <a:pt x="899814" y="250463"/>
                  </a:cubicBezTo>
                  <a:cubicBezTo>
                    <a:pt x="797479" y="233487"/>
                    <a:pt x="605838" y="251956"/>
                    <a:pt x="470779" y="250463"/>
                  </a:cubicBezTo>
                  <a:cubicBezTo>
                    <a:pt x="335721" y="248970"/>
                    <a:pt x="238425" y="266998"/>
                    <a:pt x="41744" y="250463"/>
                  </a:cubicBezTo>
                  <a:cubicBezTo>
                    <a:pt x="17304" y="250384"/>
                    <a:pt x="1247" y="228355"/>
                    <a:pt x="0" y="208719"/>
                  </a:cubicBezTo>
                  <a:cubicBezTo>
                    <a:pt x="-4080" y="144712"/>
                    <a:pt x="1297" y="90451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Raw Waveform</a:t>
              </a:r>
              <a:endParaRPr kumimoji="1" lang="zh-CN" altLang="en-US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139" name="图片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135" y="3364230"/>
            <a:ext cx="736600" cy="672465"/>
          </a:xfrm>
          <a:prstGeom prst="rect">
            <a:avLst/>
          </a:prstGeom>
        </p:spPr>
      </p:pic>
      <p:sp>
        <p:nvSpPr>
          <p:cNvPr id="142" name="可选流程 141"/>
          <p:cNvSpPr/>
          <p:nvPr/>
        </p:nvSpPr>
        <p:spPr>
          <a:xfrm>
            <a:off x="2371725" y="3141345"/>
            <a:ext cx="941705" cy="250190"/>
          </a:xfrm>
          <a:custGeom>
            <a:avLst/>
            <a:gdLst>
              <a:gd name="connsiteX0" fmla="*/ 0 w 941558"/>
              <a:gd name="connsiteY0" fmla="*/ 41744 h 250463"/>
              <a:gd name="connsiteX1" fmla="*/ 41744 w 941558"/>
              <a:gd name="connsiteY1" fmla="*/ 0 h 250463"/>
              <a:gd name="connsiteX2" fmla="*/ 470779 w 941558"/>
              <a:gd name="connsiteY2" fmla="*/ 0 h 250463"/>
              <a:gd name="connsiteX3" fmla="*/ 899814 w 941558"/>
              <a:gd name="connsiteY3" fmla="*/ 0 h 250463"/>
              <a:gd name="connsiteX4" fmla="*/ 941558 w 941558"/>
              <a:gd name="connsiteY4" fmla="*/ 41744 h 250463"/>
              <a:gd name="connsiteX5" fmla="*/ 941558 w 941558"/>
              <a:gd name="connsiteY5" fmla="*/ 208719 h 250463"/>
              <a:gd name="connsiteX6" fmla="*/ 899814 w 941558"/>
              <a:gd name="connsiteY6" fmla="*/ 250463 h 250463"/>
              <a:gd name="connsiteX7" fmla="*/ 462198 w 941558"/>
              <a:gd name="connsiteY7" fmla="*/ 250463 h 250463"/>
              <a:gd name="connsiteX8" fmla="*/ 41744 w 941558"/>
              <a:gd name="connsiteY8" fmla="*/ 250463 h 250463"/>
              <a:gd name="connsiteX9" fmla="*/ 0 w 941558"/>
              <a:gd name="connsiteY9" fmla="*/ 208719 h 250463"/>
              <a:gd name="connsiteX10" fmla="*/ 0 w 941558"/>
              <a:gd name="connsiteY10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558" h="250463" fill="none" extrusionOk="0">
                <a:moveTo>
                  <a:pt x="0" y="41744"/>
                </a:moveTo>
                <a:cubicBezTo>
                  <a:pt x="2266" y="21464"/>
                  <a:pt x="21769" y="-2696"/>
                  <a:pt x="41744" y="0"/>
                </a:cubicBezTo>
                <a:cubicBezTo>
                  <a:pt x="195076" y="3307"/>
                  <a:pt x="315449" y="-15597"/>
                  <a:pt x="470779" y="0"/>
                </a:cubicBezTo>
                <a:cubicBezTo>
                  <a:pt x="626109" y="15597"/>
                  <a:pt x="724929" y="-3800"/>
                  <a:pt x="899814" y="0"/>
                </a:cubicBezTo>
                <a:cubicBezTo>
                  <a:pt x="922216" y="-1331"/>
                  <a:pt x="941635" y="17644"/>
                  <a:pt x="941558" y="41744"/>
                </a:cubicBezTo>
                <a:cubicBezTo>
                  <a:pt x="941835" y="103064"/>
                  <a:pt x="944059" y="166592"/>
                  <a:pt x="941558" y="208719"/>
                </a:cubicBezTo>
                <a:cubicBezTo>
                  <a:pt x="938357" y="231906"/>
                  <a:pt x="923353" y="249590"/>
                  <a:pt x="899814" y="250463"/>
                </a:cubicBezTo>
                <a:cubicBezTo>
                  <a:pt x="719311" y="242955"/>
                  <a:pt x="628859" y="247714"/>
                  <a:pt x="462198" y="250463"/>
                </a:cubicBezTo>
                <a:cubicBezTo>
                  <a:pt x="295537" y="253212"/>
                  <a:pt x="132605" y="243236"/>
                  <a:pt x="41744" y="250463"/>
                </a:cubicBezTo>
                <a:cubicBezTo>
                  <a:pt x="18625" y="248750"/>
                  <a:pt x="4869" y="232789"/>
                  <a:pt x="0" y="208719"/>
                </a:cubicBezTo>
                <a:cubicBezTo>
                  <a:pt x="-4570" y="127569"/>
                  <a:pt x="7366" y="115038"/>
                  <a:pt x="0" y="41744"/>
                </a:cubicBezTo>
                <a:close/>
              </a:path>
              <a:path w="941558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8323" y="9608"/>
                  <a:pt x="367493" y="-9526"/>
                  <a:pt x="487940" y="0"/>
                </a:cubicBezTo>
                <a:cubicBezTo>
                  <a:pt x="608387" y="9526"/>
                  <a:pt x="755378" y="15383"/>
                  <a:pt x="899814" y="0"/>
                </a:cubicBezTo>
                <a:cubicBezTo>
                  <a:pt x="917886" y="-2726"/>
                  <a:pt x="943025" y="19390"/>
                  <a:pt x="941558" y="41744"/>
                </a:cubicBezTo>
                <a:cubicBezTo>
                  <a:pt x="940211" y="98798"/>
                  <a:pt x="949199" y="166189"/>
                  <a:pt x="941558" y="208719"/>
                </a:cubicBezTo>
                <a:cubicBezTo>
                  <a:pt x="942160" y="230794"/>
                  <a:pt x="921655" y="251530"/>
                  <a:pt x="899814" y="250463"/>
                </a:cubicBezTo>
                <a:cubicBezTo>
                  <a:pt x="797479" y="233487"/>
                  <a:pt x="605838" y="251956"/>
                  <a:pt x="470779" y="250463"/>
                </a:cubicBezTo>
                <a:cubicBezTo>
                  <a:pt x="335721" y="248970"/>
                  <a:pt x="238425" y="266998"/>
                  <a:pt x="41744" y="250463"/>
                </a:cubicBezTo>
                <a:cubicBezTo>
                  <a:pt x="17304" y="250384"/>
                  <a:pt x="1247" y="228355"/>
                  <a:pt x="0" y="208719"/>
                </a:cubicBezTo>
                <a:cubicBezTo>
                  <a:pt x="-4080" y="144712"/>
                  <a:pt x="1297" y="90451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Teacher Model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322" name="圆角矩形 321"/>
          <p:cNvSpPr>
            <a:spLocks noGrp="1"/>
          </p:cNvSpPr>
          <p:nvPr/>
        </p:nvSpPr>
        <p:spPr>
          <a:xfrm>
            <a:off x="4128770" y="4225925"/>
            <a:ext cx="1728470" cy="1162050"/>
          </a:xfrm>
          <a:custGeom>
            <a:avLst/>
            <a:gdLst>
              <a:gd name="connsiteX0" fmla="*/ 0 w 2444040"/>
              <a:gd name="connsiteY0" fmla="*/ 86174 h 1344365"/>
              <a:gd name="connsiteX1" fmla="*/ 86174 w 2444040"/>
              <a:gd name="connsiteY1" fmla="*/ 0 h 1344365"/>
              <a:gd name="connsiteX2" fmla="*/ 608663 w 2444040"/>
              <a:gd name="connsiteY2" fmla="*/ 0 h 1344365"/>
              <a:gd name="connsiteX3" fmla="*/ 1176586 w 2444040"/>
              <a:gd name="connsiteY3" fmla="*/ 0 h 1344365"/>
              <a:gd name="connsiteX4" fmla="*/ 1699075 w 2444040"/>
              <a:gd name="connsiteY4" fmla="*/ 0 h 1344365"/>
              <a:gd name="connsiteX5" fmla="*/ 2357866 w 2444040"/>
              <a:gd name="connsiteY5" fmla="*/ 0 h 1344365"/>
              <a:gd name="connsiteX6" fmla="*/ 2444040 w 2444040"/>
              <a:gd name="connsiteY6" fmla="*/ 86174 h 1344365"/>
              <a:gd name="connsiteX7" fmla="*/ 2444040 w 2444040"/>
              <a:gd name="connsiteY7" fmla="*/ 672183 h 1344365"/>
              <a:gd name="connsiteX8" fmla="*/ 2444040 w 2444040"/>
              <a:gd name="connsiteY8" fmla="*/ 1258191 h 1344365"/>
              <a:gd name="connsiteX9" fmla="*/ 2357866 w 2444040"/>
              <a:gd name="connsiteY9" fmla="*/ 1344365 h 1344365"/>
              <a:gd name="connsiteX10" fmla="*/ 1812660 w 2444040"/>
              <a:gd name="connsiteY10" fmla="*/ 1344365 h 1344365"/>
              <a:gd name="connsiteX11" fmla="*/ 1312888 w 2444040"/>
              <a:gd name="connsiteY11" fmla="*/ 1344365 h 1344365"/>
              <a:gd name="connsiteX12" fmla="*/ 722248 w 2444040"/>
              <a:gd name="connsiteY12" fmla="*/ 1344365 h 1344365"/>
              <a:gd name="connsiteX13" fmla="*/ 86174 w 2444040"/>
              <a:gd name="connsiteY13" fmla="*/ 1344365 h 1344365"/>
              <a:gd name="connsiteX14" fmla="*/ 0 w 2444040"/>
              <a:gd name="connsiteY14" fmla="*/ 1258191 h 1344365"/>
              <a:gd name="connsiteX15" fmla="*/ 0 w 2444040"/>
              <a:gd name="connsiteY15" fmla="*/ 648742 h 1344365"/>
              <a:gd name="connsiteX16" fmla="*/ 0 w 2444040"/>
              <a:gd name="connsiteY16" fmla="*/ 86174 h 1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44040" h="1344365" fill="none" extrusionOk="0">
                <a:moveTo>
                  <a:pt x="0" y="86174"/>
                </a:moveTo>
                <a:cubicBezTo>
                  <a:pt x="-3359" y="44587"/>
                  <a:pt x="42853" y="3174"/>
                  <a:pt x="86174" y="0"/>
                </a:cubicBezTo>
                <a:cubicBezTo>
                  <a:pt x="196264" y="10304"/>
                  <a:pt x="444639" y="-9139"/>
                  <a:pt x="608663" y="0"/>
                </a:cubicBezTo>
                <a:cubicBezTo>
                  <a:pt x="772687" y="9139"/>
                  <a:pt x="1009239" y="22873"/>
                  <a:pt x="1176586" y="0"/>
                </a:cubicBezTo>
                <a:cubicBezTo>
                  <a:pt x="1343933" y="-22873"/>
                  <a:pt x="1560111" y="-6108"/>
                  <a:pt x="1699075" y="0"/>
                </a:cubicBezTo>
                <a:cubicBezTo>
                  <a:pt x="1838039" y="6108"/>
                  <a:pt x="2070963" y="5099"/>
                  <a:pt x="2357866" y="0"/>
                </a:cubicBezTo>
                <a:cubicBezTo>
                  <a:pt x="2395852" y="-544"/>
                  <a:pt x="2447384" y="41460"/>
                  <a:pt x="2444040" y="86174"/>
                </a:cubicBezTo>
                <a:cubicBezTo>
                  <a:pt x="2418963" y="282735"/>
                  <a:pt x="2436788" y="540406"/>
                  <a:pt x="2444040" y="672183"/>
                </a:cubicBezTo>
                <a:cubicBezTo>
                  <a:pt x="2451292" y="803960"/>
                  <a:pt x="2420628" y="987554"/>
                  <a:pt x="2444040" y="1258191"/>
                </a:cubicBezTo>
                <a:cubicBezTo>
                  <a:pt x="2443769" y="1300158"/>
                  <a:pt x="2414403" y="1350000"/>
                  <a:pt x="2357866" y="1344365"/>
                </a:cubicBezTo>
                <a:cubicBezTo>
                  <a:pt x="2121430" y="1337208"/>
                  <a:pt x="2045955" y="1328119"/>
                  <a:pt x="1812660" y="1344365"/>
                </a:cubicBezTo>
                <a:cubicBezTo>
                  <a:pt x="1579365" y="1360611"/>
                  <a:pt x="1491544" y="1337057"/>
                  <a:pt x="1312888" y="1344365"/>
                </a:cubicBezTo>
                <a:cubicBezTo>
                  <a:pt x="1134232" y="1351673"/>
                  <a:pt x="977559" y="1358476"/>
                  <a:pt x="722248" y="1344365"/>
                </a:cubicBezTo>
                <a:cubicBezTo>
                  <a:pt x="466937" y="1330254"/>
                  <a:pt x="368247" y="1353339"/>
                  <a:pt x="86174" y="1344365"/>
                </a:cubicBezTo>
                <a:cubicBezTo>
                  <a:pt x="34921" y="1346417"/>
                  <a:pt x="517" y="1307184"/>
                  <a:pt x="0" y="1258191"/>
                </a:cubicBezTo>
                <a:cubicBezTo>
                  <a:pt x="-20475" y="1028137"/>
                  <a:pt x="1341" y="896825"/>
                  <a:pt x="0" y="648742"/>
                </a:cubicBezTo>
                <a:cubicBezTo>
                  <a:pt x="-1341" y="400659"/>
                  <a:pt x="1311" y="246929"/>
                  <a:pt x="0" y="86174"/>
                </a:cubicBezTo>
                <a:close/>
              </a:path>
              <a:path w="2444040" h="1344365" stroke="0" extrusionOk="0">
                <a:moveTo>
                  <a:pt x="0" y="86174"/>
                </a:moveTo>
                <a:cubicBezTo>
                  <a:pt x="-3227" y="36590"/>
                  <a:pt x="35188" y="1273"/>
                  <a:pt x="86174" y="0"/>
                </a:cubicBezTo>
                <a:cubicBezTo>
                  <a:pt x="286060" y="29371"/>
                  <a:pt x="417978" y="29746"/>
                  <a:pt x="699531" y="0"/>
                </a:cubicBezTo>
                <a:cubicBezTo>
                  <a:pt x="981084" y="-29746"/>
                  <a:pt x="1023078" y="-15531"/>
                  <a:pt x="1244737" y="0"/>
                </a:cubicBezTo>
                <a:cubicBezTo>
                  <a:pt x="1466396" y="15531"/>
                  <a:pt x="1536951" y="10031"/>
                  <a:pt x="1767226" y="0"/>
                </a:cubicBezTo>
                <a:cubicBezTo>
                  <a:pt x="1997501" y="-10031"/>
                  <a:pt x="2181031" y="8711"/>
                  <a:pt x="2357866" y="0"/>
                </a:cubicBezTo>
                <a:cubicBezTo>
                  <a:pt x="2408643" y="-6552"/>
                  <a:pt x="2436209" y="37382"/>
                  <a:pt x="2444040" y="86174"/>
                </a:cubicBezTo>
                <a:cubicBezTo>
                  <a:pt x="2447502" y="348091"/>
                  <a:pt x="2434779" y="387025"/>
                  <a:pt x="2444040" y="672183"/>
                </a:cubicBezTo>
                <a:cubicBezTo>
                  <a:pt x="2453301" y="957341"/>
                  <a:pt x="2471845" y="996078"/>
                  <a:pt x="2444040" y="1258191"/>
                </a:cubicBezTo>
                <a:cubicBezTo>
                  <a:pt x="2455051" y="1308431"/>
                  <a:pt x="2398999" y="1343320"/>
                  <a:pt x="2357866" y="1344365"/>
                </a:cubicBezTo>
                <a:cubicBezTo>
                  <a:pt x="2079433" y="1355162"/>
                  <a:pt x="2003044" y="1317831"/>
                  <a:pt x="1789943" y="1344365"/>
                </a:cubicBezTo>
                <a:cubicBezTo>
                  <a:pt x="1576842" y="1370899"/>
                  <a:pt x="1418116" y="1317540"/>
                  <a:pt x="1244737" y="1344365"/>
                </a:cubicBezTo>
                <a:cubicBezTo>
                  <a:pt x="1071358" y="1371190"/>
                  <a:pt x="897747" y="1360949"/>
                  <a:pt x="631380" y="1344365"/>
                </a:cubicBezTo>
                <a:cubicBezTo>
                  <a:pt x="365013" y="1327781"/>
                  <a:pt x="206077" y="1359565"/>
                  <a:pt x="86174" y="1344365"/>
                </a:cubicBezTo>
                <a:cubicBezTo>
                  <a:pt x="34173" y="1345089"/>
                  <a:pt x="-8786" y="1299722"/>
                  <a:pt x="0" y="1258191"/>
                </a:cubicBezTo>
                <a:cubicBezTo>
                  <a:pt x="-691" y="1087046"/>
                  <a:pt x="19774" y="784816"/>
                  <a:pt x="0" y="660462"/>
                </a:cubicBezTo>
                <a:cubicBezTo>
                  <a:pt x="-19774" y="536108"/>
                  <a:pt x="22796" y="346558"/>
                  <a:pt x="0" y="86174"/>
                </a:cubicBezTo>
                <a:close/>
              </a:path>
            </a:pathLst>
          </a:custGeom>
          <a:solidFill>
            <a:srgbClr val="FBFFF5"/>
          </a:solidFill>
          <a:ln w="13335">
            <a:solidFill>
              <a:srgbClr val="8BC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 rot="0">
            <a:off x="4191000" y="3329305"/>
            <a:ext cx="753745" cy="530225"/>
            <a:chOff x="9057" y="9086"/>
            <a:chExt cx="887" cy="835"/>
          </a:xfrm>
        </p:grpSpPr>
        <p:sp>
          <p:nvSpPr>
            <p:cNvPr id="259" name="Rounded Rectangle 258"/>
            <p:cNvSpPr/>
            <p:nvPr/>
          </p:nvSpPr>
          <p:spPr>
            <a:xfrm>
              <a:off x="9057" y="9086"/>
              <a:ext cx="887" cy="835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9180" y="9590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9353" y="9533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9526" y="9446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9699" y="9553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可选流程 142"/>
          <p:cNvSpPr/>
          <p:nvPr/>
        </p:nvSpPr>
        <p:spPr>
          <a:xfrm>
            <a:off x="4314825" y="3193415"/>
            <a:ext cx="513715" cy="250190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Logits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28" name="可选流程 227"/>
          <p:cNvSpPr/>
          <p:nvPr/>
        </p:nvSpPr>
        <p:spPr>
          <a:xfrm>
            <a:off x="4316095" y="4115435"/>
            <a:ext cx="1236345" cy="241935"/>
          </a:xfrm>
          <a:custGeom>
            <a:avLst/>
            <a:gdLst>
              <a:gd name="connsiteX0" fmla="*/ 0 w 1236211"/>
              <a:gd name="connsiteY0" fmla="*/ 40288 h 241728"/>
              <a:gd name="connsiteX1" fmla="*/ 40288 w 1236211"/>
              <a:gd name="connsiteY1" fmla="*/ 0 h 241728"/>
              <a:gd name="connsiteX2" fmla="*/ 618106 w 1236211"/>
              <a:gd name="connsiteY2" fmla="*/ 0 h 241728"/>
              <a:gd name="connsiteX3" fmla="*/ 1195923 w 1236211"/>
              <a:gd name="connsiteY3" fmla="*/ 0 h 241728"/>
              <a:gd name="connsiteX4" fmla="*/ 1236211 w 1236211"/>
              <a:gd name="connsiteY4" fmla="*/ 40288 h 241728"/>
              <a:gd name="connsiteX5" fmla="*/ 1236211 w 1236211"/>
              <a:gd name="connsiteY5" fmla="*/ 201440 h 241728"/>
              <a:gd name="connsiteX6" fmla="*/ 1195923 w 1236211"/>
              <a:gd name="connsiteY6" fmla="*/ 241728 h 241728"/>
              <a:gd name="connsiteX7" fmla="*/ 606549 w 1236211"/>
              <a:gd name="connsiteY7" fmla="*/ 241728 h 241728"/>
              <a:gd name="connsiteX8" fmla="*/ 40288 w 1236211"/>
              <a:gd name="connsiteY8" fmla="*/ 241728 h 241728"/>
              <a:gd name="connsiteX9" fmla="*/ 0 w 1236211"/>
              <a:gd name="connsiteY9" fmla="*/ 201440 h 241728"/>
              <a:gd name="connsiteX10" fmla="*/ 0 w 1236211"/>
              <a:gd name="connsiteY10" fmla="*/ 40288 h 24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36211" h="241728" fill="none" extrusionOk="0">
                <a:moveTo>
                  <a:pt x="0" y="40288"/>
                </a:moveTo>
                <a:cubicBezTo>
                  <a:pt x="2693" y="21337"/>
                  <a:pt x="20285" y="-1968"/>
                  <a:pt x="40288" y="0"/>
                </a:cubicBezTo>
                <a:cubicBezTo>
                  <a:pt x="269611" y="18902"/>
                  <a:pt x="416380" y="2406"/>
                  <a:pt x="618106" y="0"/>
                </a:cubicBezTo>
                <a:cubicBezTo>
                  <a:pt x="819832" y="-2406"/>
                  <a:pt x="980979" y="19297"/>
                  <a:pt x="1195923" y="0"/>
                </a:cubicBezTo>
                <a:cubicBezTo>
                  <a:pt x="1216864" y="-2668"/>
                  <a:pt x="1236544" y="13532"/>
                  <a:pt x="1236211" y="40288"/>
                </a:cubicBezTo>
                <a:cubicBezTo>
                  <a:pt x="1231073" y="73514"/>
                  <a:pt x="1229302" y="133549"/>
                  <a:pt x="1236211" y="201440"/>
                </a:cubicBezTo>
                <a:cubicBezTo>
                  <a:pt x="1230695" y="223917"/>
                  <a:pt x="1219515" y="239310"/>
                  <a:pt x="1195923" y="241728"/>
                </a:cubicBezTo>
                <a:cubicBezTo>
                  <a:pt x="927349" y="254585"/>
                  <a:pt x="837546" y="258601"/>
                  <a:pt x="606549" y="241728"/>
                </a:cubicBezTo>
                <a:cubicBezTo>
                  <a:pt x="375552" y="224855"/>
                  <a:pt x="236721" y="238260"/>
                  <a:pt x="40288" y="241728"/>
                </a:cubicBezTo>
                <a:cubicBezTo>
                  <a:pt x="17894" y="237846"/>
                  <a:pt x="3240" y="224366"/>
                  <a:pt x="0" y="201440"/>
                </a:cubicBezTo>
                <a:cubicBezTo>
                  <a:pt x="358" y="136136"/>
                  <a:pt x="4336" y="109772"/>
                  <a:pt x="0" y="40288"/>
                </a:cubicBezTo>
                <a:close/>
              </a:path>
              <a:path w="1236211" h="241728" stroke="0" extrusionOk="0">
                <a:moveTo>
                  <a:pt x="0" y="40288"/>
                </a:moveTo>
                <a:cubicBezTo>
                  <a:pt x="-2060" y="16767"/>
                  <a:pt x="13474" y="1713"/>
                  <a:pt x="40288" y="0"/>
                </a:cubicBezTo>
                <a:cubicBezTo>
                  <a:pt x="272916" y="-20149"/>
                  <a:pt x="472482" y="7057"/>
                  <a:pt x="641218" y="0"/>
                </a:cubicBezTo>
                <a:cubicBezTo>
                  <a:pt x="809954" y="-7057"/>
                  <a:pt x="1063992" y="23508"/>
                  <a:pt x="1195923" y="0"/>
                </a:cubicBezTo>
                <a:cubicBezTo>
                  <a:pt x="1214449" y="-2038"/>
                  <a:pt x="1237379" y="18596"/>
                  <a:pt x="1236211" y="40288"/>
                </a:cubicBezTo>
                <a:cubicBezTo>
                  <a:pt x="1239790" y="95404"/>
                  <a:pt x="1230886" y="144385"/>
                  <a:pt x="1236211" y="201440"/>
                </a:cubicBezTo>
                <a:cubicBezTo>
                  <a:pt x="1238448" y="220049"/>
                  <a:pt x="1216652" y="243065"/>
                  <a:pt x="1195923" y="241728"/>
                </a:cubicBezTo>
                <a:cubicBezTo>
                  <a:pt x="950012" y="241038"/>
                  <a:pt x="809430" y="265274"/>
                  <a:pt x="618106" y="241728"/>
                </a:cubicBezTo>
                <a:cubicBezTo>
                  <a:pt x="426782" y="218182"/>
                  <a:pt x="198486" y="217694"/>
                  <a:pt x="40288" y="241728"/>
                </a:cubicBezTo>
                <a:cubicBezTo>
                  <a:pt x="15757" y="241598"/>
                  <a:pt x="518" y="222271"/>
                  <a:pt x="0" y="201440"/>
                </a:cubicBezTo>
                <a:cubicBezTo>
                  <a:pt x="2112" y="153425"/>
                  <a:pt x="-2681" y="93356"/>
                  <a:pt x="0" y="4028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0" i="0" dirty="0">
                <a:solidFill>
                  <a:srgbClr val="121212"/>
                </a:solidFill>
                <a:effectLst/>
                <a:latin typeface="Comic Sans MS" panose="030F0702030302020204" pitchFamily="66" charset="0"/>
              </a:rPr>
              <a:t> Temporal Separation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370" name="右箭头 369"/>
          <p:cNvSpPr>
            <a:spLocks noGrp="1"/>
          </p:cNvSpPr>
          <p:nvPr/>
        </p:nvSpPr>
        <p:spPr>
          <a:xfrm>
            <a:off x="5055235" y="3542030"/>
            <a:ext cx="360680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6F68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右箭头 370"/>
          <p:cNvSpPr>
            <a:spLocks noGrp="1"/>
          </p:cNvSpPr>
          <p:nvPr/>
        </p:nvSpPr>
        <p:spPr>
          <a:xfrm>
            <a:off x="3663315" y="3542665"/>
            <a:ext cx="360680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6F68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5315585" y="3166110"/>
            <a:ext cx="721360" cy="704850"/>
            <a:chOff x="8371" y="4986"/>
            <a:chExt cx="1136" cy="1110"/>
          </a:xfrm>
        </p:grpSpPr>
        <p:sp>
          <p:nvSpPr>
            <p:cNvPr id="372" name="可选流程 371"/>
            <p:cNvSpPr/>
            <p:nvPr/>
          </p:nvSpPr>
          <p:spPr>
            <a:xfrm>
              <a:off x="8371" y="4986"/>
              <a:ext cx="1136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redicted Class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374" name="图片 37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2" y="5462"/>
              <a:ext cx="634" cy="634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 rot="0">
            <a:off x="2140585" y="4149725"/>
            <a:ext cx="2073275" cy="1356360"/>
            <a:chOff x="2390" y="6535"/>
            <a:chExt cx="3265" cy="2136"/>
          </a:xfrm>
        </p:grpSpPr>
        <p:grpSp>
          <p:nvGrpSpPr>
            <p:cNvPr id="34" name="组合 33"/>
            <p:cNvGrpSpPr/>
            <p:nvPr/>
          </p:nvGrpSpPr>
          <p:grpSpPr>
            <a:xfrm>
              <a:off x="4663" y="6776"/>
              <a:ext cx="992" cy="773"/>
              <a:chOff x="1346" y="6856"/>
              <a:chExt cx="992" cy="773"/>
            </a:xfrm>
          </p:grpSpPr>
          <p:pic>
            <p:nvPicPr>
              <p:cNvPr id="141" name="图片 14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0" y="6856"/>
                <a:ext cx="548" cy="548"/>
              </a:xfrm>
              <a:prstGeom prst="rect">
                <a:avLst/>
              </a:prstGeom>
            </p:spPr>
          </p:pic>
          <p:sp>
            <p:nvSpPr>
              <p:cNvPr id="224" name="文本框 223"/>
              <p:cNvSpPr txBox="1"/>
              <p:nvPr/>
            </p:nvSpPr>
            <p:spPr>
              <a:xfrm>
                <a:off x="1346" y="7265"/>
                <a:ext cx="993" cy="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900" dirty="0">
                    <a:latin typeface="Comic Sans MS" panose="030F0702030302020204" pitchFamily="66" charset="0"/>
                  </a:rPr>
                  <a:t>Teacher</a:t>
                </a:r>
                <a:endParaRPr kumimoji="1" lang="zh-CN" altLang="en-US" sz="900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4645" y="7795"/>
              <a:ext cx="982" cy="877"/>
              <a:chOff x="1328" y="7628"/>
              <a:chExt cx="982" cy="877"/>
            </a:xfrm>
          </p:grpSpPr>
          <p:pic>
            <p:nvPicPr>
              <p:cNvPr id="213" name="图片 2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8" y="7628"/>
                <a:ext cx="552" cy="552"/>
              </a:xfrm>
              <a:prstGeom prst="rect">
                <a:avLst/>
              </a:prstGeom>
            </p:spPr>
          </p:pic>
          <p:sp>
            <p:nvSpPr>
              <p:cNvPr id="225" name="文本框 224"/>
              <p:cNvSpPr txBox="1"/>
              <p:nvPr/>
            </p:nvSpPr>
            <p:spPr>
              <a:xfrm>
                <a:off x="1328" y="8141"/>
                <a:ext cx="983" cy="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900" dirty="0">
                    <a:latin typeface="Comic Sans MS" panose="030F0702030302020204" pitchFamily="66" charset="0"/>
                  </a:rPr>
                  <a:t>Student</a:t>
                </a:r>
                <a:endParaRPr kumimoji="1" lang="zh-CN" altLang="en-US" sz="900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2390" y="6535"/>
              <a:ext cx="2651" cy="1950"/>
              <a:chOff x="2202" y="6269"/>
              <a:chExt cx="2651" cy="1950"/>
            </a:xfrm>
          </p:grpSpPr>
          <p:sp>
            <p:nvSpPr>
              <p:cNvPr id="31" name="圆角矩形 30"/>
              <p:cNvSpPr>
                <a:spLocks noGrp="1"/>
              </p:cNvSpPr>
              <p:nvPr/>
            </p:nvSpPr>
            <p:spPr>
              <a:xfrm>
                <a:off x="2202" y="6393"/>
                <a:ext cx="2375" cy="1826"/>
              </a:xfrm>
              <a:custGeom>
                <a:avLst/>
                <a:gdLst>
                  <a:gd name="connsiteX0" fmla="*/ 0 w 2317179"/>
                  <a:gd name="connsiteY0" fmla="*/ 85786 h 1338308"/>
                  <a:gd name="connsiteX1" fmla="*/ 85786 w 2317179"/>
                  <a:gd name="connsiteY1" fmla="*/ 0 h 1338308"/>
                  <a:gd name="connsiteX2" fmla="*/ 579276 w 2317179"/>
                  <a:gd name="connsiteY2" fmla="*/ 0 h 1338308"/>
                  <a:gd name="connsiteX3" fmla="*/ 1115677 w 2317179"/>
                  <a:gd name="connsiteY3" fmla="*/ 0 h 1338308"/>
                  <a:gd name="connsiteX4" fmla="*/ 1609167 w 2317179"/>
                  <a:gd name="connsiteY4" fmla="*/ 0 h 1338308"/>
                  <a:gd name="connsiteX5" fmla="*/ 2231393 w 2317179"/>
                  <a:gd name="connsiteY5" fmla="*/ 0 h 1338308"/>
                  <a:gd name="connsiteX6" fmla="*/ 2317179 w 2317179"/>
                  <a:gd name="connsiteY6" fmla="*/ 85786 h 1338308"/>
                  <a:gd name="connsiteX7" fmla="*/ 2317179 w 2317179"/>
                  <a:gd name="connsiteY7" fmla="*/ 669154 h 1338308"/>
                  <a:gd name="connsiteX8" fmla="*/ 2317179 w 2317179"/>
                  <a:gd name="connsiteY8" fmla="*/ 1252522 h 1338308"/>
                  <a:gd name="connsiteX9" fmla="*/ 2231393 w 2317179"/>
                  <a:gd name="connsiteY9" fmla="*/ 1338308 h 1338308"/>
                  <a:gd name="connsiteX10" fmla="*/ 1716447 w 2317179"/>
                  <a:gd name="connsiteY10" fmla="*/ 1338308 h 1338308"/>
                  <a:gd name="connsiteX11" fmla="*/ 1244414 w 2317179"/>
                  <a:gd name="connsiteY11" fmla="*/ 1338308 h 1338308"/>
                  <a:gd name="connsiteX12" fmla="*/ 686556 w 2317179"/>
                  <a:gd name="connsiteY12" fmla="*/ 1338308 h 1338308"/>
                  <a:gd name="connsiteX13" fmla="*/ 85786 w 2317179"/>
                  <a:gd name="connsiteY13" fmla="*/ 1338308 h 1338308"/>
                  <a:gd name="connsiteX14" fmla="*/ 0 w 2317179"/>
                  <a:gd name="connsiteY14" fmla="*/ 1252522 h 1338308"/>
                  <a:gd name="connsiteX15" fmla="*/ 0 w 2317179"/>
                  <a:gd name="connsiteY15" fmla="*/ 645819 h 1338308"/>
                  <a:gd name="connsiteX16" fmla="*/ 0 w 2317179"/>
                  <a:gd name="connsiteY16" fmla="*/ 85786 h 1338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17179" h="1338308" fill="none" extrusionOk="0">
                    <a:moveTo>
                      <a:pt x="0" y="85786"/>
                    </a:moveTo>
                    <a:cubicBezTo>
                      <a:pt x="-3038" y="43840"/>
                      <a:pt x="46487" y="6003"/>
                      <a:pt x="85786" y="0"/>
                    </a:cubicBezTo>
                    <a:cubicBezTo>
                      <a:pt x="279379" y="21031"/>
                      <a:pt x="346961" y="-13621"/>
                      <a:pt x="579276" y="0"/>
                    </a:cubicBezTo>
                    <a:cubicBezTo>
                      <a:pt x="811591" y="13621"/>
                      <a:pt x="998487" y="20754"/>
                      <a:pt x="1115677" y="0"/>
                    </a:cubicBezTo>
                    <a:cubicBezTo>
                      <a:pt x="1232867" y="-20754"/>
                      <a:pt x="1504831" y="12893"/>
                      <a:pt x="1609167" y="0"/>
                    </a:cubicBezTo>
                    <a:cubicBezTo>
                      <a:pt x="1713503" y="-12893"/>
                      <a:pt x="2072892" y="6374"/>
                      <a:pt x="2231393" y="0"/>
                    </a:cubicBezTo>
                    <a:cubicBezTo>
                      <a:pt x="2271680" y="-401"/>
                      <a:pt x="2325922" y="45935"/>
                      <a:pt x="2317179" y="85786"/>
                    </a:cubicBezTo>
                    <a:cubicBezTo>
                      <a:pt x="2295620" y="209321"/>
                      <a:pt x="2295480" y="537082"/>
                      <a:pt x="2317179" y="669154"/>
                    </a:cubicBezTo>
                    <a:cubicBezTo>
                      <a:pt x="2338878" y="801226"/>
                      <a:pt x="2311342" y="1012078"/>
                      <a:pt x="2317179" y="1252522"/>
                    </a:cubicBezTo>
                    <a:cubicBezTo>
                      <a:pt x="2316728" y="1290533"/>
                      <a:pt x="2281527" y="1340044"/>
                      <a:pt x="2231393" y="1338308"/>
                    </a:cubicBezTo>
                    <a:cubicBezTo>
                      <a:pt x="2110157" y="1327192"/>
                      <a:pt x="1944590" y="1344162"/>
                      <a:pt x="1716447" y="1338308"/>
                    </a:cubicBezTo>
                    <a:cubicBezTo>
                      <a:pt x="1488304" y="1332454"/>
                      <a:pt x="1407570" y="1335240"/>
                      <a:pt x="1244414" y="1338308"/>
                    </a:cubicBezTo>
                    <a:cubicBezTo>
                      <a:pt x="1081258" y="1341376"/>
                      <a:pt x="917491" y="1357980"/>
                      <a:pt x="686556" y="1338308"/>
                    </a:cubicBezTo>
                    <a:cubicBezTo>
                      <a:pt x="455621" y="1318636"/>
                      <a:pt x="298379" y="1319242"/>
                      <a:pt x="85786" y="1338308"/>
                    </a:cubicBezTo>
                    <a:cubicBezTo>
                      <a:pt x="31923" y="1341944"/>
                      <a:pt x="2315" y="1306174"/>
                      <a:pt x="0" y="1252522"/>
                    </a:cubicBezTo>
                    <a:cubicBezTo>
                      <a:pt x="17269" y="1052808"/>
                      <a:pt x="-19255" y="855994"/>
                      <a:pt x="0" y="645819"/>
                    </a:cubicBezTo>
                    <a:cubicBezTo>
                      <a:pt x="19255" y="435644"/>
                      <a:pt x="3633" y="273817"/>
                      <a:pt x="0" y="85786"/>
                    </a:cubicBezTo>
                    <a:close/>
                  </a:path>
                  <a:path w="2317179" h="1338308" stroke="0" extrusionOk="0">
                    <a:moveTo>
                      <a:pt x="0" y="85786"/>
                    </a:moveTo>
                    <a:cubicBezTo>
                      <a:pt x="-7775" y="33612"/>
                      <a:pt x="27788" y="3986"/>
                      <a:pt x="85786" y="0"/>
                    </a:cubicBezTo>
                    <a:cubicBezTo>
                      <a:pt x="215449" y="8864"/>
                      <a:pt x="410953" y="22153"/>
                      <a:pt x="665100" y="0"/>
                    </a:cubicBezTo>
                    <a:cubicBezTo>
                      <a:pt x="919247" y="-22153"/>
                      <a:pt x="925029" y="-3623"/>
                      <a:pt x="1180046" y="0"/>
                    </a:cubicBezTo>
                    <a:cubicBezTo>
                      <a:pt x="1435063" y="3623"/>
                      <a:pt x="1457169" y="-14806"/>
                      <a:pt x="1673535" y="0"/>
                    </a:cubicBezTo>
                    <a:cubicBezTo>
                      <a:pt x="1889901" y="14806"/>
                      <a:pt x="2049193" y="11103"/>
                      <a:pt x="2231393" y="0"/>
                    </a:cubicBezTo>
                    <a:cubicBezTo>
                      <a:pt x="2283834" y="-10420"/>
                      <a:pt x="2308559" y="37088"/>
                      <a:pt x="2317179" y="85786"/>
                    </a:cubicBezTo>
                    <a:cubicBezTo>
                      <a:pt x="2322543" y="357741"/>
                      <a:pt x="2299954" y="378273"/>
                      <a:pt x="2317179" y="669154"/>
                    </a:cubicBezTo>
                    <a:cubicBezTo>
                      <a:pt x="2334404" y="960035"/>
                      <a:pt x="2297497" y="1025425"/>
                      <a:pt x="2317179" y="1252522"/>
                    </a:cubicBezTo>
                    <a:cubicBezTo>
                      <a:pt x="2322010" y="1301062"/>
                      <a:pt x="2268007" y="1336567"/>
                      <a:pt x="2231393" y="1338308"/>
                    </a:cubicBezTo>
                    <a:cubicBezTo>
                      <a:pt x="2032655" y="1361050"/>
                      <a:pt x="1829681" y="1332085"/>
                      <a:pt x="1694991" y="1338308"/>
                    </a:cubicBezTo>
                    <a:cubicBezTo>
                      <a:pt x="1560301" y="1344531"/>
                      <a:pt x="1321395" y="1335252"/>
                      <a:pt x="1180046" y="1338308"/>
                    </a:cubicBezTo>
                    <a:cubicBezTo>
                      <a:pt x="1038698" y="1341364"/>
                      <a:pt x="724084" y="1332715"/>
                      <a:pt x="600732" y="1338308"/>
                    </a:cubicBezTo>
                    <a:cubicBezTo>
                      <a:pt x="477380" y="1343901"/>
                      <a:pt x="341499" y="1357636"/>
                      <a:pt x="85786" y="1338308"/>
                    </a:cubicBezTo>
                    <a:cubicBezTo>
                      <a:pt x="35594" y="1338770"/>
                      <a:pt x="-4713" y="1296648"/>
                      <a:pt x="0" y="1252522"/>
                    </a:cubicBezTo>
                    <a:cubicBezTo>
                      <a:pt x="9456" y="1021131"/>
                      <a:pt x="-21555" y="828390"/>
                      <a:pt x="0" y="657487"/>
                    </a:cubicBezTo>
                    <a:cubicBezTo>
                      <a:pt x="21555" y="486584"/>
                      <a:pt x="23925" y="320348"/>
                      <a:pt x="0" y="85786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13335">
                <a:solidFill>
                  <a:schemeClr val="accent5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227" name="可选流程 226"/>
              <p:cNvSpPr/>
              <p:nvPr/>
            </p:nvSpPr>
            <p:spPr>
              <a:xfrm>
                <a:off x="2416" y="6269"/>
                <a:ext cx="1947" cy="381"/>
              </a:xfrm>
              <a:custGeom>
                <a:avLst/>
                <a:gdLst>
                  <a:gd name="connsiteX0" fmla="*/ 0 w 1236211"/>
                  <a:gd name="connsiteY0" fmla="*/ 40288 h 241728"/>
                  <a:gd name="connsiteX1" fmla="*/ 40288 w 1236211"/>
                  <a:gd name="connsiteY1" fmla="*/ 0 h 241728"/>
                  <a:gd name="connsiteX2" fmla="*/ 618106 w 1236211"/>
                  <a:gd name="connsiteY2" fmla="*/ 0 h 241728"/>
                  <a:gd name="connsiteX3" fmla="*/ 1195923 w 1236211"/>
                  <a:gd name="connsiteY3" fmla="*/ 0 h 241728"/>
                  <a:gd name="connsiteX4" fmla="*/ 1236211 w 1236211"/>
                  <a:gd name="connsiteY4" fmla="*/ 40288 h 241728"/>
                  <a:gd name="connsiteX5" fmla="*/ 1236211 w 1236211"/>
                  <a:gd name="connsiteY5" fmla="*/ 201440 h 241728"/>
                  <a:gd name="connsiteX6" fmla="*/ 1195923 w 1236211"/>
                  <a:gd name="connsiteY6" fmla="*/ 241728 h 241728"/>
                  <a:gd name="connsiteX7" fmla="*/ 606549 w 1236211"/>
                  <a:gd name="connsiteY7" fmla="*/ 241728 h 241728"/>
                  <a:gd name="connsiteX8" fmla="*/ 40288 w 1236211"/>
                  <a:gd name="connsiteY8" fmla="*/ 241728 h 241728"/>
                  <a:gd name="connsiteX9" fmla="*/ 0 w 1236211"/>
                  <a:gd name="connsiteY9" fmla="*/ 201440 h 241728"/>
                  <a:gd name="connsiteX10" fmla="*/ 0 w 1236211"/>
                  <a:gd name="connsiteY10" fmla="*/ 40288 h 241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36211" h="241728" fill="none" extrusionOk="0">
                    <a:moveTo>
                      <a:pt x="0" y="40288"/>
                    </a:moveTo>
                    <a:cubicBezTo>
                      <a:pt x="2693" y="21337"/>
                      <a:pt x="20285" y="-1968"/>
                      <a:pt x="40288" y="0"/>
                    </a:cubicBezTo>
                    <a:cubicBezTo>
                      <a:pt x="269611" y="18902"/>
                      <a:pt x="416380" y="2406"/>
                      <a:pt x="618106" y="0"/>
                    </a:cubicBezTo>
                    <a:cubicBezTo>
                      <a:pt x="819832" y="-2406"/>
                      <a:pt x="980979" y="19297"/>
                      <a:pt x="1195923" y="0"/>
                    </a:cubicBezTo>
                    <a:cubicBezTo>
                      <a:pt x="1216864" y="-2668"/>
                      <a:pt x="1236544" y="13532"/>
                      <a:pt x="1236211" y="40288"/>
                    </a:cubicBezTo>
                    <a:cubicBezTo>
                      <a:pt x="1231073" y="73514"/>
                      <a:pt x="1229302" y="133549"/>
                      <a:pt x="1236211" y="201440"/>
                    </a:cubicBezTo>
                    <a:cubicBezTo>
                      <a:pt x="1230695" y="223917"/>
                      <a:pt x="1219515" y="239310"/>
                      <a:pt x="1195923" y="241728"/>
                    </a:cubicBezTo>
                    <a:cubicBezTo>
                      <a:pt x="927349" y="254585"/>
                      <a:pt x="837546" y="258601"/>
                      <a:pt x="606549" y="241728"/>
                    </a:cubicBezTo>
                    <a:cubicBezTo>
                      <a:pt x="375552" y="224855"/>
                      <a:pt x="236721" y="238260"/>
                      <a:pt x="40288" y="241728"/>
                    </a:cubicBezTo>
                    <a:cubicBezTo>
                      <a:pt x="17894" y="237846"/>
                      <a:pt x="3240" y="224366"/>
                      <a:pt x="0" y="201440"/>
                    </a:cubicBezTo>
                    <a:cubicBezTo>
                      <a:pt x="358" y="136136"/>
                      <a:pt x="4336" y="109772"/>
                      <a:pt x="0" y="40288"/>
                    </a:cubicBezTo>
                    <a:close/>
                  </a:path>
                  <a:path w="1236211" h="241728" stroke="0" extrusionOk="0">
                    <a:moveTo>
                      <a:pt x="0" y="40288"/>
                    </a:moveTo>
                    <a:cubicBezTo>
                      <a:pt x="-2060" y="16767"/>
                      <a:pt x="13474" y="1713"/>
                      <a:pt x="40288" y="0"/>
                    </a:cubicBezTo>
                    <a:cubicBezTo>
                      <a:pt x="272916" y="-20149"/>
                      <a:pt x="472482" y="7057"/>
                      <a:pt x="641218" y="0"/>
                    </a:cubicBezTo>
                    <a:cubicBezTo>
                      <a:pt x="809954" y="-7057"/>
                      <a:pt x="1063992" y="23508"/>
                      <a:pt x="1195923" y="0"/>
                    </a:cubicBezTo>
                    <a:cubicBezTo>
                      <a:pt x="1214449" y="-2038"/>
                      <a:pt x="1237379" y="18596"/>
                      <a:pt x="1236211" y="40288"/>
                    </a:cubicBezTo>
                    <a:cubicBezTo>
                      <a:pt x="1239790" y="95404"/>
                      <a:pt x="1230886" y="144385"/>
                      <a:pt x="1236211" y="201440"/>
                    </a:cubicBezTo>
                    <a:cubicBezTo>
                      <a:pt x="1238448" y="220049"/>
                      <a:pt x="1216652" y="243065"/>
                      <a:pt x="1195923" y="241728"/>
                    </a:cubicBezTo>
                    <a:cubicBezTo>
                      <a:pt x="950012" y="241038"/>
                      <a:pt x="809430" y="265274"/>
                      <a:pt x="618106" y="241728"/>
                    </a:cubicBezTo>
                    <a:cubicBezTo>
                      <a:pt x="426782" y="218182"/>
                      <a:pt x="198486" y="217694"/>
                      <a:pt x="40288" y="241728"/>
                    </a:cubicBezTo>
                    <a:cubicBezTo>
                      <a:pt x="15757" y="241598"/>
                      <a:pt x="518" y="222271"/>
                      <a:pt x="0" y="201440"/>
                    </a:cubicBezTo>
                    <a:cubicBezTo>
                      <a:pt x="2112" y="153425"/>
                      <a:pt x="-2681" y="93356"/>
                      <a:pt x="0" y="4028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b="0" i="0" dirty="0">
                    <a:solidFill>
                      <a:srgbClr val="121212"/>
                    </a:solidFill>
                    <a:effectLst/>
                    <a:latin typeface="Comic Sans MS" panose="030F0702030302020204" pitchFamily="66" charset="0"/>
                  </a:rPr>
                  <a:t>Memory-Discrepancy</a:t>
                </a:r>
                <a:endPara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2381" y="6869"/>
                <a:ext cx="2472" cy="1132"/>
                <a:chOff x="2251" y="6862"/>
                <a:chExt cx="2472" cy="1132"/>
              </a:xfrm>
            </p:grpSpPr>
            <p:sp>
              <p:nvSpPr>
                <p:cNvPr id="3" name="任意多边形 2"/>
                <p:cNvSpPr/>
                <p:nvPr/>
              </p:nvSpPr>
              <p:spPr>
                <a:xfrm rot="16200000" flipH="1">
                  <a:off x="2774" y="6338"/>
                  <a:ext cx="1106" cy="2153"/>
                </a:xfrm>
                <a:custGeom>
                  <a:avLst/>
                  <a:gdLst>
                    <a:gd name="connsiteX0" fmla="*/ 44 w 1106"/>
                    <a:gd name="connsiteY0" fmla="*/ 177 h 2153"/>
                    <a:gd name="connsiteX1" fmla="*/ 221 w 1106"/>
                    <a:gd name="connsiteY1" fmla="*/ 0 h 2153"/>
                    <a:gd name="connsiteX2" fmla="*/ 221 w 1106"/>
                    <a:gd name="connsiteY2" fmla="*/ 0 h 2153"/>
                    <a:gd name="connsiteX3" fmla="*/ 221 w 1106"/>
                    <a:gd name="connsiteY3" fmla="*/ 0 h 2153"/>
                    <a:gd name="connsiteX4" fmla="*/ 487 w 1106"/>
                    <a:gd name="connsiteY4" fmla="*/ 0 h 2153"/>
                    <a:gd name="connsiteX5" fmla="*/ 929 w 1106"/>
                    <a:gd name="connsiteY5" fmla="*/ 0 h 2153"/>
                    <a:gd name="connsiteX6" fmla="*/ 1106 w 1106"/>
                    <a:gd name="connsiteY6" fmla="*/ 177 h 2153"/>
                    <a:gd name="connsiteX7" fmla="*/ 1106 w 1106"/>
                    <a:gd name="connsiteY7" fmla="*/ 1069 h 2153"/>
                    <a:gd name="connsiteX8" fmla="*/ 1106 w 1106"/>
                    <a:gd name="connsiteY8" fmla="*/ 1069 h 2153"/>
                    <a:gd name="connsiteX9" fmla="*/ 1106 w 1106"/>
                    <a:gd name="connsiteY9" fmla="*/ 1528 h 2153"/>
                    <a:gd name="connsiteX10" fmla="*/ 1106 w 1106"/>
                    <a:gd name="connsiteY10" fmla="*/ 1656 h 2153"/>
                    <a:gd name="connsiteX11" fmla="*/ 929 w 1106"/>
                    <a:gd name="connsiteY11" fmla="*/ 1833 h 2153"/>
                    <a:gd name="connsiteX12" fmla="*/ 487 w 1106"/>
                    <a:gd name="connsiteY12" fmla="*/ 1833 h 2153"/>
                    <a:gd name="connsiteX13" fmla="*/ 0 w 1106"/>
                    <a:gd name="connsiteY13" fmla="*/ 2153 h 2153"/>
                    <a:gd name="connsiteX14" fmla="*/ 221 w 1106"/>
                    <a:gd name="connsiteY14" fmla="*/ 1833 h 2153"/>
                    <a:gd name="connsiteX15" fmla="*/ 221 w 1106"/>
                    <a:gd name="connsiteY15" fmla="*/ 1833 h 2153"/>
                    <a:gd name="connsiteX16" fmla="*/ 44 w 1106"/>
                    <a:gd name="connsiteY16" fmla="*/ 1656 h 2153"/>
                    <a:gd name="connsiteX17" fmla="*/ 44 w 1106"/>
                    <a:gd name="connsiteY17" fmla="*/ 1528 h 2153"/>
                    <a:gd name="connsiteX18" fmla="*/ 44 w 1106"/>
                    <a:gd name="connsiteY18" fmla="*/ 1069 h 2153"/>
                    <a:gd name="connsiteX19" fmla="*/ 44 w 1106"/>
                    <a:gd name="connsiteY19" fmla="*/ 1069 h 2153"/>
                    <a:gd name="connsiteX20" fmla="*/ 44 w 1106"/>
                    <a:gd name="connsiteY20" fmla="*/ 177 h 2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06" h="2153">
                      <a:moveTo>
                        <a:pt x="44" y="177"/>
                      </a:moveTo>
                      <a:cubicBezTo>
                        <a:pt x="44" y="79"/>
                        <a:pt x="123" y="0"/>
                        <a:pt x="221" y="0"/>
                      </a:cubicBezTo>
                      <a:lnTo>
                        <a:pt x="221" y="0"/>
                      </a:lnTo>
                      <a:lnTo>
                        <a:pt x="221" y="0"/>
                      </a:lnTo>
                      <a:lnTo>
                        <a:pt x="487" y="0"/>
                      </a:lnTo>
                      <a:lnTo>
                        <a:pt x="929" y="0"/>
                      </a:lnTo>
                      <a:cubicBezTo>
                        <a:pt x="1027" y="0"/>
                        <a:pt x="1106" y="79"/>
                        <a:pt x="1106" y="177"/>
                      </a:cubicBezTo>
                      <a:lnTo>
                        <a:pt x="1106" y="1069"/>
                      </a:lnTo>
                      <a:lnTo>
                        <a:pt x="1106" y="1069"/>
                      </a:lnTo>
                      <a:lnTo>
                        <a:pt x="1106" y="1528"/>
                      </a:lnTo>
                      <a:lnTo>
                        <a:pt x="1106" y="1656"/>
                      </a:lnTo>
                      <a:cubicBezTo>
                        <a:pt x="1106" y="1754"/>
                        <a:pt x="1027" y="1833"/>
                        <a:pt x="929" y="1833"/>
                      </a:cubicBezTo>
                      <a:lnTo>
                        <a:pt x="487" y="1833"/>
                      </a:lnTo>
                      <a:lnTo>
                        <a:pt x="0" y="2153"/>
                      </a:lnTo>
                      <a:lnTo>
                        <a:pt x="221" y="1833"/>
                      </a:lnTo>
                      <a:lnTo>
                        <a:pt x="221" y="1833"/>
                      </a:lnTo>
                      <a:cubicBezTo>
                        <a:pt x="123" y="1833"/>
                        <a:pt x="44" y="1754"/>
                        <a:pt x="44" y="1656"/>
                      </a:cubicBezTo>
                      <a:lnTo>
                        <a:pt x="44" y="1528"/>
                      </a:lnTo>
                      <a:lnTo>
                        <a:pt x="44" y="1069"/>
                      </a:lnTo>
                      <a:lnTo>
                        <a:pt x="44" y="1069"/>
                      </a:lnTo>
                      <a:lnTo>
                        <a:pt x="44" y="177"/>
                      </a:lnTo>
                      <a:close/>
                    </a:path>
                  </a:pathLst>
                </a:custGeom>
                <a:solidFill>
                  <a:srgbClr val="185F8A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2338" y="6912"/>
                  <a:ext cx="2385" cy="1082"/>
                </a:xfrm>
                <a:prstGeom prst="rect">
                  <a:avLst/>
                </a:prstGeom>
              </p:spPr>
              <p:txBody>
                <a:bodyPr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p>
                  <a:pPr algn="l"/>
                  <a:r>
                    <a:rPr lang="en-US" altLang="zh-CN" sz="120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微软雅黑" panose="020B0503020204020204" charset="-122"/>
                      <a:cs typeface="Comic Sans MS" panose="030F0702030302020204" pitchFamily="66" charset="0"/>
                    </a:rPr>
                    <a:t>Transfer My Feature Knowledge</a:t>
                  </a:r>
                  <a:endParaRPr lang="en-US" altLang="zh-CN" sz="1200">
                    <a:solidFill>
                      <a:schemeClr val="bg1"/>
                    </a:solidFill>
                    <a:latin typeface="Comic Sans MS" panose="030F0702030302020204" pitchFamily="66" charset="0"/>
                    <a:ea typeface="微软雅黑" panose="020B0503020204020204" charset="-122"/>
                    <a:cs typeface="Comic Sans MS" panose="030F0702030302020204" pitchFamily="66" charset="0"/>
                  </a:endParaRPr>
                </a:p>
              </p:txBody>
            </p:sp>
          </p:grpSp>
        </p:grpSp>
      </p:grpSp>
      <p:sp>
        <p:nvSpPr>
          <p:cNvPr id="47" name="任意多边形 46"/>
          <p:cNvSpPr/>
          <p:nvPr/>
        </p:nvSpPr>
        <p:spPr>
          <a:xfrm rot="5400000">
            <a:off x="4545965" y="4197350"/>
            <a:ext cx="702310" cy="1367155"/>
          </a:xfrm>
          <a:custGeom>
            <a:avLst/>
            <a:gdLst>
              <a:gd name="connsiteX0" fmla="*/ 44 w 1106"/>
              <a:gd name="connsiteY0" fmla="*/ 177 h 2153"/>
              <a:gd name="connsiteX1" fmla="*/ 221 w 1106"/>
              <a:gd name="connsiteY1" fmla="*/ 0 h 2153"/>
              <a:gd name="connsiteX2" fmla="*/ 221 w 1106"/>
              <a:gd name="connsiteY2" fmla="*/ 0 h 2153"/>
              <a:gd name="connsiteX3" fmla="*/ 221 w 1106"/>
              <a:gd name="connsiteY3" fmla="*/ 0 h 2153"/>
              <a:gd name="connsiteX4" fmla="*/ 487 w 1106"/>
              <a:gd name="connsiteY4" fmla="*/ 0 h 2153"/>
              <a:gd name="connsiteX5" fmla="*/ 929 w 1106"/>
              <a:gd name="connsiteY5" fmla="*/ 0 h 2153"/>
              <a:gd name="connsiteX6" fmla="*/ 1106 w 1106"/>
              <a:gd name="connsiteY6" fmla="*/ 177 h 2153"/>
              <a:gd name="connsiteX7" fmla="*/ 1106 w 1106"/>
              <a:gd name="connsiteY7" fmla="*/ 1069 h 2153"/>
              <a:gd name="connsiteX8" fmla="*/ 1106 w 1106"/>
              <a:gd name="connsiteY8" fmla="*/ 1069 h 2153"/>
              <a:gd name="connsiteX9" fmla="*/ 1106 w 1106"/>
              <a:gd name="connsiteY9" fmla="*/ 1528 h 2153"/>
              <a:gd name="connsiteX10" fmla="*/ 1106 w 1106"/>
              <a:gd name="connsiteY10" fmla="*/ 1656 h 2153"/>
              <a:gd name="connsiteX11" fmla="*/ 929 w 1106"/>
              <a:gd name="connsiteY11" fmla="*/ 1833 h 2153"/>
              <a:gd name="connsiteX12" fmla="*/ 487 w 1106"/>
              <a:gd name="connsiteY12" fmla="*/ 1833 h 2153"/>
              <a:gd name="connsiteX13" fmla="*/ 0 w 1106"/>
              <a:gd name="connsiteY13" fmla="*/ 2153 h 2153"/>
              <a:gd name="connsiteX14" fmla="*/ 221 w 1106"/>
              <a:gd name="connsiteY14" fmla="*/ 1833 h 2153"/>
              <a:gd name="connsiteX15" fmla="*/ 221 w 1106"/>
              <a:gd name="connsiteY15" fmla="*/ 1833 h 2153"/>
              <a:gd name="connsiteX16" fmla="*/ 44 w 1106"/>
              <a:gd name="connsiteY16" fmla="*/ 1656 h 2153"/>
              <a:gd name="connsiteX17" fmla="*/ 44 w 1106"/>
              <a:gd name="connsiteY17" fmla="*/ 1528 h 2153"/>
              <a:gd name="connsiteX18" fmla="*/ 44 w 1106"/>
              <a:gd name="connsiteY18" fmla="*/ 1069 h 2153"/>
              <a:gd name="connsiteX19" fmla="*/ 44 w 1106"/>
              <a:gd name="connsiteY19" fmla="*/ 1069 h 2153"/>
              <a:gd name="connsiteX20" fmla="*/ 44 w 1106"/>
              <a:gd name="connsiteY20" fmla="*/ 177 h 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06" h="2153">
                <a:moveTo>
                  <a:pt x="44" y="177"/>
                </a:moveTo>
                <a:cubicBezTo>
                  <a:pt x="44" y="79"/>
                  <a:pt x="123" y="0"/>
                  <a:pt x="221" y="0"/>
                </a:cubicBezTo>
                <a:lnTo>
                  <a:pt x="221" y="0"/>
                </a:lnTo>
                <a:lnTo>
                  <a:pt x="221" y="0"/>
                </a:lnTo>
                <a:lnTo>
                  <a:pt x="487" y="0"/>
                </a:lnTo>
                <a:lnTo>
                  <a:pt x="929" y="0"/>
                </a:lnTo>
                <a:cubicBezTo>
                  <a:pt x="1027" y="0"/>
                  <a:pt x="1106" y="79"/>
                  <a:pt x="1106" y="177"/>
                </a:cubicBezTo>
                <a:lnTo>
                  <a:pt x="1106" y="1069"/>
                </a:lnTo>
                <a:lnTo>
                  <a:pt x="1106" y="1069"/>
                </a:lnTo>
                <a:lnTo>
                  <a:pt x="1106" y="1528"/>
                </a:lnTo>
                <a:lnTo>
                  <a:pt x="1106" y="1656"/>
                </a:lnTo>
                <a:cubicBezTo>
                  <a:pt x="1106" y="1754"/>
                  <a:pt x="1027" y="1833"/>
                  <a:pt x="929" y="1833"/>
                </a:cubicBezTo>
                <a:lnTo>
                  <a:pt x="487" y="1833"/>
                </a:lnTo>
                <a:lnTo>
                  <a:pt x="0" y="2153"/>
                </a:lnTo>
                <a:lnTo>
                  <a:pt x="221" y="1833"/>
                </a:lnTo>
                <a:lnTo>
                  <a:pt x="221" y="1833"/>
                </a:lnTo>
                <a:cubicBezTo>
                  <a:pt x="123" y="1833"/>
                  <a:pt x="44" y="1754"/>
                  <a:pt x="44" y="1656"/>
                </a:cubicBezTo>
                <a:lnTo>
                  <a:pt x="44" y="1528"/>
                </a:lnTo>
                <a:lnTo>
                  <a:pt x="44" y="1069"/>
                </a:lnTo>
                <a:lnTo>
                  <a:pt x="44" y="1069"/>
                </a:lnTo>
                <a:lnTo>
                  <a:pt x="44" y="17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411345" y="4530090"/>
            <a:ext cx="1514475" cy="687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Transfer My L</a:t>
            </a:r>
            <a:r>
              <a:rPr lang="en-US" altLang="zh-CN" sz="120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ogits</a:t>
            </a:r>
            <a:endParaRPr lang="en-US" altLang="zh-CN" sz="120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  <a:p>
            <a:pPr algn="l"/>
            <a:r>
              <a:rPr lang="en-US" altLang="zh-CN" sz="1200"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Knowledge</a:t>
            </a:r>
            <a:endParaRPr lang="en-US" altLang="zh-CN" sz="1200">
              <a:solidFill>
                <a:schemeClr val="bg1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15670" y="6702425"/>
            <a:ext cx="843915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455" y="6748145"/>
            <a:ext cx="676910" cy="155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0.32M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5680" y="6927850"/>
            <a:ext cx="292735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P</a:t>
            </a:r>
            <a:r>
              <a: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arams</a:t>
            </a:r>
            <a:endParaRPr sz="700" b="0" dirty="0">
              <a:solidFill>
                <a:srgbClr val="5C6678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988185" y="6702425"/>
            <a:ext cx="1170305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2360" y="6748145"/>
            <a:ext cx="676910" cy="155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1.21 MB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10460" y="6926580"/>
            <a:ext cx="182880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S</a:t>
            </a:r>
            <a:r>
              <a: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ize</a:t>
            </a:r>
            <a:endParaRPr sz="700" b="0" dirty="0">
              <a:solidFill>
                <a:srgbClr val="5C6678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387725" y="6702425"/>
            <a:ext cx="1170305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71265" y="6748145"/>
            <a:ext cx="676910" cy="155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58.97M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71265" y="6922770"/>
            <a:ext cx="263525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FLOPs</a:t>
            </a:r>
            <a:endParaRPr sz="700" b="0" dirty="0">
              <a:solidFill>
                <a:srgbClr val="5C6678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786630" y="6702425"/>
            <a:ext cx="1170305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70805" y="6741160"/>
            <a:ext cx="550545" cy="168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100" b="1">
                <a:solidFill>
                  <a:srgbClr val="111827"/>
                </a:solidFill>
                <a:latin typeface="Arial" panose="020B0604020202020204"/>
              </a:rPr>
              <a:t>12.16ms</a:t>
            </a:r>
            <a:endParaRPr lang="en-US"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70805" y="6922770"/>
            <a:ext cx="323850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b="0" dirty="0">
                <a:solidFill>
                  <a:srgbClr val="5C6678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Latency</a:t>
            </a:r>
            <a:endParaRPr lang="en-US" sz="700" b="0" dirty="0">
              <a:solidFill>
                <a:srgbClr val="5C6678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 rotWithShape="1">
          <a:blip r:embed="rId5"/>
          <a:srcRect l="31547" t="33466" r="54103" b="34489"/>
          <a:stretch>
            <a:fillRect/>
          </a:stretch>
        </p:blipFill>
        <p:spPr>
          <a:xfrm>
            <a:off x="2054860" y="6725285"/>
            <a:ext cx="294640" cy="358775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 rotWithShape="1">
          <a:blip r:embed="rId5"/>
          <a:srcRect l="51876" t="33967" r="30522" b="34372"/>
          <a:stretch>
            <a:fillRect/>
          </a:stretch>
        </p:blipFill>
        <p:spPr>
          <a:xfrm>
            <a:off x="3416935" y="6750685"/>
            <a:ext cx="334645" cy="328295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 rotWithShape="1">
          <a:blip r:embed="rId5"/>
          <a:srcRect l="74296" t="34953" r="6873" b="34701"/>
          <a:stretch>
            <a:fillRect/>
          </a:stretch>
        </p:blipFill>
        <p:spPr>
          <a:xfrm>
            <a:off x="4794885" y="6748780"/>
            <a:ext cx="362585" cy="318770"/>
          </a:xfrm>
          <a:prstGeom prst="rect">
            <a:avLst/>
          </a:prstGeom>
        </p:spPr>
      </p:pic>
      <p:sp>
        <p:nvSpPr>
          <p:cNvPr id="208" name="圆角矩形 207"/>
          <p:cNvSpPr>
            <a:spLocks noGrp="1"/>
          </p:cNvSpPr>
          <p:nvPr/>
        </p:nvSpPr>
        <p:spPr>
          <a:xfrm>
            <a:off x="2297430" y="5670550"/>
            <a:ext cx="1266190" cy="788035"/>
          </a:xfrm>
          <a:prstGeom prst="roundRect">
            <a:avLst>
              <a:gd name="adj" fmla="val 13514"/>
            </a:avLst>
          </a:prstGeom>
          <a:solidFill>
            <a:srgbClr val="FFEDEB"/>
          </a:solidFill>
          <a:ln w="13335">
            <a:solidFill>
              <a:srgbClr val="F3B1A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endParaRPr lang="en-US" sz="1425" b="1" dirty="0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9" name="图片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985" y="5690870"/>
            <a:ext cx="736600" cy="672465"/>
          </a:xfrm>
          <a:prstGeom prst="rect">
            <a:avLst/>
          </a:prstGeom>
        </p:spPr>
      </p:pic>
      <p:sp>
        <p:nvSpPr>
          <p:cNvPr id="211" name="可选流程 210"/>
          <p:cNvSpPr/>
          <p:nvPr/>
        </p:nvSpPr>
        <p:spPr>
          <a:xfrm>
            <a:off x="2442210" y="5524500"/>
            <a:ext cx="941705" cy="250190"/>
          </a:xfrm>
          <a:custGeom>
            <a:avLst/>
            <a:gdLst>
              <a:gd name="connsiteX0" fmla="*/ 0 w 941558"/>
              <a:gd name="connsiteY0" fmla="*/ 41744 h 250463"/>
              <a:gd name="connsiteX1" fmla="*/ 41744 w 941558"/>
              <a:gd name="connsiteY1" fmla="*/ 0 h 250463"/>
              <a:gd name="connsiteX2" fmla="*/ 470779 w 941558"/>
              <a:gd name="connsiteY2" fmla="*/ 0 h 250463"/>
              <a:gd name="connsiteX3" fmla="*/ 899814 w 941558"/>
              <a:gd name="connsiteY3" fmla="*/ 0 h 250463"/>
              <a:gd name="connsiteX4" fmla="*/ 941558 w 941558"/>
              <a:gd name="connsiteY4" fmla="*/ 41744 h 250463"/>
              <a:gd name="connsiteX5" fmla="*/ 941558 w 941558"/>
              <a:gd name="connsiteY5" fmla="*/ 208719 h 250463"/>
              <a:gd name="connsiteX6" fmla="*/ 899814 w 941558"/>
              <a:gd name="connsiteY6" fmla="*/ 250463 h 250463"/>
              <a:gd name="connsiteX7" fmla="*/ 462198 w 941558"/>
              <a:gd name="connsiteY7" fmla="*/ 250463 h 250463"/>
              <a:gd name="connsiteX8" fmla="*/ 41744 w 941558"/>
              <a:gd name="connsiteY8" fmla="*/ 250463 h 250463"/>
              <a:gd name="connsiteX9" fmla="*/ 0 w 941558"/>
              <a:gd name="connsiteY9" fmla="*/ 208719 h 250463"/>
              <a:gd name="connsiteX10" fmla="*/ 0 w 941558"/>
              <a:gd name="connsiteY10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558" h="250463" fill="none" extrusionOk="0">
                <a:moveTo>
                  <a:pt x="0" y="41744"/>
                </a:moveTo>
                <a:cubicBezTo>
                  <a:pt x="2266" y="21464"/>
                  <a:pt x="21769" y="-2696"/>
                  <a:pt x="41744" y="0"/>
                </a:cubicBezTo>
                <a:cubicBezTo>
                  <a:pt x="195076" y="3307"/>
                  <a:pt x="315449" y="-15597"/>
                  <a:pt x="470779" y="0"/>
                </a:cubicBezTo>
                <a:cubicBezTo>
                  <a:pt x="626109" y="15597"/>
                  <a:pt x="724929" y="-3800"/>
                  <a:pt x="899814" y="0"/>
                </a:cubicBezTo>
                <a:cubicBezTo>
                  <a:pt x="922216" y="-1331"/>
                  <a:pt x="941635" y="17644"/>
                  <a:pt x="941558" y="41744"/>
                </a:cubicBezTo>
                <a:cubicBezTo>
                  <a:pt x="941835" y="103064"/>
                  <a:pt x="944059" y="166592"/>
                  <a:pt x="941558" y="208719"/>
                </a:cubicBezTo>
                <a:cubicBezTo>
                  <a:pt x="938357" y="231906"/>
                  <a:pt x="923353" y="249590"/>
                  <a:pt x="899814" y="250463"/>
                </a:cubicBezTo>
                <a:cubicBezTo>
                  <a:pt x="719311" y="242955"/>
                  <a:pt x="628859" y="247714"/>
                  <a:pt x="462198" y="250463"/>
                </a:cubicBezTo>
                <a:cubicBezTo>
                  <a:pt x="295537" y="253212"/>
                  <a:pt x="132605" y="243236"/>
                  <a:pt x="41744" y="250463"/>
                </a:cubicBezTo>
                <a:cubicBezTo>
                  <a:pt x="18625" y="248750"/>
                  <a:pt x="4869" y="232789"/>
                  <a:pt x="0" y="208719"/>
                </a:cubicBezTo>
                <a:cubicBezTo>
                  <a:pt x="-4570" y="127569"/>
                  <a:pt x="7366" y="115038"/>
                  <a:pt x="0" y="41744"/>
                </a:cubicBezTo>
                <a:close/>
              </a:path>
              <a:path w="941558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8323" y="9608"/>
                  <a:pt x="367493" y="-9526"/>
                  <a:pt x="487940" y="0"/>
                </a:cubicBezTo>
                <a:cubicBezTo>
                  <a:pt x="608387" y="9526"/>
                  <a:pt x="755378" y="15383"/>
                  <a:pt x="899814" y="0"/>
                </a:cubicBezTo>
                <a:cubicBezTo>
                  <a:pt x="917886" y="-2726"/>
                  <a:pt x="943025" y="19390"/>
                  <a:pt x="941558" y="41744"/>
                </a:cubicBezTo>
                <a:cubicBezTo>
                  <a:pt x="940211" y="98798"/>
                  <a:pt x="949199" y="166189"/>
                  <a:pt x="941558" y="208719"/>
                </a:cubicBezTo>
                <a:cubicBezTo>
                  <a:pt x="942160" y="230794"/>
                  <a:pt x="921655" y="251530"/>
                  <a:pt x="899814" y="250463"/>
                </a:cubicBezTo>
                <a:cubicBezTo>
                  <a:pt x="797479" y="233487"/>
                  <a:pt x="605838" y="251956"/>
                  <a:pt x="470779" y="250463"/>
                </a:cubicBezTo>
                <a:cubicBezTo>
                  <a:pt x="335721" y="248970"/>
                  <a:pt x="238425" y="266998"/>
                  <a:pt x="41744" y="250463"/>
                </a:cubicBezTo>
                <a:cubicBezTo>
                  <a:pt x="17304" y="250384"/>
                  <a:pt x="1247" y="228355"/>
                  <a:pt x="0" y="208719"/>
                </a:cubicBezTo>
                <a:cubicBezTo>
                  <a:pt x="-4080" y="144712"/>
                  <a:pt x="1297" y="90451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Student Model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14" name="组合 213"/>
          <p:cNvGrpSpPr/>
          <p:nvPr/>
        </p:nvGrpSpPr>
        <p:grpSpPr>
          <a:xfrm rot="0">
            <a:off x="4185285" y="5832475"/>
            <a:ext cx="753745" cy="530225"/>
            <a:chOff x="9057" y="9086"/>
            <a:chExt cx="887" cy="835"/>
          </a:xfrm>
        </p:grpSpPr>
        <p:sp>
          <p:nvSpPr>
            <p:cNvPr id="215" name="Rounded Rectangle 258"/>
            <p:cNvSpPr/>
            <p:nvPr/>
          </p:nvSpPr>
          <p:spPr>
            <a:xfrm>
              <a:off x="9057" y="9086"/>
              <a:ext cx="887" cy="835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61"/>
            <p:cNvSpPr/>
            <p:nvPr/>
          </p:nvSpPr>
          <p:spPr>
            <a:xfrm>
              <a:off x="9360" y="9470"/>
              <a:ext cx="101" cy="227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62"/>
            <p:cNvSpPr/>
            <p:nvPr/>
          </p:nvSpPr>
          <p:spPr>
            <a:xfrm>
              <a:off x="9533" y="9414"/>
              <a:ext cx="101" cy="292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1" name="可选流程 220"/>
          <p:cNvSpPr/>
          <p:nvPr/>
        </p:nvSpPr>
        <p:spPr>
          <a:xfrm>
            <a:off x="4308475" y="5696585"/>
            <a:ext cx="513715" cy="250190"/>
          </a:xfrm>
          <a:custGeom>
            <a:avLst/>
            <a:gdLst>
              <a:gd name="connsiteX0" fmla="*/ 0 w 513694"/>
              <a:gd name="connsiteY0" fmla="*/ 41744 h 250463"/>
              <a:gd name="connsiteX1" fmla="*/ 41744 w 513694"/>
              <a:gd name="connsiteY1" fmla="*/ 0 h 250463"/>
              <a:gd name="connsiteX2" fmla="*/ 471950 w 513694"/>
              <a:gd name="connsiteY2" fmla="*/ 0 h 250463"/>
              <a:gd name="connsiteX3" fmla="*/ 513694 w 513694"/>
              <a:gd name="connsiteY3" fmla="*/ 41744 h 250463"/>
              <a:gd name="connsiteX4" fmla="*/ 513694 w 513694"/>
              <a:gd name="connsiteY4" fmla="*/ 208719 h 250463"/>
              <a:gd name="connsiteX5" fmla="*/ 471950 w 513694"/>
              <a:gd name="connsiteY5" fmla="*/ 250463 h 250463"/>
              <a:gd name="connsiteX6" fmla="*/ 41744 w 513694"/>
              <a:gd name="connsiteY6" fmla="*/ 250463 h 250463"/>
              <a:gd name="connsiteX7" fmla="*/ 0 w 513694"/>
              <a:gd name="connsiteY7" fmla="*/ 208719 h 250463"/>
              <a:gd name="connsiteX8" fmla="*/ 0 w 513694"/>
              <a:gd name="connsiteY8" fmla="*/ 41744 h 25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3694" h="250463" fill="none" extrusionOk="0">
                <a:moveTo>
                  <a:pt x="0" y="41744"/>
                </a:moveTo>
                <a:cubicBezTo>
                  <a:pt x="1383" y="20748"/>
                  <a:pt x="19062" y="3867"/>
                  <a:pt x="41744" y="0"/>
                </a:cubicBezTo>
                <a:cubicBezTo>
                  <a:pt x="130776" y="-6448"/>
                  <a:pt x="338113" y="-3180"/>
                  <a:pt x="471950" y="0"/>
                </a:cubicBezTo>
                <a:cubicBezTo>
                  <a:pt x="496200" y="-1484"/>
                  <a:pt x="508764" y="16783"/>
                  <a:pt x="513694" y="41744"/>
                </a:cubicBezTo>
                <a:cubicBezTo>
                  <a:pt x="519504" y="102487"/>
                  <a:pt x="509762" y="160038"/>
                  <a:pt x="513694" y="208719"/>
                </a:cubicBezTo>
                <a:cubicBezTo>
                  <a:pt x="513041" y="230443"/>
                  <a:pt x="495082" y="249418"/>
                  <a:pt x="471950" y="250463"/>
                </a:cubicBezTo>
                <a:cubicBezTo>
                  <a:pt x="283501" y="255080"/>
                  <a:pt x="133285" y="235750"/>
                  <a:pt x="41744" y="250463"/>
                </a:cubicBezTo>
                <a:cubicBezTo>
                  <a:pt x="15488" y="250595"/>
                  <a:pt x="484" y="230901"/>
                  <a:pt x="0" y="208719"/>
                </a:cubicBezTo>
                <a:cubicBezTo>
                  <a:pt x="2286" y="129195"/>
                  <a:pt x="4388" y="85997"/>
                  <a:pt x="0" y="41744"/>
                </a:cubicBezTo>
                <a:close/>
              </a:path>
              <a:path w="513694" h="250463" stroke="0" extrusionOk="0">
                <a:moveTo>
                  <a:pt x="0" y="41744"/>
                </a:moveTo>
                <a:cubicBezTo>
                  <a:pt x="-3618" y="16458"/>
                  <a:pt x="16643" y="768"/>
                  <a:pt x="41744" y="0"/>
                </a:cubicBezTo>
                <a:cubicBezTo>
                  <a:pt x="231228" y="-19669"/>
                  <a:pt x="343891" y="-2281"/>
                  <a:pt x="471950" y="0"/>
                </a:cubicBezTo>
                <a:cubicBezTo>
                  <a:pt x="492660" y="-1784"/>
                  <a:pt x="512903" y="20313"/>
                  <a:pt x="513694" y="41744"/>
                </a:cubicBezTo>
                <a:cubicBezTo>
                  <a:pt x="513900" y="76339"/>
                  <a:pt x="509888" y="145607"/>
                  <a:pt x="513694" y="208719"/>
                </a:cubicBezTo>
                <a:cubicBezTo>
                  <a:pt x="514797" y="229505"/>
                  <a:pt x="492700" y="250110"/>
                  <a:pt x="471950" y="250463"/>
                </a:cubicBezTo>
                <a:cubicBezTo>
                  <a:pt x="294471" y="265615"/>
                  <a:pt x="148702" y="254784"/>
                  <a:pt x="41744" y="250463"/>
                </a:cubicBezTo>
                <a:cubicBezTo>
                  <a:pt x="16053" y="254823"/>
                  <a:pt x="-989" y="230627"/>
                  <a:pt x="0" y="208719"/>
                </a:cubicBezTo>
                <a:cubicBezTo>
                  <a:pt x="97" y="142030"/>
                  <a:pt x="-4763" y="121894"/>
                  <a:pt x="0" y="4174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rPr>
              <a:t>Logits</a:t>
            </a:r>
            <a:endParaRPr kumimoji="1" lang="en-US" altLang="zh-CN" sz="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280285" y="6210935"/>
            <a:ext cx="1264920" cy="215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omic Sans MS" panose="030F0702030302020204" pitchFamily="66" charset="0"/>
              </a:rPr>
              <a:t>Liquid Neural Network</a:t>
            </a:r>
            <a:endParaRPr kumimoji="1" lang="zh-CN" altLang="en-US" sz="800" dirty="0">
              <a:latin typeface="Comic Sans MS" panose="030F0702030302020204" pitchFamily="66" charset="0"/>
            </a:endParaRPr>
          </a:p>
        </p:txBody>
      </p:sp>
      <p:sp>
        <p:nvSpPr>
          <p:cNvPr id="368" name="右箭头 367"/>
          <p:cNvSpPr>
            <a:spLocks noGrp="1"/>
          </p:cNvSpPr>
          <p:nvPr/>
        </p:nvSpPr>
        <p:spPr>
          <a:xfrm>
            <a:off x="3707130" y="5975985"/>
            <a:ext cx="360680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6D7E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右箭头 368"/>
          <p:cNvSpPr>
            <a:spLocks noGrp="1"/>
          </p:cNvSpPr>
          <p:nvPr/>
        </p:nvSpPr>
        <p:spPr>
          <a:xfrm>
            <a:off x="5059680" y="5997575"/>
            <a:ext cx="360680" cy="1866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6D7E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377" name="直线连接符 376"/>
          <p:cNvCxnSpPr/>
          <p:nvPr/>
        </p:nvCxnSpPr>
        <p:spPr>
          <a:xfrm flipH="1">
            <a:off x="676910" y="6421120"/>
            <a:ext cx="1541780" cy="210185"/>
          </a:xfrm>
          <a:prstGeom prst="line">
            <a:avLst/>
          </a:prstGeom>
          <a:ln>
            <a:solidFill>
              <a:srgbClr val="A78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直线连接符 378"/>
          <p:cNvCxnSpPr/>
          <p:nvPr/>
        </p:nvCxnSpPr>
        <p:spPr>
          <a:xfrm>
            <a:off x="3625850" y="6403975"/>
            <a:ext cx="1972945" cy="243205"/>
          </a:xfrm>
          <a:prstGeom prst="line">
            <a:avLst/>
          </a:prstGeom>
          <a:ln>
            <a:solidFill>
              <a:srgbClr val="A78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5" name="图片 384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85900" y="6823710"/>
            <a:ext cx="203835" cy="172720"/>
          </a:xfrm>
          <a:prstGeom prst="rect">
            <a:avLst/>
          </a:prstGeom>
        </p:spPr>
      </p:pic>
      <p:pic>
        <p:nvPicPr>
          <p:cNvPr id="386" name="图片 385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30525" y="6830060"/>
            <a:ext cx="203835" cy="172720"/>
          </a:xfrm>
          <a:prstGeom prst="rect">
            <a:avLst/>
          </a:prstGeom>
        </p:spPr>
      </p:pic>
      <p:pic>
        <p:nvPicPr>
          <p:cNvPr id="387" name="图片 386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2125" y="6835140"/>
            <a:ext cx="203835" cy="172720"/>
          </a:xfrm>
          <a:prstGeom prst="rect">
            <a:avLst/>
          </a:prstGeom>
        </p:spPr>
      </p:pic>
      <p:pic>
        <p:nvPicPr>
          <p:cNvPr id="388" name="图片 387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34050" y="6835140"/>
            <a:ext cx="203835" cy="172720"/>
          </a:xfrm>
          <a:prstGeom prst="rect">
            <a:avLst/>
          </a:prstGeom>
        </p:spPr>
      </p:pic>
      <p:sp>
        <p:nvSpPr>
          <p:cNvPr id="54" name="圆角右箭头 53"/>
          <p:cNvSpPr>
            <a:spLocks noGrp="1"/>
          </p:cNvSpPr>
          <p:nvPr/>
        </p:nvSpPr>
        <p:spPr>
          <a:xfrm flipV="1">
            <a:off x="1089025" y="5741035"/>
            <a:ext cx="1073785" cy="443230"/>
          </a:xfrm>
          <a:prstGeom prst="bentArrow">
            <a:avLst>
              <a:gd name="adj1" fmla="val 25000"/>
              <a:gd name="adj2" fmla="val 25000"/>
              <a:gd name="adj3" fmla="val 22388"/>
              <a:gd name="adj4" fmla="val 43750"/>
            </a:avLst>
          </a:prstGeom>
          <a:solidFill>
            <a:srgbClr val="806D7E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文本框 132"/>
          <p:cNvSpPr txBox="1"/>
          <p:nvPr/>
        </p:nvSpPr>
        <p:spPr>
          <a:xfrm>
            <a:off x="1990090" y="-1270"/>
            <a:ext cx="23101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Performance Acc Comparison</a:t>
            </a:r>
            <a:endParaRPr lang="en-US" altLang="zh-CN" sz="1200" b="1"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2094230" y="2890520"/>
            <a:ext cx="23101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Illustration of TMSKD</a:t>
            </a:r>
            <a:endParaRPr lang="en-US" altLang="zh-CN" sz="1200" b="1"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5315585" y="5658485"/>
            <a:ext cx="721360" cy="704850"/>
            <a:chOff x="8371" y="4986"/>
            <a:chExt cx="1136" cy="1110"/>
          </a:xfrm>
        </p:grpSpPr>
        <p:sp>
          <p:nvSpPr>
            <p:cNvPr id="136" name="可选流程 371"/>
            <p:cNvSpPr/>
            <p:nvPr/>
          </p:nvSpPr>
          <p:spPr>
            <a:xfrm>
              <a:off x="8371" y="4986"/>
              <a:ext cx="1136" cy="394"/>
            </a:xfrm>
            <a:custGeom>
              <a:avLst/>
              <a:gdLst>
                <a:gd name="connsiteX0" fmla="*/ 0 w 513694"/>
                <a:gd name="connsiteY0" fmla="*/ 41744 h 250463"/>
                <a:gd name="connsiteX1" fmla="*/ 41744 w 513694"/>
                <a:gd name="connsiteY1" fmla="*/ 0 h 250463"/>
                <a:gd name="connsiteX2" fmla="*/ 471950 w 513694"/>
                <a:gd name="connsiteY2" fmla="*/ 0 h 250463"/>
                <a:gd name="connsiteX3" fmla="*/ 513694 w 513694"/>
                <a:gd name="connsiteY3" fmla="*/ 41744 h 250463"/>
                <a:gd name="connsiteX4" fmla="*/ 513694 w 513694"/>
                <a:gd name="connsiteY4" fmla="*/ 208719 h 250463"/>
                <a:gd name="connsiteX5" fmla="*/ 471950 w 513694"/>
                <a:gd name="connsiteY5" fmla="*/ 250463 h 250463"/>
                <a:gd name="connsiteX6" fmla="*/ 41744 w 513694"/>
                <a:gd name="connsiteY6" fmla="*/ 250463 h 250463"/>
                <a:gd name="connsiteX7" fmla="*/ 0 w 513694"/>
                <a:gd name="connsiteY7" fmla="*/ 208719 h 250463"/>
                <a:gd name="connsiteX8" fmla="*/ 0 w 513694"/>
                <a:gd name="connsiteY8" fmla="*/ 41744 h 25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694" h="250463" fill="none" extrusionOk="0">
                  <a:moveTo>
                    <a:pt x="0" y="41744"/>
                  </a:moveTo>
                  <a:cubicBezTo>
                    <a:pt x="1383" y="20748"/>
                    <a:pt x="19062" y="3867"/>
                    <a:pt x="41744" y="0"/>
                  </a:cubicBezTo>
                  <a:cubicBezTo>
                    <a:pt x="130776" y="-6448"/>
                    <a:pt x="338113" y="-3180"/>
                    <a:pt x="471950" y="0"/>
                  </a:cubicBezTo>
                  <a:cubicBezTo>
                    <a:pt x="496200" y="-1484"/>
                    <a:pt x="508764" y="16783"/>
                    <a:pt x="513694" y="41744"/>
                  </a:cubicBezTo>
                  <a:cubicBezTo>
                    <a:pt x="519504" y="102487"/>
                    <a:pt x="509762" y="160038"/>
                    <a:pt x="513694" y="208719"/>
                  </a:cubicBezTo>
                  <a:cubicBezTo>
                    <a:pt x="513041" y="230443"/>
                    <a:pt x="495082" y="249418"/>
                    <a:pt x="471950" y="250463"/>
                  </a:cubicBezTo>
                  <a:cubicBezTo>
                    <a:pt x="283501" y="255080"/>
                    <a:pt x="133285" y="235750"/>
                    <a:pt x="41744" y="250463"/>
                  </a:cubicBezTo>
                  <a:cubicBezTo>
                    <a:pt x="15488" y="250595"/>
                    <a:pt x="484" y="230901"/>
                    <a:pt x="0" y="208719"/>
                  </a:cubicBezTo>
                  <a:cubicBezTo>
                    <a:pt x="2286" y="129195"/>
                    <a:pt x="4388" y="85997"/>
                    <a:pt x="0" y="41744"/>
                  </a:cubicBezTo>
                  <a:close/>
                </a:path>
                <a:path w="513694" h="250463" stroke="0" extrusionOk="0">
                  <a:moveTo>
                    <a:pt x="0" y="41744"/>
                  </a:moveTo>
                  <a:cubicBezTo>
                    <a:pt x="-3618" y="16458"/>
                    <a:pt x="16643" y="768"/>
                    <a:pt x="41744" y="0"/>
                  </a:cubicBezTo>
                  <a:cubicBezTo>
                    <a:pt x="231228" y="-19669"/>
                    <a:pt x="343891" y="-2281"/>
                    <a:pt x="471950" y="0"/>
                  </a:cubicBezTo>
                  <a:cubicBezTo>
                    <a:pt x="492660" y="-1784"/>
                    <a:pt x="512903" y="20313"/>
                    <a:pt x="513694" y="41744"/>
                  </a:cubicBezTo>
                  <a:cubicBezTo>
                    <a:pt x="513900" y="76339"/>
                    <a:pt x="509888" y="145607"/>
                    <a:pt x="513694" y="208719"/>
                  </a:cubicBezTo>
                  <a:cubicBezTo>
                    <a:pt x="514797" y="229505"/>
                    <a:pt x="492700" y="250110"/>
                    <a:pt x="471950" y="250463"/>
                  </a:cubicBezTo>
                  <a:cubicBezTo>
                    <a:pt x="294471" y="265615"/>
                    <a:pt x="148702" y="254784"/>
                    <a:pt x="41744" y="250463"/>
                  </a:cubicBezTo>
                  <a:cubicBezTo>
                    <a:pt x="16053" y="254823"/>
                    <a:pt x="-989" y="230627"/>
                    <a:pt x="0" y="208719"/>
                  </a:cubicBezTo>
                  <a:cubicBezTo>
                    <a:pt x="97" y="142030"/>
                    <a:pt x="-4763" y="121894"/>
                    <a:pt x="0" y="41744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kumimoji="1" lang="en-US" altLang="zh-CN" sz="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redicted Class</a:t>
              </a:r>
              <a:endParaRPr kumimoji="1" lang="en-US" altLang="zh-CN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137" name="图片 1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2" y="5462"/>
              <a:ext cx="634" cy="6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全屏显示(4:3)</PresentationFormat>
  <Paragraphs>91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Comic Sans MS</vt:lpstr>
      <vt:lpstr>Aptos</vt:lpstr>
      <vt:lpstr>Segoe UI</vt:lpstr>
      <vt:lpstr>微软雅黑</vt:lpstr>
      <vt:lpstr>Calibri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岳洋</cp:lastModifiedBy>
  <cp:revision>30</cp:revision>
  <dcterms:created xsi:type="dcterms:W3CDTF">2013-01-27T09:14:00Z</dcterms:created>
  <dcterms:modified xsi:type="dcterms:W3CDTF">2026-07-14T16:23:30Z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3F263E95FB9F419DAF23A07AA65EAA8D_13</vt:lpwstr>
  </property>
  <property fmtid="{D5CDD505-2E9C-101B-9397-08002B2CF9AE}" pid="3" name="KSOProductBuildVer">
    <vt:lpwstr>2052-12.1.0.23542</vt:lpwstr>
  </property>
</Properties>
</file>