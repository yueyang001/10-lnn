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6858000" cy="9144000" type="screen4x3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0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B2AA"/>
    <a:srgbClr val="679857"/>
    <a:srgbClr val="83C16D"/>
    <a:srgbClr val="185F8A"/>
    <a:srgbClr val="FAB4A2"/>
    <a:srgbClr val="FA815F"/>
    <a:srgbClr val="35ABB8"/>
    <a:srgbClr val="195F8A"/>
    <a:srgbClr val="A9647D"/>
    <a:srgbClr val="F9E7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1"/>
    <p:restoredTop sz="94668"/>
  </p:normalViewPr>
  <p:slideViewPr>
    <p:cSldViewPr snapToGrid="0" snapToObjects="1" showGuides="1">
      <p:cViewPr>
        <p:scale>
          <a:sx n="130" d="100"/>
          <a:sy n="130" d="100"/>
        </p:scale>
        <p:origin x="1776" y="48"/>
      </p:cViewPr>
      <p:guideLst>
        <p:guide orient="horz" pos="2131"/>
        <p:guide pos="30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25F4C-ABD3-A040-A569-191A8E1E0F5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0B6D9-4D94-1E46-8D85-9C05392B2F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0B6D9-4D94-1E46-8D85-9C05392B2F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696" y="81899"/>
            <a:ext cx="3200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111827"/>
                </a:solidFill>
                <a:latin typeface="Arial" panose="020B0604020202020204"/>
              </a:rPr>
              <a:t>(a)</a:t>
            </a:r>
            <a:endParaRPr sz="1200" b="1" dirty="0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9445" y="324739"/>
            <a:ext cx="57150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8F9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39445" y="1888363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9659" y="1796288"/>
            <a:ext cx="168910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 panose="020B0604020202020204"/>
              </a:rPr>
              <a:t>85</a:t>
            </a:r>
            <a:endParaRPr sz="1200" b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39445" y="1367155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9659" y="1275080"/>
            <a:ext cx="168910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 panose="020B0604020202020204"/>
              </a:rPr>
              <a:t>90</a:t>
            </a:r>
            <a:endParaRPr sz="1200" b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39445" y="845947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9659" y="753872"/>
            <a:ext cx="168910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 panose="020B0604020202020204"/>
              </a:rPr>
              <a:t>95</a:t>
            </a:r>
            <a:endParaRPr sz="1200" b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39445" y="324739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9659" y="233299"/>
            <a:ext cx="253365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 panose="020B0604020202020204"/>
              </a:rPr>
              <a:t>100</a:t>
            </a:r>
            <a:endParaRPr sz="1200" b="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27432" y="1092835"/>
            <a:ext cx="2286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ACC (%)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189" y="187579"/>
            <a:ext cx="164592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357" y="169291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solidFill>
                  <a:srgbClr val="111827"/>
                </a:solidFill>
                <a:latin typeface="Arial" panose="020B0604020202020204"/>
              </a:rPr>
              <a:t>Student</a:t>
            </a:r>
            <a:endParaRPr sz="800" b="1" dirty="0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139060" y="187579"/>
            <a:ext cx="164592" cy="109728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0229" y="190310"/>
            <a:ext cx="694055" cy="122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Best logits KD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00932" y="187579"/>
            <a:ext cx="164592" cy="109728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101" y="169291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Best Feature KD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62805" y="187579"/>
            <a:ext cx="164592" cy="109728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3973" y="190031"/>
            <a:ext cx="671659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dirty="0">
                <a:solidFill>
                  <a:srgbClr val="111827"/>
                </a:solidFill>
                <a:latin typeface="Arial" panose="020B0604020202020204"/>
              </a:rPr>
              <a:t>TMSKD</a:t>
            </a:r>
            <a:r>
              <a:rPr lang="en-US" sz="800" b="1" dirty="0">
                <a:solidFill>
                  <a:srgbClr val="111827"/>
                </a:solidFill>
                <a:latin typeface="Arial" panose="020B0604020202020204"/>
              </a:rPr>
              <a:t>(Ours)</a:t>
            </a:r>
            <a:endParaRPr sz="800" b="1" dirty="0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553845" y="2019707"/>
            <a:ext cx="219456" cy="389863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76375" y="1818539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83.7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37309" y="1173265"/>
            <a:ext cx="219456" cy="1236305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59839" y="972097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91.9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120773" y="1100296"/>
            <a:ext cx="219456" cy="1309274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43303" y="899128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92.6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404237" y="1011691"/>
            <a:ext cx="219456" cy="1397879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26767" y="810523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93.4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62405" y="2528443"/>
            <a:ext cx="11430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 panose="020B0604020202020204"/>
              </a:rPr>
              <a:t>DeepShip</a:t>
            </a:r>
            <a:endParaRPr sz="10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205604" y="1738255"/>
            <a:ext cx="219456" cy="671315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28134" y="1537087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86.4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489068" y="1364027"/>
            <a:ext cx="219456" cy="1045543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1598" y="1162859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90.0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72533" y="1420318"/>
            <a:ext cx="219456" cy="989252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5063" y="1219150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89.5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55996" y="1118017"/>
            <a:ext cx="219456" cy="1291553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78526" y="916849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92.4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14165" y="2528443"/>
            <a:ext cx="11430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 panose="020B0604020202020204"/>
              </a:rPr>
              <a:t>ShipsEar</a:t>
            </a:r>
            <a:endParaRPr sz="10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65973" y="688951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021" y="693523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0.32M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72500" y="711415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dirty="0">
                <a:solidFill>
                  <a:srgbClr val="5C6678"/>
                </a:solidFill>
                <a:latin typeface="Arial" panose="020B0604020202020204"/>
              </a:rPr>
              <a:t>params</a:t>
            </a:r>
            <a:endParaRPr sz="700" b="0" dirty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965005" y="688951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49053" y="693523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1.21 MB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387190" y="7112458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dirty="0">
                <a:solidFill>
                  <a:srgbClr val="5C6678"/>
                </a:solidFill>
                <a:latin typeface="Arial" panose="020B0604020202020204"/>
              </a:rPr>
              <a:t>size</a:t>
            </a:r>
            <a:endParaRPr sz="700" b="0" dirty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3364037" y="688951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8085" y="693523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58.97M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748085" y="710896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dirty="0">
                <a:solidFill>
                  <a:srgbClr val="5C6678"/>
                </a:solidFill>
                <a:latin typeface="Arial" panose="020B0604020202020204"/>
              </a:rPr>
              <a:t>FLOPs</a:t>
            </a:r>
            <a:endParaRPr sz="700" b="0" dirty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763069" y="688951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47117" y="6928499"/>
            <a:ext cx="550545" cy="168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100" b="1">
                <a:solidFill>
                  <a:srgbClr val="111827"/>
                </a:solidFill>
                <a:latin typeface="Arial" panose="020B0604020202020204"/>
              </a:rPr>
              <a:t>12.16ms</a:t>
            </a:r>
            <a:endParaRPr lang="en-US"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47117" y="7110173"/>
            <a:ext cx="311785" cy="107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700" b="0" dirty="0">
                <a:solidFill>
                  <a:srgbClr val="5C6678"/>
                </a:solidFill>
                <a:latin typeface="Arial" panose="020B0604020202020204"/>
              </a:rPr>
              <a:t>Latency</a:t>
            </a:r>
            <a:endParaRPr lang="en-US" sz="700" b="0" dirty="0">
              <a:solidFill>
                <a:srgbClr val="5C6678"/>
              </a:solidFill>
              <a:latin typeface="Arial" panose="020B0604020202020204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411480" y="2770258"/>
            <a:ext cx="5961888" cy="0"/>
          </a:xfrm>
          <a:prstGeom prst="line">
            <a:avLst/>
          </a:prstGeom>
          <a:ln w="15240">
            <a:solidFill>
              <a:srgbClr val="1118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矩形 271"/>
          <p:cNvSpPr>
            <a:spLocks noGrp="1"/>
          </p:cNvSpPr>
          <p:nvPr/>
        </p:nvSpPr>
        <p:spPr>
          <a:xfrm>
            <a:off x="75565" y="2798199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(b)</a:t>
            </a:r>
            <a:endParaRPr sz="1200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9" name="圆角矩形 288"/>
          <p:cNvSpPr>
            <a:spLocks noGrp="1"/>
          </p:cNvSpPr>
          <p:nvPr/>
        </p:nvSpPr>
        <p:spPr>
          <a:xfrm>
            <a:off x="2227330" y="3287527"/>
            <a:ext cx="1266230" cy="748870"/>
          </a:xfrm>
          <a:prstGeom prst="roundRect">
            <a:avLst>
              <a:gd name="adj" fmla="val 13514"/>
            </a:avLst>
          </a:prstGeom>
          <a:solidFill>
            <a:srgbClr val="FFEDEB"/>
          </a:solidFill>
          <a:ln w="13335">
            <a:solidFill>
              <a:srgbClr val="F3B1AA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endParaRPr lang="en-US" sz="1425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1" name="右箭头 130"/>
          <p:cNvSpPr>
            <a:spLocks noGrp="1"/>
          </p:cNvSpPr>
          <p:nvPr/>
        </p:nvSpPr>
        <p:spPr>
          <a:xfrm>
            <a:off x="1769881" y="3572924"/>
            <a:ext cx="357756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3A2C"/>
          </a:solidFill>
          <a:ln w="7620">
            <a:solidFill>
              <a:srgbClr val="D33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4" name="圆角矩形 293"/>
          <p:cNvSpPr>
            <a:spLocks noGrp="1"/>
          </p:cNvSpPr>
          <p:nvPr/>
        </p:nvSpPr>
        <p:spPr>
          <a:xfrm>
            <a:off x="424737" y="4074185"/>
            <a:ext cx="5851912" cy="1571600"/>
          </a:xfrm>
          <a:prstGeom prst="roundRect">
            <a:avLst>
              <a:gd name="adj" fmla="val 6410"/>
            </a:avLst>
          </a:prstGeom>
          <a:solidFill>
            <a:srgbClr val="F8FCFF"/>
          </a:solidFill>
          <a:ln w="13335">
            <a:solidFill>
              <a:srgbClr val="79B6D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 rotWithShape="1">
          <a:blip r:embed="rId1"/>
          <a:srcRect l="6576" t="33142" r="74988" b="32846"/>
          <a:stretch>
            <a:fillRect/>
          </a:stretch>
        </p:blipFill>
        <p:spPr>
          <a:xfrm>
            <a:off x="589467" y="6931645"/>
            <a:ext cx="340615" cy="342763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 rotWithShape="1">
          <a:blip r:embed="rId1"/>
          <a:srcRect l="31547" t="33466" r="54103" b="34489"/>
          <a:stretch>
            <a:fillRect/>
          </a:stretch>
        </p:blipFill>
        <p:spPr>
          <a:xfrm>
            <a:off x="2031315" y="6912624"/>
            <a:ext cx="294497" cy="358713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 rotWithShape="1">
          <a:blip r:embed="rId1"/>
          <a:srcRect l="51876" t="33967" r="30522" b="34372"/>
          <a:stretch>
            <a:fillRect/>
          </a:stretch>
        </p:blipFill>
        <p:spPr>
          <a:xfrm>
            <a:off x="3393531" y="6937980"/>
            <a:ext cx="334484" cy="328172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 rotWithShape="1">
          <a:blip r:embed="rId1"/>
          <a:srcRect l="74296" t="34953" r="6873" b="34701"/>
          <a:stretch>
            <a:fillRect/>
          </a:stretch>
        </p:blipFill>
        <p:spPr>
          <a:xfrm>
            <a:off x="4771578" y="6935869"/>
            <a:ext cx="362511" cy="318644"/>
          </a:xfrm>
          <a:prstGeom prst="rect">
            <a:avLst/>
          </a:prstGeom>
        </p:spPr>
      </p:pic>
      <p:grpSp>
        <p:nvGrpSpPr>
          <p:cNvPr id="144" name="组合 143"/>
          <p:cNvGrpSpPr/>
          <p:nvPr/>
        </p:nvGrpSpPr>
        <p:grpSpPr>
          <a:xfrm>
            <a:off x="446792" y="3185791"/>
            <a:ext cx="1234440" cy="807676"/>
            <a:chOff x="784361" y="3193395"/>
            <a:chExt cx="1234440" cy="807676"/>
          </a:xfrm>
        </p:grpSpPr>
        <p:grpSp>
          <p:nvGrpSpPr>
            <p:cNvPr id="344" name="组合 343"/>
            <p:cNvGrpSpPr/>
            <p:nvPr/>
          </p:nvGrpSpPr>
          <p:grpSpPr>
            <a:xfrm>
              <a:off x="784361" y="3315271"/>
              <a:ext cx="1234440" cy="685800"/>
              <a:chOff x="792" y="6941"/>
              <a:chExt cx="1944" cy="1080"/>
            </a:xfrm>
          </p:grpSpPr>
          <p:sp>
            <p:nvSpPr>
              <p:cNvPr id="66" name="Rounded Rectangle 65"/>
              <p:cNvSpPr/>
              <p:nvPr/>
            </p:nvSpPr>
            <p:spPr>
              <a:xfrm>
                <a:off x="792" y="6941"/>
                <a:ext cx="1944" cy="1080"/>
              </a:xfrm>
              <a:prstGeom prst="roundRect">
                <a:avLst/>
              </a:prstGeom>
              <a:solidFill>
                <a:srgbClr val="F9FBFE"/>
              </a:solidFill>
              <a:ln w="12700">
                <a:solidFill>
                  <a:srgbClr val="D9E3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72" name="Connector 71"/>
              <p:cNvCxnSpPr/>
              <p:nvPr/>
            </p:nvCxnSpPr>
            <p:spPr>
              <a:xfrm>
                <a:off x="1022" y="7531"/>
                <a:ext cx="24" cy="85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nector 72"/>
              <p:cNvCxnSpPr/>
              <p:nvPr/>
            </p:nvCxnSpPr>
            <p:spPr>
              <a:xfrm>
                <a:off x="1046" y="7616"/>
                <a:ext cx="24" cy="6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nector 73"/>
              <p:cNvCxnSpPr/>
              <p:nvPr/>
            </p:nvCxnSpPr>
            <p:spPr>
              <a:xfrm>
                <a:off x="1070" y="7678"/>
                <a:ext cx="24" cy="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nector 74"/>
              <p:cNvCxnSpPr/>
              <p:nvPr/>
            </p:nvCxnSpPr>
            <p:spPr>
              <a:xfrm flipV="1">
                <a:off x="1094" y="7627"/>
                <a:ext cx="24" cy="5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nector 75"/>
              <p:cNvCxnSpPr/>
              <p:nvPr/>
            </p:nvCxnSpPr>
            <p:spPr>
              <a:xfrm flipV="1">
                <a:off x="1118" y="7522"/>
                <a:ext cx="24" cy="105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ctor 76"/>
              <p:cNvCxnSpPr/>
              <p:nvPr/>
            </p:nvCxnSpPr>
            <p:spPr>
              <a:xfrm flipV="1">
                <a:off x="1142" y="7413"/>
                <a:ext cx="24" cy="10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nector 77"/>
              <p:cNvCxnSpPr/>
              <p:nvPr/>
            </p:nvCxnSpPr>
            <p:spPr>
              <a:xfrm flipV="1">
                <a:off x="1166" y="7350"/>
                <a:ext cx="24" cy="6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nector 78"/>
              <p:cNvCxnSpPr/>
              <p:nvPr/>
            </p:nvCxnSpPr>
            <p:spPr>
              <a:xfrm>
                <a:off x="1190" y="7350"/>
                <a:ext cx="24" cy="1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nector 79"/>
              <p:cNvCxnSpPr/>
              <p:nvPr/>
            </p:nvCxnSpPr>
            <p:spPr>
              <a:xfrm>
                <a:off x="1214" y="7359"/>
                <a:ext cx="24" cy="7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nector 80"/>
              <p:cNvCxnSpPr/>
              <p:nvPr/>
            </p:nvCxnSpPr>
            <p:spPr>
              <a:xfrm>
                <a:off x="1237" y="7438"/>
                <a:ext cx="24" cy="11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nector 81"/>
              <p:cNvCxnSpPr/>
              <p:nvPr/>
            </p:nvCxnSpPr>
            <p:spPr>
              <a:xfrm>
                <a:off x="1261" y="7550"/>
                <a:ext cx="24" cy="9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nector 82"/>
              <p:cNvCxnSpPr/>
              <p:nvPr/>
            </p:nvCxnSpPr>
            <p:spPr>
              <a:xfrm>
                <a:off x="1285" y="7647"/>
                <a:ext cx="24" cy="4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nector 83"/>
              <p:cNvCxnSpPr/>
              <p:nvPr/>
            </p:nvCxnSpPr>
            <p:spPr>
              <a:xfrm flipV="1">
                <a:off x="1309" y="7667"/>
                <a:ext cx="24" cy="2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nector 84"/>
              <p:cNvCxnSpPr/>
              <p:nvPr/>
            </p:nvCxnSpPr>
            <p:spPr>
              <a:xfrm flipV="1">
                <a:off x="1333" y="7595"/>
                <a:ext cx="24" cy="7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nector 85"/>
              <p:cNvCxnSpPr/>
              <p:nvPr/>
            </p:nvCxnSpPr>
            <p:spPr>
              <a:xfrm flipV="1">
                <a:off x="1357" y="7511"/>
                <a:ext cx="24" cy="8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or 86"/>
              <p:cNvCxnSpPr/>
              <p:nvPr/>
            </p:nvCxnSpPr>
            <p:spPr>
              <a:xfrm flipV="1">
                <a:off x="1381" y="7449"/>
                <a:ext cx="24" cy="6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nector 87"/>
              <p:cNvCxnSpPr/>
              <p:nvPr/>
            </p:nvCxnSpPr>
            <p:spPr>
              <a:xfrm flipV="1">
                <a:off x="1405" y="7429"/>
                <a:ext cx="24" cy="2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nector 88"/>
              <p:cNvCxnSpPr/>
              <p:nvPr/>
            </p:nvCxnSpPr>
            <p:spPr>
              <a:xfrm>
                <a:off x="1429" y="7429"/>
                <a:ext cx="24" cy="2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nector 89"/>
              <p:cNvCxnSpPr/>
              <p:nvPr/>
            </p:nvCxnSpPr>
            <p:spPr>
              <a:xfrm>
                <a:off x="1453" y="7450"/>
                <a:ext cx="24" cy="4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or 90"/>
              <p:cNvCxnSpPr/>
              <p:nvPr/>
            </p:nvCxnSpPr>
            <p:spPr>
              <a:xfrm>
                <a:off x="1477" y="7496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nector 91"/>
              <p:cNvCxnSpPr/>
              <p:nvPr/>
            </p:nvCxnSpPr>
            <p:spPr>
              <a:xfrm>
                <a:off x="1501" y="7548"/>
                <a:ext cx="24" cy="3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nector 92"/>
              <p:cNvCxnSpPr/>
              <p:nvPr/>
            </p:nvCxnSpPr>
            <p:spPr>
              <a:xfrm>
                <a:off x="1524" y="7587"/>
                <a:ext cx="24" cy="1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nector 93"/>
              <p:cNvCxnSpPr/>
              <p:nvPr/>
            </p:nvCxnSpPr>
            <p:spPr>
              <a:xfrm flipV="1">
                <a:off x="1548" y="7593"/>
                <a:ext cx="24" cy="1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or 94"/>
              <p:cNvCxnSpPr/>
              <p:nvPr/>
            </p:nvCxnSpPr>
            <p:spPr>
              <a:xfrm flipV="1">
                <a:off x="1572" y="7559"/>
                <a:ext cx="24" cy="3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nector 95"/>
              <p:cNvCxnSpPr/>
              <p:nvPr/>
            </p:nvCxnSpPr>
            <p:spPr>
              <a:xfrm flipV="1">
                <a:off x="1596" y="7510"/>
                <a:ext cx="24" cy="5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nector 96"/>
              <p:cNvCxnSpPr/>
              <p:nvPr/>
            </p:nvCxnSpPr>
            <p:spPr>
              <a:xfrm flipV="1">
                <a:off x="1620" y="7460"/>
                <a:ext cx="24" cy="5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nector 97"/>
              <p:cNvCxnSpPr/>
              <p:nvPr/>
            </p:nvCxnSpPr>
            <p:spPr>
              <a:xfrm flipV="1">
                <a:off x="1644" y="7431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nector 98"/>
              <p:cNvCxnSpPr/>
              <p:nvPr/>
            </p:nvCxnSpPr>
            <p:spPr>
              <a:xfrm>
                <a:off x="1668" y="7431"/>
                <a:ext cx="24" cy="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nector 99"/>
              <p:cNvCxnSpPr/>
              <p:nvPr/>
            </p:nvCxnSpPr>
            <p:spPr>
              <a:xfrm>
                <a:off x="1692" y="7440"/>
                <a:ext cx="24" cy="5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nector 100"/>
              <p:cNvCxnSpPr/>
              <p:nvPr/>
            </p:nvCxnSpPr>
            <p:spPr>
              <a:xfrm>
                <a:off x="1716" y="7492"/>
                <a:ext cx="24" cy="8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nector 101"/>
              <p:cNvCxnSpPr/>
              <p:nvPr/>
            </p:nvCxnSpPr>
            <p:spPr>
              <a:xfrm>
                <a:off x="1740" y="7574"/>
                <a:ext cx="24" cy="7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Connector 102"/>
              <p:cNvCxnSpPr/>
              <p:nvPr/>
            </p:nvCxnSpPr>
            <p:spPr>
              <a:xfrm>
                <a:off x="1764" y="7652"/>
                <a:ext cx="24" cy="3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nector 103"/>
              <p:cNvCxnSpPr/>
              <p:nvPr/>
            </p:nvCxnSpPr>
            <p:spPr>
              <a:xfrm flipV="1">
                <a:off x="1788" y="7664"/>
                <a:ext cx="24" cy="2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nector 104"/>
              <p:cNvCxnSpPr/>
              <p:nvPr/>
            </p:nvCxnSpPr>
            <p:spPr>
              <a:xfrm flipV="1">
                <a:off x="1812" y="7578"/>
                <a:ext cx="24" cy="8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nector 105"/>
              <p:cNvCxnSpPr/>
              <p:nvPr/>
            </p:nvCxnSpPr>
            <p:spPr>
              <a:xfrm flipV="1">
                <a:off x="1835" y="7465"/>
                <a:ext cx="24" cy="11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nector 106"/>
              <p:cNvCxnSpPr/>
              <p:nvPr/>
            </p:nvCxnSpPr>
            <p:spPr>
              <a:xfrm flipV="1">
                <a:off x="1859" y="7373"/>
                <a:ext cx="24" cy="9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nector 107"/>
              <p:cNvCxnSpPr/>
              <p:nvPr/>
            </p:nvCxnSpPr>
            <p:spPr>
              <a:xfrm flipV="1">
                <a:off x="1883" y="7345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Connector 108"/>
              <p:cNvCxnSpPr/>
              <p:nvPr/>
            </p:nvCxnSpPr>
            <p:spPr>
              <a:xfrm>
                <a:off x="1907" y="7345"/>
                <a:ext cx="24" cy="4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nector 109"/>
              <p:cNvCxnSpPr/>
              <p:nvPr/>
            </p:nvCxnSpPr>
            <p:spPr>
              <a:xfrm>
                <a:off x="1931" y="7392"/>
                <a:ext cx="24" cy="10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nector 110"/>
              <p:cNvCxnSpPr/>
              <p:nvPr/>
            </p:nvCxnSpPr>
            <p:spPr>
              <a:xfrm>
                <a:off x="1955" y="7493"/>
                <a:ext cx="24" cy="11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nector 111"/>
              <p:cNvCxnSpPr/>
              <p:nvPr/>
            </p:nvCxnSpPr>
            <p:spPr>
              <a:xfrm>
                <a:off x="1979" y="7603"/>
                <a:ext cx="24" cy="7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Connector 112"/>
              <p:cNvCxnSpPr/>
              <p:nvPr/>
            </p:nvCxnSpPr>
            <p:spPr>
              <a:xfrm>
                <a:off x="2003" y="7677"/>
                <a:ext cx="24" cy="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Connector 113"/>
              <p:cNvCxnSpPr/>
              <p:nvPr/>
            </p:nvCxnSpPr>
            <p:spPr>
              <a:xfrm flipV="1">
                <a:off x="2027" y="7635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or 114"/>
              <p:cNvCxnSpPr/>
              <p:nvPr/>
            </p:nvCxnSpPr>
            <p:spPr>
              <a:xfrm flipV="1">
                <a:off x="2051" y="7552"/>
                <a:ext cx="24" cy="8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nector 115"/>
              <p:cNvCxnSpPr/>
              <p:nvPr/>
            </p:nvCxnSpPr>
            <p:spPr>
              <a:xfrm flipV="1">
                <a:off x="2075" y="7476"/>
                <a:ext cx="24" cy="7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nector 116"/>
              <p:cNvCxnSpPr/>
              <p:nvPr/>
            </p:nvCxnSpPr>
            <p:spPr>
              <a:xfrm flipV="1">
                <a:off x="2099" y="7434"/>
                <a:ext cx="24" cy="4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nector 117"/>
              <p:cNvCxnSpPr/>
              <p:nvPr/>
            </p:nvCxnSpPr>
            <p:spPr>
              <a:xfrm>
                <a:off x="2122" y="7434"/>
                <a:ext cx="24" cy="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nector 118"/>
              <p:cNvCxnSpPr/>
              <p:nvPr/>
            </p:nvCxnSpPr>
            <p:spPr>
              <a:xfrm>
                <a:off x="2146" y="7435"/>
                <a:ext cx="24" cy="3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nector 119"/>
              <p:cNvCxnSpPr/>
              <p:nvPr/>
            </p:nvCxnSpPr>
            <p:spPr>
              <a:xfrm>
                <a:off x="2170" y="7471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nector 120"/>
              <p:cNvCxnSpPr/>
              <p:nvPr/>
            </p:nvCxnSpPr>
            <p:spPr>
              <a:xfrm>
                <a:off x="2194" y="7523"/>
                <a:ext cx="24" cy="4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nector 121"/>
              <p:cNvCxnSpPr/>
              <p:nvPr/>
            </p:nvCxnSpPr>
            <p:spPr>
              <a:xfrm>
                <a:off x="2218" y="7569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nector 122"/>
              <p:cNvCxnSpPr/>
              <p:nvPr/>
            </p:nvCxnSpPr>
            <p:spPr>
              <a:xfrm>
                <a:off x="2242" y="7598"/>
                <a:ext cx="24" cy="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nector 123"/>
              <p:cNvCxnSpPr/>
              <p:nvPr/>
            </p:nvCxnSpPr>
            <p:spPr>
              <a:xfrm flipV="1">
                <a:off x="2266" y="7579"/>
                <a:ext cx="24" cy="2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Connector 124"/>
              <p:cNvCxnSpPr/>
              <p:nvPr/>
            </p:nvCxnSpPr>
            <p:spPr>
              <a:xfrm flipV="1">
                <a:off x="2290" y="7535"/>
                <a:ext cx="24" cy="4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Connector 125"/>
              <p:cNvCxnSpPr/>
              <p:nvPr/>
            </p:nvCxnSpPr>
            <p:spPr>
              <a:xfrm flipV="1">
                <a:off x="2314" y="7484"/>
                <a:ext cx="24" cy="5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Connector 126"/>
              <p:cNvCxnSpPr/>
              <p:nvPr/>
            </p:nvCxnSpPr>
            <p:spPr>
              <a:xfrm flipV="1">
                <a:off x="2338" y="7442"/>
                <a:ext cx="24" cy="4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Connector 127"/>
              <p:cNvCxnSpPr/>
              <p:nvPr/>
            </p:nvCxnSpPr>
            <p:spPr>
              <a:xfrm flipV="1">
                <a:off x="2362" y="7430"/>
                <a:ext cx="24" cy="1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Connector 128"/>
              <p:cNvCxnSpPr/>
              <p:nvPr/>
            </p:nvCxnSpPr>
            <p:spPr>
              <a:xfrm>
                <a:off x="2386" y="7430"/>
                <a:ext cx="24" cy="3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Connector 129"/>
              <p:cNvCxnSpPr/>
              <p:nvPr/>
            </p:nvCxnSpPr>
            <p:spPr>
              <a:xfrm>
                <a:off x="2409" y="7461"/>
                <a:ext cx="24" cy="7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2" name="可选流程 131"/>
            <p:cNvSpPr/>
            <p:nvPr/>
          </p:nvSpPr>
          <p:spPr>
            <a:xfrm>
              <a:off x="907942" y="3193395"/>
              <a:ext cx="941558" cy="250463"/>
            </a:xfrm>
            <a:custGeom>
              <a:avLst/>
              <a:gdLst>
                <a:gd name="connsiteX0" fmla="*/ 0 w 941558"/>
                <a:gd name="connsiteY0" fmla="*/ 41744 h 250463"/>
                <a:gd name="connsiteX1" fmla="*/ 41744 w 941558"/>
                <a:gd name="connsiteY1" fmla="*/ 0 h 250463"/>
                <a:gd name="connsiteX2" fmla="*/ 470779 w 941558"/>
                <a:gd name="connsiteY2" fmla="*/ 0 h 250463"/>
                <a:gd name="connsiteX3" fmla="*/ 899814 w 941558"/>
                <a:gd name="connsiteY3" fmla="*/ 0 h 250463"/>
                <a:gd name="connsiteX4" fmla="*/ 941558 w 941558"/>
                <a:gd name="connsiteY4" fmla="*/ 41744 h 250463"/>
                <a:gd name="connsiteX5" fmla="*/ 941558 w 941558"/>
                <a:gd name="connsiteY5" fmla="*/ 208719 h 250463"/>
                <a:gd name="connsiteX6" fmla="*/ 899814 w 941558"/>
                <a:gd name="connsiteY6" fmla="*/ 250463 h 250463"/>
                <a:gd name="connsiteX7" fmla="*/ 462198 w 941558"/>
                <a:gd name="connsiteY7" fmla="*/ 250463 h 250463"/>
                <a:gd name="connsiteX8" fmla="*/ 41744 w 941558"/>
                <a:gd name="connsiteY8" fmla="*/ 250463 h 250463"/>
                <a:gd name="connsiteX9" fmla="*/ 0 w 941558"/>
                <a:gd name="connsiteY9" fmla="*/ 208719 h 250463"/>
                <a:gd name="connsiteX10" fmla="*/ 0 w 941558"/>
                <a:gd name="connsiteY10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558" h="250463" fill="none" extrusionOk="0">
                  <a:moveTo>
                    <a:pt x="0" y="41744"/>
                  </a:moveTo>
                  <a:cubicBezTo>
                    <a:pt x="2266" y="21464"/>
                    <a:pt x="21769" y="-2696"/>
                    <a:pt x="41744" y="0"/>
                  </a:cubicBezTo>
                  <a:cubicBezTo>
                    <a:pt x="195076" y="3307"/>
                    <a:pt x="315449" y="-15597"/>
                    <a:pt x="470779" y="0"/>
                  </a:cubicBezTo>
                  <a:cubicBezTo>
                    <a:pt x="626109" y="15597"/>
                    <a:pt x="724929" y="-3800"/>
                    <a:pt x="899814" y="0"/>
                  </a:cubicBezTo>
                  <a:cubicBezTo>
                    <a:pt x="922216" y="-1331"/>
                    <a:pt x="941635" y="17644"/>
                    <a:pt x="941558" y="41744"/>
                  </a:cubicBezTo>
                  <a:cubicBezTo>
                    <a:pt x="941835" y="103064"/>
                    <a:pt x="944059" y="166592"/>
                    <a:pt x="941558" y="208719"/>
                  </a:cubicBezTo>
                  <a:cubicBezTo>
                    <a:pt x="938357" y="231906"/>
                    <a:pt x="923353" y="249590"/>
                    <a:pt x="899814" y="250463"/>
                  </a:cubicBezTo>
                  <a:cubicBezTo>
                    <a:pt x="719311" y="242955"/>
                    <a:pt x="628859" y="247714"/>
                    <a:pt x="462198" y="250463"/>
                  </a:cubicBezTo>
                  <a:cubicBezTo>
                    <a:pt x="295537" y="253212"/>
                    <a:pt x="132605" y="243236"/>
                    <a:pt x="41744" y="250463"/>
                  </a:cubicBezTo>
                  <a:cubicBezTo>
                    <a:pt x="18625" y="248750"/>
                    <a:pt x="4869" y="232789"/>
                    <a:pt x="0" y="208719"/>
                  </a:cubicBezTo>
                  <a:cubicBezTo>
                    <a:pt x="-4570" y="127569"/>
                    <a:pt x="7366" y="115038"/>
                    <a:pt x="0" y="41744"/>
                  </a:cubicBezTo>
                  <a:close/>
                </a:path>
                <a:path w="941558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8323" y="9608"/>
                    <a:pt x="367493" y="-9526"/>
                    <a:pt x="487940" y="0"/>
                  </a:cubicBezTo>
                  <a:cubicBezTo>
                    <a:pt x="608387" y="9526"/>
                    <a:pt x="755378" y="15383"/>
                    <a:pt x="899814" y="0"/>
                  </a:cubicBezTo>
                  <a:cubicBezTo>
                    <a:pt x="917886" y="-2726"/>
                    <a:pt x="943025" y="19390"/>
                    <a:pt x="941558" y="41744"/>
                  </a:cubicBezTo>
                  <a:cubicBezTo>
                    <a:pt x="940211" y="98798"/>
                    <a:pt x="949199" y="166189"/>
                    <a:pt x="941558" y="208719"/>
                  </a:cubicBezTo>
                  <a:cubicBezTo>
                    <a:pt x="942160" y="230794"/>
                    <a:pt x="921655" y="251530"/>
                    <a:pt x="899814" y="250463"/>
                  </a:cubicBezTo>
                  <a:cubicBezTo>
                    <a:pt x="797479" y="233487"/>
                    <a:pt x="605838" y="251956"/>
                    <a:pt x="470779" y="250463"/>
                  </a:cubicBezTo>
                  <a:cubicBezTo>
                    <a:pt x="335721" y="248970"/>
                    <a:pt x="238425" y="266998"/>
                    <a:pt x="41744" y="250463"/>
                  </a:cubicBezTo>
                  <a:cubicBezTo>
                    <a:pt x="17304" y="250384"/>
                    <a:pt x="1247" y="228355"/>
                    <a:pt x="0" y="208719"/>
                  </a:cubicBezTo>
                  <a:cubicBezTo>
                    <a:pt x="-4080" y="144712"/>
                    <a:pt x="1297" y="90451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Raw Waveform</a:t>
              </a:r>
              <a:endParaRPr kumimoji="1" lang="zh-CN" altLang="en-US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139" name="图片 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995" y="3307667"/>
            <a:ext cx="736740" cy="672327"/>
          </a:xfrm>
          <a:prstGeom prst="rect">
            <a:avLst/>
          </a:prstGeom>
        </p:spPr>
      </p:pic>
      <p:sp>
        <p:nvSpPr>
          <p:cNvPr id="142" name="可选流程 141"/>
          <p:cNvSpPr/>
          <p:nvPr/>
        </p:nvSpPr>
        <p:spPr>
          <a:xfrm>
            <a:off x="2371877" y="3141651"/>
            <a:ext cx="941558" cy="250463"/>
          </a:xfrm>
          <a:custGeom>
            <a:avLst/>
            <a:gdLst>
              <a:gd name="connsiteX0" fmla="*/ 0 w 941558"/>
              <a:gd name="connsiteY0" fmla="*/ 41744 h 250463"/>
              <a:gd name="connsiteX1" fmla="*/ 41744 w 941558"/>
              <a:gd name="connsiteY1" fmla="*/ 0 h 250463"/>
              <a:gd name="connsiteX2" fmla="*/ 470779 w 941558"/>
              <a:gd name="connsiteY2" fmla="*/ 0 h 250463"/>
              <a:gd name="connsiteX3" fmla="*/ 899814 w 941558"/>
              <a:gd name="connsiteY3" fmla="*/ 0 h 250463"/>
              <a:gd name="connsiteX4" fmla="*/ 941558 w 941558"/>
              <a:gd name="connsiteY4" fmla="*/ 41744 h 250463"/>
              <a:gd name="connsiteX5" fmla="*/ 941558 w 941558"/>
              <a:gd name="connsiteY5" fmla="*/ 208719 h 250463"/>
              <a:gd name="connsiteX6" fmla="*/ 899814 w 941558"/>
              <a:gd name="connsiteY6" fmla="*/ 250463 h 250463"/>
              <a:gd name="connsiteX7" fmla="*/ 462198 w 941558"/>
              <a:gd name="connsiteY7" fmla="*/ 250463 h 250463"/>
              <a:gd name="connsiteX8" fmla="*/ 41744 w 941558"/>
              <a:gd name="connsiteY8" fmla="*/ 250463 h 250463"/>
              <a:gd name="connsiteX9" fmla="*/ 0 w 941558"/>
              <a:gd name="connsiteY9" fmla="*/ 208719 h 250463"/>
              <a:gd name="connsiteX10" fmla="*/ 0 w 941558"/>
              <a:gd name="connsiteY10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558" h="250463" fill="none" extrusionOk="0">
                <a:moveTo>
                  <a:pt x="0" y="41744"/>
                </a:moveTo>
                <a:cubicBezTo>
                  <a:pt x="2266" y="21464"/>
                  <a:pt x="21769" y="-2696"/>
                  <a:pt x="41744" y="0"/>
                </a:cubicBezTo>
                <a:cubicBezTo>
                  <a:pt x="195076" y="3307"/>
                  <a:pt x="315449" y="-15597"/>
                  <a:pt x="470779" y="0"/>
                </a:cubicBezTo>
                <a:cubicBezTo>
                  <a:pt x="626109" y="15597"/>
                  <a:pt x="724929" y="-3800"/>
                  <a:pt x="899814" y="0"/>
                </a:cubicBezTo>
                <a:cubicBezTo>
                  <a:pt x="922216" y="-1331"/>
                  <a:pt x="941635" y="17644"/>
                  <a:pt x="941558" y="41744"/>
                </a:cubicBezTo>
                <a:cubicBezTo>
                  <a:pt x="941835" y="103064"/>
                  <a:pt x="944059" y="166592"/>
                  <a:pt x="941558" y="208719"/>
                </a:cubicBezTo>
                <a:cubicBezTo>
                  <a:pt x="938357" y="231906"/>
                  <a:pt x="923353" y="249590"/>
                  <a:pt x="899814" y="250463"/>
                </a:cubicBezTo>
                <a:cubicBezTo>
                  <a:pt x="719311" y="242955"/>
                  <a:pt x="628859" y="247714"/>
                  <a:pt x="462198" y="250463"/>
                </a:cubicBezTo>
                <a:cubicBezTo>
                  <a:pt x="295537" y="253212"/>
                  <a:pt x="132605" y="243236"/>
                  <a:pt x="41744" y="250463"/>
                </a:cubicBezTo>
                <a:cubicBezTo>
                  <a:pt x="18625" y="248750"/>
                  <a:pt x="4869" y="232789"/>
                  <a:pt x="0" y="208719"/>
                </a:cubicBezTo>
                <a:cubicBezTo>
                  <a:pt x="-4570" y="127569"/>
                  <a:pt x="7366" y="115038"/>
                  <a:pt x="0" y="41744"/>
                </a:cubicBezTo>
                <a:close/>
              </a:path>
              <a:path w="941558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8323" y="9608"/>
                  <a:pt x="367493" y="-9526"/>
                  <a:pt x="487940" y="0"/>
                </a:cubicBezTo>
                <a:cubicBezTo>
                  <a:pt x="608387" y="9526"/>
                  <a:pt x="755378" y="15383"/>
                  <a:pt x="899814" y="0"/>
                </a:cubicBezTo>
                <a:cubicBezTo>
                  <a:pt x="917886" y="-2726"/>
                  <a:pt x="943025" y="19390"/>
                  <a:pt x="941558" y="41744"/>
                </a:cubicBezTo>
                <a:cubicBezTo>
                  <a:pt x="940211" y="98798"/>
                  <a:pt x="949199" y="166189"/>
                  <a:pt x="941558" y="208719"/>
                </a:cubicBezTo>
                <a:cubicBezTo>
                  <a:pt x="942160" y="230794"/>
                  <a:pt x="921655" y="251530"/>
                  <a:pt x="899814" y="250463"/>
                </a:cubicBezTo>
                <a:cubicBezTo>
                  <a:pt x="797479" y="233487"/>
                  <a:pt x="605838" y="251956"/>
                  <a:pt x="470779" y="250463"/>
                </a:cubicBezTo>
                <a:cubicBezTo>
                  <a:pt x="335721" y="248970"/>
                  <a:pt x="238425" y="266998"/>
                  <a:pt x="41744" y="250463"/>
                </a:cubicBezTo>
                <a:cubicBezTo>
                  <a:pt x="17304" y="250384"/>
                  <a:pt x="1247" y="228355"/>
                  <a:pt x="0" y="208719"/>
                </a:cubicBezTo>
                <a:cubicBezTo>
                  <a:pt x="-4080" y="144712"/>
                  <a:pt x="1297" y="90451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Teacher Model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45" name="组合 144"/>
          <p:cNvGrpSpPr/>
          <p:nvPr/>
        </p:nvGrpSpPr>
        <p:grpSpPr>
          <a:xfrm>
            <a:off x="446341" y="5755322"/>
            <a:ext cx="1234440" cy="807676"/>
            <a:chOff x="784361" y="3193395"/>
            <a:chExt cx="1234440" cy="807676"/>
          </a:xfrm>
        </p:grpSpPr>
        <p:grpSp>
          <p:nvGrpSpPr>
            <p:cNvPr id="146" name="组合 145"/>
            <p:cNvGrpSpPr/>
            <p:nvPr/>
          </p:nvGrpSpPr>
          <p:grpSpPr>
            <a:xfrm>
              <a:off x="784361" y="3315271"/>
              <a:ext cx="1234440" cy="685800"/>
              <a:chOff x="792" y="6941"/>
              <a:chExt cx="1944" cy="1080"/>
            </a:xfrm>
          </p:grpSpPr>
          <p:sp>
            <p:nvSpPr>
              <p:cNvPr id="148" name="Rounded Rectangle 65"/>
              <p:cNvSpPr/>
              <p:nvPr/>
            </p:nvSpPr>
            <p:spPr>
              <a:xfrm>
                <a:off x="792" y="6941"/>
                <a:ext cx="1944" cy="1080"/>
              </a:xfrm>
              <a:prstGeom prst="roundRect">
                <a:avLst/>
              </a:prstGeom>
              <a:solidFill>
                <a:srgbClr val="F9FBFE"/>
              </a:solidFill>
              <a:ln w="12700">
                <a:solidFill>
                  <a:srgbClr val="D9E3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49" name="Connector 71"/>
              <p:cNvCxnSpPr/>
              <p:nvPr/>
            </p:nvCxnSpPr>
            <p:spPr>
              <a:xfrm>
                <a:off x="1022" y="7531"/>
                <a:ext cx="24" cy="85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nector 72"/>
              <p:cNvCxnSpPr/>
              <p:nvPr/>
            </p:nvCxnSpPr>
            <p:spPr>
              <a:xfrm>
                <a:off x="1046" y="7616"/>
                <a:ext cx="24" cy="6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nector 73"/>
              <p:cNvCxnSpPr/>
              <p:nvPr/>
            </p:nvCxnSpPr>
            <p:spPr>
              <a:xfrm>
                <a:off x="1070" y="7678"/>
                <a:ext cx="24" cy="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Connector 74"/>
              <p:cNvCxnSpPr/>
              <p:nvPr/>
            </p:nvCxnSpPr>
            <p:spPr>
              <a:xfrm flipV="1">
                <a:off x="1094" y="7627"/>
                <a:ext cx="24" cy="5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nector 75"/>
              <p:cNvCxnSpPr/>
              <p:nvPr/>
            </p:nvCxnSpPr>
            <p:spPr>
              <a:xfrm flipV="1">
                <a:off x="1118" y="7522"/>
                <a:ext cx="24" cy="105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Connector 76"/>
              <p:cNvCxnSpPr/>
              <p:nvPr/>
            </p:nvCxnSpPr>
            <p:spPr>
              <a:xfrm flipV="1">
                <a:off x="1142" y="7413"/>
                <a:ext cx="24" cy="10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Connector 77"/>
              <p:cNvCxnSpPr/>
              <p:nvPr/>
            </p:nvCxnSpPr>
            <p:spPr>
              <a:xfrm flipV="1">
                <a:off x="1166" y="7350"/>
                <a:ext cx="24" cy="6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Connector 78"/>
              <p:cNvCxnSpPr/>
              <p:nvPr/>
            </p:nvCxnSpPr>
            <p:spPr>
              <a:xfrm>
                <a:off x="1190" y="7350"/>
                <a:ext cx="24" cy="1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Connector 79"/>
              <p:cNvCxnSpPr/>
              <p:nvPr/>
            </p:nvCxnSpPr>
            <p:spPr>
              <a:xfrm>
                <a:off x="1214" y="7359"/>
                <a:ext cx="24" cy="7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Connector 80"/>
              <p:cNvCxnSpPr/>
              <p:nvPr/>
            </p:nvCxnSpPr>
            <p:spPr>
              <a:xfrm>
                <a:off x="1237" y="7438"/>
                <a:ext cx="24" cy="11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Connector 81"/>
              <p:cNvCxnSpPr/>
              <p:nvPr/>
            </p:nvCxnSpPr>
            <p:spPr>
              <a:xfrm>
                <a:off x="1261" y="7550"/>
                <a:ext cx="24" cy="9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Connector 82"/>
              <p:cNvCxnSpPr/>
              <p:nvPr/>
            </p:nvCxnSpPr>
            <p:spPr>
              <a:xfrm>
                <a:off x="1285" y="7647"/>
                <a:ext cx="24" cy="4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Connector 83"/>
              <p:cNvCxnSpPr/>
              <p:nvPr/>
            </p:nvCxnSpPr>
            <p:spPr>
              <a:xfrm flipV="1">
                <a:off x="1309" y="7667"/>
                <a:ext cx="24" cy="2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Connector 84"/>
              <p:cNvCxnSpPr/>
              <p:nvPr/>
            </p:nvCxnSpPr>
            <p:spPr>
              <a:xfrm flipV="1">
                <a:off x="1333" y="7595"/>
                <a:ext cx="24" cy="7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Connector 85"/>
              <p:cNvCxnSpPr/>
              <p:nvPr/>
            </p:nvCxnSpPr>
            <p:spPr>
              <a:xfrm flipV="1">
                <a:off x="1357" y="7511"/>
                <a:ext cx="24" cy="8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Connector 86"/>
              <p:cNvCxnSpPr/>
              <p:nvPr/>
            </p:nvCxnSpPr>
            <p:spPr>
              <a:xfrm flipV="1">
                <a:off x="1381" y="7449"/>
                <a:ext cx="24" cy="6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Connector 87"/>
              <p:cNvCxnSpPr/>
              <p:nvPr/>
            </p:nvCxnSpPr>
            <p:spPr>
              <a:xfrm flipV="1">
                <a:off x="1405" y="7429"/>
                <a:ext cx="24" cy="2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Connector 88"/>
              <p:cNvCxnSpPr/>
              <p:nvPr/>
            </p:nvCxnSpPr>
            <p:spPr>
              <a:xfrm>
                <a:off x="1429" y="7429"/>
                <a:ext cx="24" cy="2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onnector 89"/>
              <p:cNvCxnSpPr/>
              <p:nvPr/>
            </p:nvCxnSpPr>
            <p:spPr>
              <a:xfrm>
                <a:off x="1453" y="7450"/>
                <a:ext cx="24" cy="4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Connector 90"/>
              <p:cNvCxnSpPr/>
              <p:nvPr/>
            </p:nvCxnSpPr>
            <p:spPr>
              <a:xfrm>
                <a:off x="1477" y="7496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Connector 91"/>
              <p:cNvCxnSpPr/>
              <p:nvPr/>
            </p:nvCxnSpPr>
            <p:spPr>
              <a:xfrm>
                <a:off x="1501" y="7548"/>
                <a:ext cx="24" cy="3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Connector 92"/>
              <p:cNvCxnSpPr/>
              <p:nvPr/>
            </p:nvCxnSpPr>
            <p:spPr>
              <a:xfrm>
                <a:off x="1524" y="7587"/>
                <a:ext cx="24" cy="1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Connector 93"/>
              <p:cNvCxnSpPr/>
              <p:nvPr/>
            </p:nvCxnSpPr>
            <p:spPr>
              <a:xfrm flipV="1">
                <a:off x="1548" y="7593"/>
                <a:ext cx="24" cy="1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Connector 94"/>
              <p:cNvCxnSpPr/>
              <p:nvPr/>
            </p:nvCxnSpPr>
            <p:spPr>
              <a:xfrm flipV="1">
                <a:off x="1572" y="7559"/>
                <a:ext cx="24" cy="3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Connector 95"/>
              <p:cNvCxnSpPr/>
              <p:nvPr/>
            </p:nvCxnSpPr>
            <p:spPr>
              <a:xfrm flipV="1">
                <a:off x="1596" y="7510"/>
                <a:ext cx="24" cy="5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Connector 96"/>
              <p:cNvCxnSpPr/>
              <p:nvPr/>
            </p:nvCxnSpPr>
            <p:spPr>
              <a:xfrm flipV="1">
                <a:off x="1620" y="7460"/>
                <a:ext cx="24" cy="5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Connector 97"/>
              <p:cNvCxnSpPr/>
              <p:nvPr/>
            </p:nvCxnSpPr>
            <p:spPr>
              <a:xfrm flipV="1">
                <a:off x="1644" y="7431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Connector 98"/>
              <p:cNvCxnSpPr/>
              <p:nvPr/>
            </p:nvCxnSpPr>
            <p:spPr>
              <a:xfrm>
                <a:off x="1668" y="7431"/>
                <a:ext cx="24" cy="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Connector 99"/>
              <p:cNvCxnSpPr/>
              <p:nvPr/>
            </p:nvCxnSpPr>
            <p:spPr>
              <a:xfrm>
                <a:off x="1692" y="7440"/>
                <a:ext cx="24" cy="5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Connector 100"/>
              <p:cNvCxnSpPr/>
              <p:nvPr/>
            </p:nvCxnSpPr>
            <p:spPr>
              <a:xfrm>
                <a:off x="1716" y="7492"/>
                <a:ext cx="24" cy="8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Connector 101"/>
              <p:cNvCxnSpPr/>
              <p:nvPr/>
            </p:nvCxnSpPr>
            <p:spPr>
              <a:xfrm>
                <a:off x="1740" y="7574"/>
                <a:ext cx="24" cy="7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Connector 102"/>
              <p:cNvCxnSpPr/>
              <p:nvPr/>
            </p:nvCxnSpPr>
            <p:spPr>
              <a:xfrm>
                <a:off x="1764" y="7652"/>
                <a:ext cx="24" cy="3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nector 103"/>
              <p:cNvCxnSpPr/>
              <p:nvPr/>
            </p:nvCxnSpPr>
            <p:spPr>
              <a:xfrm flipV="1">
                <a:off x="1788" y="7664"/>
                <a:ext cx="24" cy="2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nector 104"/>
              <p:cNvCxnSpPr/>
              <p:nvPr/>
            </p:nvCxnSpPr>
            <p:spPr>
              <a:xfrm flipV="1">
                <a:off x="1812" y="7578"/>
                <a:ext cx="24" cy="8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nector 105"/>
              <p:cNvCxnSpPr/>
              <p:nvPr/>
            </p:nvCxnSpPr>
            <p:spPr>
              <a:xfrm flipV="1">
                <a:off x="1835" y="7465"/>
                <a:ext cx="24" cy="11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Connector 106"/>
              <p:cNvCxnSpPr/>
              <p:nvPr/>
            </p:nvCxnSpPr>
            <p:spPr>
              <a:xfrm flipV="1">
                <a:off x="1859" y="7373"/>
                <a:ext cx="24" cy="9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Connector 107"/>
              <p:cNvCxnSpPr/>
              <p:nvPr/>
            </p:nvCxnSpPr>
            <p:spPr>
              <a:xfrm flipV="1">
                <a:off x="1883" y="7345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or 108"/>
              <p:cNvCxnSpPr/>
              <p:nvPr/>
            </p:nvCxnSpPr>
            <p:spPr>
              <a:xfrm>
                <a:off x="1907" y="7345"/>
                <a:ext cx="24" cy="4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nector 109"/>
              <p:cNvCxnSpPr/>
              <p:nvPr/>
            </p:nvCxnSpPr>
            <p:spPr>
              <a:xfrm>
                <a:off x="1931" y="7392"/>
                <a:ext cx="24" cy="10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nector 110"/>
              <p:cNvCxnSpPr/>
              <p:nvPr/>
            </p:nvCxnSpPr>
            <p:spPr>
              <a:xfrm>
                <a:off x="1955" y="7493"/>
                <a:ext cx="24" cy="11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or 111"/>
              <p:cNvCxnSpPr/>
              <p:nvPr/>
            </p:nvCxnSpPr>
            <p:spPr>
              <a:xfrm>
                <a:off x="1979" y="7603"/>
                <a:ext cx="24" cy="7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nector 112"/>
              <p:cNvCxnSpPr/>
              <p:nvPr/>
            </p:nvCxnSpPr>
            <p:spPr>
              <a:xfrm>
                <a:off x="2003" y="7677"/>
                <a:ext cx="24" cy="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nector 113"/>
              <p:cNvCxnSpPr/>
              <p:nvPr/>
            </p:nvCxnSpPr>
            <p:spPr>
              <a:xfrm flipV="1">
                <a:off x="2027" y="7635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Connector 114"/>
              <p:cNvCxnSpPr/>
              <p:nvPr/>
            </p:nvCxnSpPr>
            <p:spPr>
              <a:xfrm flipV="1">
                <a:off x="2051" y="7552"/>
                <a:ext cx="24" cy="8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Connector 115"/>
              <p:cNvCxnSpPr/>
              <p:nvPr/>
            </p:nvCxnSpPr>
            <p:spPr>
              <a:xfrm flipV="1">
                <a:off x="2075" y="7476"/>
                <a:ext cx="24" cy="7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Connector 116"/>
              <p:cNvCxnSpPr/>
              <p:nvPr/>
            </p:nvCxnSpPr>
            <p:spPr>
              <a:xfrm flipV="1">
                <a:off x="2099" y="7434"/>
                <a:ext cx="24" cy="4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Connector 117"/>
              <p:cNvCxnSpPr/>
              <p:nvPr/>
            </p:nvCxnSpPr>
            <p:spPr>
              <a:xfrm>
                <a:off x="2122" y="7434"/>
                <a:ext cx="24" cy="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Connector 118"/>
              <p:cNvCxnSpPr/>
              <p:nvPr/>
            </p:nvCxnSpPr>
            <p:spPr>
              <a:xfrm>
                <a:off x="2146" y="7435"/>
                <a:ext cx="24" cy="3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Connector 119"/>
              <p:cNvCxnSpPr/>
              <p:nvPr/>
            </p:nvCxnSpPr>
            <p:spPr>
              <a:xfrm>
                <a:off x="2170" y="7471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Connector 120"/>
              <p:cNvCxnSpPr/>
              <p:nvPr/>
            </p:nvCxnSpPr>
            <p:spPr>
              <a:xfrm>
                <a:off x="2194" y="7523"/>
                <a:ext cx="24" cy="4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Connector 121"/>
              <p:cNvCxnSpPr/>
              <p:nvPr/>
            </p:nvCxnSpPr>
            <p:spPr>
              <a:xfrm>
                <a:off x="2218" y="7569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Connector 122"/>
              <p:cNvCxnSpPr/>
              <p:nvPr/>
            </p:nvCxnSpPr>
            <p:spPr>
              <a:xfrm>
                <a:off x="2242" y="7598"/>
                <a:ext cx="24" cy="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Connector 123"/>
              <p:cNvCxnSpPr/>
              <p:nvPr/>
            </p:nvCxnSpPr>
            <p:spPr>
              <a:xfrm flipV="1">
                <a:off x="2266" y="7579"/>
                <a:ext cx="24" cy="2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Connector 124"/>
              <p:cNvCxnSpPr/>
              <p:nvPr/>
            </p:nvCxnSpPr>
            <p:spPr>
              <a:xfrm flipV="1">
                <a:off x="2290" y="7535"/>
                <a:ext cx="24" cy="4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Connector 125"/>
              <p:cNvCxnSpPr/>
              <p:nvPr/>
            </p:nvCxnSpPr>
            <p:spPr>
              <a:xfrm flipV="1">
                <a:off x="2314" y="7484"/>
                <a:ext cx="24" cy="5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Connector 126"/>
              <p:cNvCxnSpPr/>
              <p:nvPr/>
            </p:nvCxnSpPr>
            <p:spPr>
              <a:xfrm flipV="1">
                <a:off x="2338" y="7442"/>
                <a:ext cx="24" cy="4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Connector 127"/>
              <p:cNvCxnSpPr/>
              <p:nvPr/>
            </p:nvCxnSpPr>
            <p:spPr>
              <a:xfrm flipV="1">
                <a:off x="2362" y="7430"/>
                <a:ext cx="24" cy="1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nector 128"/>
              <p:cNvCxnSpPr/>
              <p:nvPr/>
            </p:nvCxnSpPr>
            <p:spPr>
              <a:xfrm>
                <a:off x="2386" y="7430"/>
                <a:ext cx="24" cy="3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Connector 129"/>
              <p:cNvCxnSpPr/>
              <p:nvPr/>
            </p:nvCxnSpPr>
            <p:spPr>
              <a:xfrm>
                <a:off x="2409" y="7461"/>
                <a:ext cx="24" cy="7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7" name="可选流程 146"/>
            <p:cNvSpPr/>
            <p:nvPr/>
          </p:nvSpPr>
          <p:spPr>
            <a:xfrm>
              <a:off x="907942" y="3193395"/>
              <a:ext cx="941558" cy="250463"/>
            </a:xfrm>
            <a:custGeom>
              <a:avLst/>
              <a:gdLst>
                <a:gd name="connsiteX0" fmla="*/ 0 w 941558"/>
                <a:gd name="connsiteY0" fmla="*/ 41744 h 250463"/>
                <a:gd name="connsiteX1" fmla="*/ 41744 w 941558"/>
                <a:gd name="connsiteY1" fmla="*/ 0 h 250463"/>
                <a:gd name="connsiteX2" fmla="*/ 470779 w 941558"/>
                <a:gd name="connsiteY2" fmla="*/ 0 h 250463"/>
                <a:gd name="connsiteX3" fmla="*/ 899814 w 941558"/>
                <a:gd name="connsiteY3" fmla="*/ 0 h 250463"/>
                <a:gd name="connsiteX4" fmla="*/ 941558 w 941558"/>
                <a:gd name="connsiteY4" fmla="*/ 41744 h 250463"/>
                <a:gd name="connsiteX5" fmla="*/ 941558 w 941558"/>
                <a:gd name="connsiteY5" fmla="*/ 208719 h 250463"/>
                <a:gd name="connsiteX6" fmla="*/ 899814 w 941558"/>
                <a:gd name="connsiteY6" fmla="*/ 250463 h 250463"/>
                <a:gd name="connsiteX7" fmla="*/ 462198 w 941558"/>
                <a:gd name="connsiteY7" fmla="*/ 250463 h 250463"/>
                <a:gd name="connsiteX8" fmla="*/ 41744 w 941558"/>
                <a:gd name="connsiteY8" fmla="*/ 250463 h 250463"/>
                <a:gd name="connsiteX9" fmla="*/ 0 w 941558"/>
                <a:gd name="connsiteY9" fmla="*/ 208719 h 250463"/>
                <a:gd name="connsiteX10" fmla="*/ 0 w 941558"/>
                <a:gd name="connsiteY10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558" h="250463" fill="none" extrusionOk="0">
                  <a:moveTo>
                    <a:pt x="0" y="41744"/>
                  </a:moveTo>
                  <a:cubicBezTo>
                    <a:pt x="2266" y="21464"/>
                    <a:pt x="21769" y="-2696"/>
                    <a:pt x="41744" y="0"/>
                  </a:cubicBezTo>
                  <a:cubicBezTo>
                    <a:pt x="195076" y="3307"/>
                    <a:pt x="315449" y="-15597"/>
                    <a:pt x="470779" y="0"/>
                  </a:cubicBezTo>
                  <a:cubicBezTo>
                    <a:pt x="626109" y="15597"/>
                    <a:pt x="724929" y="-3800"/>
                    <a:pt x="899814" y="0"/>
                  </a:cubicBezTo>
                  <a:cubicBezTo>
                    <a:pt x="922216" y="-1331"/>
                    <a:pt x="941635" y="17644"/>
                    <a:pt x="941558" y="41744"/>
                  </a:cubicBezTo>
                  <a:cubicBezTo>
                    <a:pt x="941835" y="103064"/>
                    <a:pt x="944059" y="166592"/>
                    <a:pt x="941558" y="208719"/>
                  </a:cubicBezTo>
                  <a:cubicBezTo>
                    <a:pt x="938357" y="231906"/>
                    <a:pt x="923353" y="249590"/>
                    <a:pt x="899814" y="250463"/>
                  </a:cubicBezTo>
                  <a:cubicBezTo>
                    <a:pt x="719311" y="242955"/>
                    <a:pt x="628859" y="247714"/>
                    <a:pt x="462198" y="250463"/>
                  </a:cubicBezTo>
                  <a:cubicBezTo>
                    <a:pt x="295537" y="253212"/>
                    <a:pt x="132605" y="243236"/>
                    <a:pt x="41744" y="250463"/>
                  </a:cubicBezTo>
                  <a:cubicBezTo>
                    <a:pt x="18625" y="248750"/>
                    <a:pt x="4869" y="232789"/>
                    <a:pt x="0" y="208719"/>
                  </a:cubicBezTo>
                  <a:cubicBezTo>
                    <a:pt x="-4570" y="127569"/>
                    <a:pt x="7366" y="115038"/>
                    <a:pt x="0" y="41744"/>
                  </a:cubicBezTo>
                  <a:close/>
                </a:path>
                <a:path w="941558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8323" y="9608"/>
                    <a:pt x="367493" y="-9526"/>
                    <a:pt x="487940" y="0"/>
                  </a:cubicBezTo>
                  <a:cubicBezTo>
                    <a:pt x="608387" y="9526"/>
                    <a:pt x="755378" y="15383"/>
                    <a:pt x="899814" y="0"/>
                  </a:cubicBezTo>
                  <a:cubicBezTo>
                    <a:pt x="917886" y="-2726"/>
                    <a:pt x="943025" y="19390"/>
                    <a:pt x="941558" y="41744"/>
                  </a:cubicBezTo>
                  <a:cubicBezTo>
                    <a:pt x="940211" y="98798"/>
                    <a:pt x="949199" y="166189"/>
                    <a:pt x="941558" y="208719"/>
                  </a:cubicBezTo>
                  <a:cubicBezTo>
                    <a:pt x="942160" y="230794"/>
                    <a:pt x="921655" y="251530"/>
                    <a:pt x="899814" y="250463"/>
                  </a:cubicBezTo>
                  <a:cubicBezTo>
                    <a:pt x="797479" y="233487"/>
                    <a:pt x="605838" y="251956"/>
                    <a:pt x="470779" y="250463"/>
                  </a:cubicBezTo>
                  <a:cubicBezTo>
                    <a:pt x="335721" y="248970"/>
                    <a:pt x="238425" y="266998"/>
                    <a:pt x="41744" y="250463"/>
                  </a:cubicBezTo>
                  <a:cubicBezTo>
                    <a:pt x="17304" y="250384"/>
                    <a:pt x="1247" y="228355"/>
                    <a:pt x="0" y="208719"/>
                  </a:cubicBezTo>
                  <a:cubicBezTo>
                    <a:pt x="-4080" y="144712"/>
                    <a:pt x="1297" y="90451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Raw Waveform</a:t>
              </a:r>
              <a:endParaRPr kumimoji="1" lang="zh-CN" altLang="en-US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208" name="圆角矩形 207"/>
          <p:cNvSpPr>
            <a:spLocks noGrp="1"/>
          </p:cNvSpPr>
          <p:nvPr/>
        </p:nvSpPr>
        <p:spPr>
          <a:xfrm>
            <a:off x="2274135" y="5857859"/>
            <a:ext cx="1266230" cy="787977"/>
          </a:xfrm>
          <a:prstGeom prst="roundRect">
            <a:avLst>
              <a:gd name="adj" fmla="val 13514"/>
            </a:avLst>
          </a:prstGeom>
          <a:solidFill>
            <a:srgbClr val="FFEDEB"/>
          </a:solidFill>
          <a:ln w="13335">
            <a:solidFill>
              <a:srgbClr val="F3B1AA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endParaRPr lang="en-US" sz="1425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09" name="图片 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800" y="5877999"/>
            <a:ext cx="736740" cy="672327"/>
          </a:xfrm>
          <a:prstGeom prst="rect">
            <a:avLst/>
          </a:prstGeom>
        </p:spPr>
      </p:pic>
      <p:sp>
        <p:nvSpPr>
          <p:cNvPr id="211" name="可选流程 210"/>
          <p:cNvSpPr/>
          <p:nvPr/>
        </p:nvSpPr>
        <p:spPr>
          <a:xfrm>
            <a:off x="2418682" y="5711983"/>
            <a:ext cx="941558" cy="250463"/>
          </a:xfrm>
          <a:custGeom>
            <a:avLst/>
            <a:gdLst>
              <a:gd name="connsiteX0" fmla="*/ 0 w 941558"/>
              <a:gd name="connsiteY0" fmla="*/ 41744 h 250463"/>
              <a:gd name="connsiteX1" fmla="*/ 41744 w 941558"/>
              <a:gd name="connsiteY1" fmla="*/ 0 h 250463"/>
              <a:gd name="connsiteX2" fmla="*/ 470779 w 941558"/>
              <a:gd name="connsiteY2" fmla="*/ 0 h 250463"/>
              <a:gd name="connsiteX3" fmla="*/ 899814 w 941558"/>
              <a:gd name="connsiteY3" fmla="*/ 0 h 250463"/>
              <a:gd name="connsiteX4" fmla="*/ 941558 w 941558"/>
              <a:gd name="connsiteY4" fmla="*/ 41744 h 250463"/>
              <a:gd name="connsiteX5" fmla="*/ 941558 w 941558"/>
              <a:gd name="connsiteY5" fmla="*/ 208719 h 250463"/>
              <a:gd name="connsiteX6" fmla="*/ 899814 w 941558"/>
              <a:gd name="connsiteY6" fmla="*/ 250463 h 250463"/>
              <a:gd name="connsiteX7" fmla="*/ 462198 w 941558"/>
              <a:gd name="connsiteY7" fmla="*/ 250463 h 250463"/>
              <a:gd name="connsiteX8" fmla="*/ 41744 w 941558"/>
              <a:gd name="connsiteY8" fmla="*/ 250463 h 250463"/>
              <a:gd name="connsiteX9" fmla="*/ 0 w 941558"/>
              <a:gd name="connsiteY9" fmla="*/ 208719 h 250463"/>
              <a:gd name="connsiteX10" fmla="*/ 0 w 941558"/>
              <a:gd name="connsiteY10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558" h="250463" fill="none" extrusionOk="0">
                <a:moveTo>
                  <a:pt x="0" y="41744"/>
                </a:moveTo>
                <a:cubicBezTo>
                  <a:pt x="2266" y="21464"/>
                  <a:pt x="21769" y="-2696"/>
                  <a:pt x="41744" y="0"/>
                </a:cubicBezTo>
                <a:cubicBezTo>
                  <a:pt x="195076" y="3307"/>
                  <a:pt x="315449" y="-15597"/>
                  <a:pt x="470779" y="0"/>
                </a:cubicBezTo>
                <a:cubicBezTo>
                  <a:pt x="626109" y="15597"/>
                  <a:pt x="724929" y="-3800"/>
                  <a:pt x="899814" y="0"/>
                </a:cubicBezTo>
                <a:cubicBezTo>
                  <a:pt x="922216" y="-1331"/>
                  <a:pt x="941635" y="17644"/>
                  <a:pt x="941558" y="41744"/>
                </a:cubicBezTo>
                <a:cubicBezTo>
                  <a:pt x="941835" y="103064"/>
                  <a:pt x="944059" y="166592"/>
                  <a:pt x="941558" y="208719"/>
                </a:cubicBezTo>
                <a:cubicBezTo>
                  <a:pt x="938357" y="231906"/>
                  <a:pt x="923353" y="249590"/>
                  <a:pt x="899814" y="250463"/>
                </a:cubicBezTo>
                <a:cubicBezTo>
                  <a:pt x="719311" y="242955"/>
                  <a:pt x="628859" y="247714"/>
                  <a:pt x="462198" y="250463"/>
                </a:cubicBezTo>
                <a:cubicBezTo>
                  <a:pt x="295537" y="253212"/>
                  <a:pt x="132605" y="243236"/>
                  <a:pt x="41744" y="250463"/>
                </a:cubicBezTo>
                <a:cubicBezTo>
                  <a:pt x="18625" y="248750"/>
                  <a:pt x="4869" y="232789"/>
                  <a:pt x="0" y="208719"/>
                </a:cubicBezTo>
                <a:cubicBezTo>
                  <a:pt x="-4570" y="127569"/>
                  <a:pt x="7366" y="115038"/>
                  <a:pt x="0" y="41744"/>
                </a:cubicBezTo>
                <a:close/>
              </a:path>
              <a:path w="941558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8323" y="9608"/>
                  <a:pt x="367493" y="-9526"/>
                  <a:pt x="487940" y="0"/>
                </a:cubicBezTo>
                <a:cubicBezTo>
                  <a:pt x="608387" y="9526"/>
                  <a:pt x="755378" y="15383"/>
                  <a:pt x="899814" y="0"/>
                </a:cubicBezTo>
                <a:cubicBezTo>
                  <a:pt x="917886" y="-2726"/>
                  <a:pt x="943025" y="19390"/>
                  <a:pt x="941558" y="41744"/>
                </a:cubicBezTo>
                <a:cubicBezTo>
                  <a:pt x="940211" y="98798"/>
                  <a:pt x="949199" y="166189"/>
                  <a:pt x="941558" y="208719"/>
                </a:cubicBezTo>
                <a:cubicBezTo>
                  <a:pt x="942160" y="230794"/>
                  <a:pt x="921655" y="251530"/>
                  <a:pt x="899814" y="250463"/>
                </a:cubicBezTo>
                <a:cubicBezTo>
                  <a:pt x="797479" y="233487"/>
                  <a:pt x="605838" y="251956"/>
                  <a:pt x="470779" y="250463"/>
                </a:cubicBezTo>
                <a:cubicBezTo>
                  <a:pt x="335721" y="248970"/>
                  <a:pt x="238425" y="266998"/>
                  <a:pt x="41744" y="250463"/>
                </a:cubicBezTo>
                <a:cubicBezTo>
                  <a:pt x="17304" y="250384"/>
                  <a:pt x="1247" y="228355"/>
                  <a:pt x="0" y="208719"/>
                </a:cubicBezTo>
                <a:cubicBezTo>
                  <a:pt x="-4080" y="144712"/>
                  <a:pt x="1297" y="90451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Student Model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14" name="组合 213"/>
          <p:cNvGrpSpPr/>
          <p:nvPr/>
        </p:nvGrpSpPr>
        <p:grpSpPr>
          <a:xfrm>
            <a:off x="4161637" y="6020101"/>
            <a:ext cx="753777" cy="530225"/>
            <a:chOff x="9057" y="9086"/>
            <a:chExt cx="887" cy="835"/>
          </a:xfrm>
        </p:grpSpPr>
        <p:sp>
          <p:nvSpPr>
            <p:cNvPr id="215" name="Rounded Rectangle 258"/>
            <p:cNvSpPr/>
            <p:nvPr/>
          </p:nvSpPr>
          <p:spPr>
            <a:xfrm>
              <a:off x="9057" y="9086"/>
              <a:ext cx="887" cy="835"/>
            </a:xfrm>
            <a:prstGeom prst="roundRect">
              <a:avLst/>
            </a:prstGeom>
            <a:solidFill>
              <a:srgbClr val="F4F8FD"/>
            </a:solidFill>
            <a:ln w="12700">
              <a:solidFill>
                <a:srgbClr val="C8D2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ctangle 260"/>
            <p:cNvSpPr/>
            <p:nvPr/>
          </p:nvSpPr>
          <p:spPr>
            <a:xfrm>
              <a:off x="9187" y="9605"/>
              <a:ext cx="101" cy="101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6E8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Rectangle 261"/>
            <p:cNvSpPr/>
            <p:nvPr/>
          </p:nvSpPr>
          <p:spPr>
            <a:xfrm>
              <a:off x="9360" y="9547"/>
              <a:ext cx="101" cy="158"/>
            </a:xfrm>
            <a:prstGeom prst="rect">
              <a:avLst/>
            </a:prstGeom>
            <a:solidFill>
              <a:srgbClr val="3E66B1"/>
            </a:solidFill>
            <a:ln w="12700">
              <a:solidFill>
                <a:srgbClr val="3E66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62"/>
            <p:cNvSpPr/>
            <p:nvPr/>
          </p:nvSpPr>
          <p:spPr>
            <a:xfrm>
              <a:off x="9533" y="9461"/>
              <a:ext cx="101" cy="245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A86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63"/>
            <p:cNvSpPr/>
            <p:nvPr/>
          </p:nvSpPr>
          <p:spPr>
            <a:xfrm>
              <a:off x="9706" y="9567"/>
              <a:ext cx="101" cy="138"/>
            </a:xfrm>
            <a:prstGeom prst="rect">
              <a:avLst/>
            </a:prstGeom>
            <a:solidFill>
              <a:srgbClr val="D84135"/>
            </a:solidFill>
            <a:ln w="12700">
              <a:solidFill>
                <a:srgbClr val="D84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1" name="可选流程 220"/>
          <p:cNvSpPr/>
          <p:nvPr/>
        </p:nvSpPr>
        <p:spPr>
          <a:xfrm>
            <a:off x="4285296" y="5883928"/>
            <a:ext cx="513694" cy="250463"/>
          </a:xfrm>
          <a:custGeom>
            <a:avLst/>
            <a:gdLst>
              <a:gd name="connsiteX0" fmla="*/ 0 w 513694"/>
              <a:gd name="connsiteY0" fmla="*/ 41744 h 250463"/>
              <a:gd name="connsiteX1" fmla="*/ 41744 w 513694"/>
              <a:gd name="connsiteY1" fmla="*/ 0 h 250463"/>
              <a:gd name="connsiteX2" fmla="*/ 471950 w 513694"/>
              <a:gd name="connsiteY2" fmla="*/ 0 h 250463"/>
              <a:gd name="connsiteX3" fmla="*/ 513694 w 513694"/>
              <a:gd name="connsiteY3" fmla="*/ 41744 h 250463"/>
              <a:gd name="connsiteX4" fmla="*/ 513694 w 513694"/>
              <a:gd name="connsiteY4" fmla="*/ 208719 h 250463"/>
              <a:gd name="connsiteX5" fmla="*/ 471950 w 513694"/>
              <a:gd name="connsiteY5" fmla="*/ 250463 h 250463"/>
              <a:gd name="connsiteX6" fmla="*/ 41744 w 513694"/>
              <a:gd name="connsiteY6" fmla="*/ 250463 h 250463"/>
              <a:gd name="connsiteX7" fmla="*/ 0 w 513694"/>
              <a:gd name="connsiteY7" fmla="*/ 208719 h 250463"/>
              <a:gd name="connsiteX8" fmla="*/ 0 w 513694"/>
              <a:gd name="connsiteY8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3694" h="250463" fill="none" extrusionOk="0">
                <a:moveTo>
                  <a:pt x="0" y="41744"/>
                </a:moveTo>
                <a:cubicBezTo>
                  <a:pt x="1383" y="20748"/>
                  <a:pt x="19062" y="3867"/>
                  <a:pt x="41744" y="0"/>
                </a:cubicBezTo>
                <a:cubicBezTo>
                  <a:pt x="130776" y="-6448"/>
                  <a:pt x="338113" y="-3180"/>
                  <a:pt x="471950" y="0"/>
                </a:cubicBezTo>
                <a:cubicBezTo>
                  <a:pt x="496200" y="-1484"/>
                  <a:pt x="508764" y="16783"/>
                  <a:pt x="513694" y="41744"/>
                </a:cubicBezTo>
                <a:cubicBezTo>
                  <a:pt x="519504" y="102487"/>
                  <a:pt x="509762" y="160038"/>
                  <a:pt x="513694" y="208719"/>
                </a:cubicBezTo>
                <a:cubicBezTo>
                  <a:pt x="513041" y="230443"/>
                  <a:pt x="495082" y="249418"/>
                  <a:pt x="471950" y="250463"/>
                </a:cubicBezTo>
                <a:cubicBezTo>
                  <a:pt x="283501" y="255080"/>
                  <a:pt x="133285" y="235750"/>
                  <a:pt x="41744" y="250463"/>
                </a:cubicBezTo>
                <a:cubicBezTo>
                  <a:pt x="15488" y="250595"/>
                  <a:pt x="484" y="230901"/>
                  <a:pt x="0" y="208719"/>
                </a:cubicBezTo>
                <a:cubicBezTo>
                  <a:pt x="2286" y="129195"/>
                  <a:pt x="4388" y="85997"/>
                  <a:pt x="0" y="41744"/>
                </a:cubicBezTo>
                <a:close/>
              </a:path>
              <a:path w="513694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1228" y="-19669"/>
                  <a:pt x="343891" y="-2281"/>
                  <a:pt x="471950" y="0"/>
                </a:cubicBezTo>
                <a:cubicBezTo>
                  <a:pt x="492660" y="-1784"/>
                  <a:pt x="512903" y="20313"/>
                  <a:pt x="513694" y="41744"/>
                </a:cubicBezTo>
                <a:cubicBezTo>
                  <a:pt x="513900" y="76339"/>
                  <a:pt x="509888" y="145607"/>
                  <a:pt x="513694" y="208719"/>
                </a:cubicBezTo>
                <a:cubicBezTo>
                  <a:pt x="514797" y="229505"/>
                  <a:pt x="492700" y="250110"/>
                  <a:pt x="471950" y="250463"/>
                </a:cubicBezTo>
                <a:cubicBezTo>
                  <a:pt x="294471" y="265615"/>
                  <a:pt x="148702" y="254784"/>
                  <a:pt x="41744" y="250463"/>
                </a:cubicBezTo>
                <a:cubicBezTo>
                  <a:pt x="16053" y="254823"/>
                  <a:pt x="-989" y="230627"/>
                  <a:pt x="0" y="208719"/>
                </a:cubicBezTo>
                <a:cubicBezTo>
                  <a:pt x="97" y="142030"/>
                  <a:pt x="-4763" y="121894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Logits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22" name="右箭头 221"/>
          <p:cNvSpPr>
            <a:spLocks noGrp="1"/>
          </p:cNvSpPr>
          <p:nvPr/>
        </p:nvSpPr>
        <p:spPr>
          <a:xfrm>
            <a:off x="1776450" y="6156213"/>
            <a:ext cx="360927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3A2C"/>
          </a:solidFill>
          <a:ln w="7620">
            <a:solidFill>
              <a:srgbClr val="D33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文本框 264"/>
          <p:cNvSpPr txBox="1"/>
          <p:nvPr/>
        </p:nvSpPr>
        <p:spPr>
          <a:xfrm>
            <a:off x="2440234" y="3820739"/>
            <a:ext cx="940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Comic Sans MS" panose="030F0702030302020204" pitchFamily="66" charset="0"/>
              </a:rPr>
              <a:t>W</a:t>
            </a:r>
            <a:r>
              <a:rPr kumimoji="1" lang="en-US" altLang="zh-CN" sz="1000" dirty="0">
                <a:latin typeface="Comic Sans MS" panose="030F0702030302020204" pitchFamily="66" charset="0"/>
              </a:rPr>
              <a:t>av2vec 2.0</a:t>
            </a:r>
            <a:endParaRPr kumimoji="1" lang="en-US" altLang="zh-CN" sz="1000" dirty="0">
              <a:latin typeface="Comic Sans MS" panose="030F0702030302020204" pitchFamily="66" charset="0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2256916" y="6398132"/>
            <a:ext cx="12650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omic Sans MS" panose="030F0702030302020204" pitchFamily="66" charset="0"/>
              </a:rPr>
              <a:t>Liquid Neural Network</a:t>
            </a:r>
            <a:endParaRPr kumimoji="1" lang="zh-CN" altLang="en-US" sz="800" dirty="0">
              <a:latin typeface="Comic Sans MS" panose="030F0702030302020204" pitchFamily="66" charset="0"/>
            </a:endParaRPr>
          </a:p>
        </p:txBody>
      </p:sp>
      <p:sp>
        <p:nvSpPr>
          <p:cNvPr id="322" name="圆角矩形 321"/>
          <p:cNvSpPr>
            <a:spLocks noGrp="1"/>
          </p:cNvSpPr>
          <p:nvPr/>
        </p:nvSpPr>
        <p:spPr>
          <a:xfrm>
            <a:off x="3658775" y="4226083"/>
            <a:ext cx="2444040" cy="1344365"/>
          </a:xfrm>
          <a:custGeom>
            <a:avLst/>
            <a:gdLst>
              <a:gd name="connsiteX0" fmla="*/ 0 w 2444040"/>
              <a:gd name="connsiteY0" fmla="*/ 86174 h 1344365"/>
              <a:gd name="connsiteX1" fmla="*/ 86174 w 2444040"/>
              <a:gd name="connsiteY1" fmla="*/ 0 h 1344365"/>
              <a:gd name="connsiteX2" fmla="*/ 608663 w 2444040"/>
              <a:gd name="connsiteY2" fmla="*/ 0 h 1344365"/>
              <a:gd name="connsiteX3" fmla="*/ 1176586 w 2444040"/>
              <a:gd name="connsiteY3" fmla="*/ 0 h 1344365"/>
              <a:gd name="connsiteX4" fmla="*/ 1699075 w 2444040"/>
              <a:gd name="connsiteY4" fmla="*/ 0 h 1344365"/>
              <a:gd name="connsiteX5" fmla="*/ 2357866 w 2444040"/>
              <a:gd name="connsiteY5" fmla="*/ 0 h 1344365"/>
              <a:gd name="connsiteX6" fmla="*/ 2444040 w 2444040"/>
              <a:gd name="connsiteY6" fmla="*/ 86174 h 1344365"/>
              <a:gd name="connsiteX7" fmla="*/ 2444040 w 2444040"/>
              <a:gd name="connsiteY7" fmla="*/ 672183 h 1344365"/>
              <a:gd name="connsiteX8" fmla="*/ 2444040 w 2444040"/>
              <a:gd name="connsiteY8" fmla="*/ 1258191 h 1344365"/>
              <a:gd name="connsiteX9" fmla="*/ 2357866 w 2444040"/>
              <a:gd name="connsiteY9" fmla="*/ 1344365 h 1344365"/>
              <a:gd name="connsiteX10" fmla="*/ 1812660 w 2444040"/>
              <a:gd name="connsiteY10" fmla="*/ 1344365 h 1344365"/>
              <a:gd name="connsiteX11" fmla="*/ 1312888 w 2444040"/>
              <a:gd name="connsiteY11" fmla="*/ 1344365 h 1344365"/>
              <a:gd name="connsiteX12" fmla="*/ 722248 w 2444040"/>
              <a:gd name="connsiteY12" fmla="*/ 1344365 h 1344365"/>
              <a:gd name="connsiteX13" fmla="*/ 86174 w 2444040"/>
              <a:gd name="connsiteY13" fmla="*/ 1344365 h 1344365"/>
              <a:gd name="connsiteX14" fmla="*/ 0 w 2444040"/>
              <a:gd name="connsiteY14" fmla="*/ 1258191 h 1344365"/>
              <a:gd name="connsiteX15" fmla="*/ 0 w 2444040"/>
              <a:gd name="connsiteY15" fmla="*/ 648742 h 1344365"/>
              <a:gd name="connsiteX16" fmla="*/ 0 w 2444040"/>
              <a:gd name="connsiteY16" fmla="*/ 86174 h 134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44040" h="1344365" fill="none" extrusionOk="0">
                <a:moveTo>
                  <a:pt x="0" y="86174"/>
                </a:moveTo>
                <a:cubicBezTo>
                  <a:pt x="-3359" y="44587"/>
                  <a:pt x="42853" y="3174"/>
                  <a:pt x="86174" y="0"/>
                </a:cubicBezTo>
                <a:cubicBezTo>
                  <a:pt x="196264" y="10304"/>
                  <a:pt x="444639" y="-9139"/>
                  <a:pt x="608663" y="0"/>
                </a:cubicBezTo>
                <a:cubicBezTo>
                  <a:pt x="772687" y="9139"/>
                  <a:pt x="1009239" y="22873"/>
                  <a:pt x="1176586" y="0"/>
                </a:cubicBezTo>
                <a:cubicBezTo>
                  <a:pt x="1343933" y="-22873"/>
                  <a:pt x="1560111" y="-6108"/>
                  <a:pt x="1699075" y="0"/>
                </a:cubicBezTo>
                <a:cubicBezTo>
                  <a:pt x="1838039" y="6108"/>
                  <a:pt x="2070963" y="5099"/>
                  <a:pt x="2357866" y="0"/>
                </a:cubicBezTo>
                <a:cubicBezTo>
                  <a:pt x="2395852" y="-544"/>
                  <a:pt x="2447384" y="41460"/>
                  <a:pt x="2444040" y="86174"/>
                </a:cubicBezTo>
                <a:cubicBezTo>
                  <a:pt x="2418963" y="282735"/>
                  <a:pt x="2436788" y="540406"/>
                  <a:pt x="2444040" y="672183"/>
                </a:cubicBezTo>
                <a:cubicBezTo>
                  <a:pt x="2451292" y="803960"/>
                  <a:pt x="2420628" y="987554"/>
                  <a:pt x="2444040" y="1258191"/>
                </a:cubicBezTo>
                <a:cubicBezTo>
                  <a:pt x="2443769" y="1300158"/>
                  <a:pt x="2414403" y="1350000"/>
                  <a:pt x="2357866" y="1344365"/>
                </a:cubicBezTo>
                <a:cubicBezTo>
                  <a:pt x="2121430" y="1337208"/>
                  <a:pt x="2045955" y="1328119"/>
                  <a:pt x="1812660" y="1344365"/>
                </a:cubicBezTo>
                <a:cubicBezTo>
                  <a:pt x="1579365" y="1360611"/>
                  <a:pt x="1491544" y="1337057"/>
                  <a:pt x="1312888" y="1344365"/>
                </a:cubicBezTo>
                <a:cubicBezTo>
                  <a:pt x="1134232" y="1351673"/>
                  <a:pt x="977559" y="1358476"/>
                  <a:pt x="722248" y="1344365"/>
                </a:cubicBezTo>
                <a:cubicBezTo>
                  <a:pt x="466937" y="1330254"/>
                  <a:pt x="368247" y="1353339"/>
                  <a:pt x="86174" y="1344365"/>
                </a:cubicBezTo>
                <a:cubicBezTo>
                  <a:pt x="34921" y="1346417"/>
                  <a:pt x="517" y="1307184"/>
                  <a:pt x="0" y="1258191"/>
                </a:cubicBezTo>
                <a:cubicBezTo>
                  <a:pt x="-20475" y="1028137"/>
                  <a:pt x="1341" y="896825"/>
                  <a:pt x="0" y="648742"/>
                </a:cubicBezTo>
                <a:cubicBezTo>
                  <a:pt x="-1341" y="400659"/>
                  <a:pt x="1311" y="246929"/>
                  <a:pt x="0" y="86174"/>
                </a:cubicBezTo>
                <a:close/>
              </a:path>
              <a:path w="2444040" h="1344365" stroke="0" extrusionOk="0">
                <a:moveTo>
                  <a:pt x="0" y="86174"/>
                </a:moveTo>
                <a:cubicBezTo>
                  <a:pt x="-3227" y="36590"/>
                  <a:pt x="35188" y="1273"/>
                  <a:pt x="86174" y="0"/>
                </a:cubicBezTo>
                <a:cubicBezTo>
                  <a:pt x="286060" y="29371"/>
                  <a:pt x="417978" y="29746"/>
                  <a:pt x="699531" y="0"/>
                </a:cubicBezTo>
                <a:cubicBezTo>
                  <a:pt x="981084" y="-29746"/>
                  <a:pt x="1023078" y="-15531"/>
                  <a:pt x="1244737" y="0"/>
                </a:cubicBezTo>
                <a:cubicBezTo>
                  <a:pt x="1466396" y="15531"/>
                  <a:pt x="1536951" y="10031"/>
                  <a:pt x="1767226" y="0"/>
                </a:cubicBezTo>
                <a:cubicBezTo>
                  <a:pt x="1997501" y="-10031"/>
                  <a:pt x="2181031" y="8711"/>
                  <a:pt x="2357866" y="0"/>
                </a:cubicBezTo>
                <a:cubicBezTo>
                  <a:pt x="2408643" y="-6552"/>
                  <a:pt x="2436209" y="37382"/>
                  <a:pt x="2444040" y="86174"/>
                </a:cubicBezTo>
                <a:cubicBezTo>
                  <a:pt x="2447502" y="348091"/>
                  <a:pt x="2434779" y="387025"/>
                  <a:pt x="2444040" y="672183"/>
                </a:cubicBezTo>
                <a:cubicBezTo>
                  <a:pt x="2453301" y="957341"/>
                  <a:pt x="2471845" y="996078"/>
                  <a:pt x="2444040" y="1258191"/>
                </a:cubicBezTo>
                <a:cubicBezTo>
                  <a:pt x="2455051" y="1308431"/>
                  <a:pt x="2398999" y="1343320"/>
                  <a:pt x="2357866" y="1344365"/>
                </a:cubicBezTo>
                <a:cubicBezTo>
                  <a:pt x="2079433" y="1355162"/>
                  <a:pt x="2003044" y="1317831"/>
                  <a:pt x="1789943" y="1344365"/>
                </a:cubicBezTo>
                <a:cubicBezTo>
                  <a:pt x="1576842" y="1370899"/>
                  <a:pt x="1418116" y="1317540"/>
                  <a:pt x="1244737" y="1344365"/>
                </a:cubicBezTo>
                <a:cubicBezTo>
                  <a:pt x="1071358" y="1371190"/>
                  <a:pt x="897747" y="1360949"/>
                  <a:pt x="631380" y="1344365"/>
                </a:cubicBezTo>
                <a:cubicBezTo>
                  <a:pt x="365013" y="1327781"/>
                  <a:pt x="206077" y="1359565"/>
                  <a:pt x="86174" y="1344365"/>
                </a:cubicBezTo>
                <a:cubicBezTo>
                  <a:pt x="34173" y="1345089"/>
                  <a:pt x="-8786" y="1299722"/>
                  <a:pt x="0" y="1258191"/>
                </a:cubicBezTo>
                <a:cubicBezTo>
                  <a:pt x="-691" y="1087046"/>
                  <a:pt x="19774" y="784816"/>
                  <a:pt x="0" y="660462"/>
                </a:cubicBezTo>
                <a:cubicBezTo>
                  <a:pt x="-19774" y="536108"/>
                  <a:pt x="22796" y="346558"/>
                  <a:pt x="0" y="86174"/>
                </a:cubicBezTo>
                <a:close/>
              </a:path>
            </a:pathLst>
          </a:custGeom>
          <a:solidFill>
            <a:srgbClr val="FBFFF5"/>
          </a:solidFill>
          <a:ln w="13335">
            <a:solidFill>
              <a:srgbClr val="8BCB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96556" y="4232140"/>
            <a:ext cx="2317179" cy="1338308"/>
          </a:xfrm>
          <a:custGeom>
            <a:avLst/>
            <a:gdLst>
              <a:gd name="connsiteX0" fmla="*/ 0 w 2317179"/>
              <a:gd name="connsiteY0" fmla="*/ 85786 h 1338308"/>
              <a:gd name="connsiteX1" fmla="*/ 85786 w 2317179"/>
              <a:gd name="connsiteY1" fmla="*/ 0 h 1338308"/>
              <a:gd name="connsiteX2" fmla="*/ 579276 w 2317179"/>
              <a:gd name="connsiteY2" fmla="*/ 0 h 1338308"/>
              <a:gd name="connsiteX3" fmla="*/ 1115677 w 2317179"/>
              <a:gd name="connsiteY3" fmla="*/ 0 h 1338308"/>
              <a:gd name="connsiteX4" fmla="*/ 1609167 w 2317179"/>
              <a:gd name="connsiteY4" fmla="*/ 0 h 1338308"/>
              <a:gd name="connsiteX5" fmla="*/ 2231393 w 2317179"/>
              <a:gd name="connsiteY5" fmla="*/ 0 h 1338308"/>
              <a:gd name="connsiteX6" fmla="*/ 2317179 w 2317179"/>
              <a:gd name="connsiteY6" fmla="*/ 85786 h 1338308"/>
              <a:gd name="connsiteX7" fmla="*/ 2317179 w 2317179"/>
              <a:gd name="connsiteY7" fmla="*/ 669154 h 1338308"/>
              <a:gd name="connsiteX8" fmla="*/ 2317179 w 2317179"/>
              <a:gd name="connsiteY8" fmla="*/ 1252522 h 1338308"/>
              <a:gd name="connsiteX9" fmla="*/ 2231393 w 2317179"/>
              <a:gd name="connsiteY9" fmla="*/ 1338308 h 1338308"/>
              <a:gd name="connsiteX10" fmla="*/ 1716447 w 2317179"/>
              <a:gd name="connsiteY10" fmla="*/ 1338308 h 1338308"/>
              <a:gd name="connsiteX11" fmla="*/ 1244414 w 2317179"/>
              <a:gd name="connsiteY11" fmla="*/ 1338308 h 1338308"/>
              <a:gd name="connsiteX12" fmla="*/ 686556 w 2317179"/>
              <a:gd name="connsiteY12" fmla="*/ 1338308 h 1338308"/>
              <a:gd name="connsiteX13" fmla="*/ 85786 w 2317179"/>
              <a:gd name="connsiteY13" fmla="*/ 1338308 h 1338308"/>
              <a:gd name="connsiteX14" fmla="*/ 0 w 2317179"/>
              <a:gd name="connsiteY14" fmla="*/ 1252522 h 1338308"/>
              <a:gd name="connsiteX15" fmla="*/ 0 w 2317179"/>
              <a:gd name="connsiteY15" fmla="*/ 645819 h 1338308"/>
              <a:gd name="connsiteX16" fmla="*/ 0 w 2317179"/>
              <a:gd name="connsiteY16" fmla="*/ 85786 h 1338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317179" h="1338308" fill="none" extrusionOk="0">
                <a:moveTo>
                  <a:pt x="0" y="85786"/>
                </a:moveTo>
                <a:cubicBezTo>
                  <a:pt x="-3038" y="43840"/>
                  <a:pt x="46487" y="6003"/>
                  <a:pt x="85786" y="0"/>
                </a:cubicBezTo>
                <a:cubicBezTo>
                  <a:pt x="279379" y="21031"/>
                  <a:pt x="346961" y="-13621"/>
                  <a:pt x="579276" y="0"/>
                </a:cubicBezTo>
                <a:cubicBezTo>
                  <a:pt x="811591" y="13621"/>
                  <a:pt x="998487" y="20754"/>
                  <a:pt x="1115677" y="0"/>
                </a:cubicBezTo>
                <a:cubicBezTo>
                  <a:pt x="1232867" y="-20754"/>
                  <a:pt x="1504831" y="12893"/>
                  <a:pt x="1609167" y="0"/>
                </a:cubicBezTo>
                <a:cubicBezTo>
                  <a:pt x="1713503" y="-12893"/>
                  <a:pt x="2072892" y="6374"/>
                  <a:pt x="2231393" y="0"/>
                </a:cubicBezTo>
                <a:cubicBezTo>
                  <a:pt x="2271680" y="-401"/>
                  <a:pt x="2325922" y="45935"/>
                  <a:pt x="2317179" y="85786"/>
                </a:cubicBezTo>
                <a:cubicBezTo>
                  <a:pt x="2295620" y="209321"/>
                  <a:pt x="2295480" y="537082"/>
                  <a:pt x="2317179" y="669154"/>
                </a:cubicBezTo>
                <a:cubicBezTo>
                  <a:pt x="2338878" y="801226"/>
                  <a:pt x="2311342" y="1012078"/>
                  <a:pt x="2317179" y="1252522"/>
                </a:cubicBezTo>
                <a:cubicBezTo>
                  <a:pt x="2316728" y="1290533"/>
                  <a:pt x="2281527" y="1340044"/>
                  <a:pt x="2231393" y="1338308"/>
                </a:cubicBezTo>
                <a:cubicBezTo>
                  <a:pt x="2110157" y="1327192"/>
                  <a:pt x="1944590" y="1344162"/>
                  <a:pt x="1716447" y="1338308"/>
                </a:cubicBezTo>
                <a:cubicBezTo>
                  <a:pt x="1488304" y="1332454"/>
                  <a:pt x="1407570" y="1335240"/>
                  <a:pt x="1244414" y="1338308"/>
                </a:cubicBezTo>
                <a:cubicBezTo>
                  <a:pt x="1081258" y="1341376"/>
                  <a:pt x="917491" y="1357980"/>
                  <a:pt x="686556" y="1338308"/>
                </a:cubicBezTo>
                <a:cubicBezTo>
                  <a:pt x="455621" y="1318636"/>
                  <a:pt x="298379" y="1319242"/>
                  <a:pt x="85786" y="1338308"/>
                </a:cubicBezTo>
                <a:cubicBezTo>
                  <a:pt x="31923" y="1341944"/>
                  <a:pt x="2315" y="1306174"/>
                  <a:pt x="0" y="1252522"/>
                </a:cubicBezTo>
                <a:cubicBezTo>
                  <a:pt x="17269" y="1052808"/>
                  <a:pt x="-19255" y="855994"/>
                  <a:pt x="0" y="645819"/>
                </a:cubicBezTo>
                <a:cubicBezTo>
                  <a:pt x="19255" y="435644"/>
                  <a:pt x="3633" y="273817"/>
                  <a:pt x="0" y="85786"/>
                </a:cubicBezTo>
                <a:close/>
              </a:path>
              <a:path w="2317179" h="1338308" stroke="0" extrusionOk="0">
                <a:moveTo>
                  <a:pt x="0" y="85786"/>
                </a:moveTo>
                <a:cubicBezTo>
                  <a:pt x="-7775" y="33612"/>
                  <a:pt x="27788" y="3986"/>
                  <a:pt x="85786" y="0"/>
                </a:cubicBezTo>
                <a:cubicBezTo>
                  <a:pt x="215449" y="8864"/>
                  <a:pt x="410953" y="22153"/>
                  <a:pt x="665100" y="0"/>
                </a:cubicBezTo>
                <a:cubicBezTo>
                  <a:pt x="919247" y="-22153"/>
                  <a:pt x="925029" y="-3623"/>
                  <a:pt x="1180046" y="0"/>
                </a:cubicBezTo>
                <a:cubicBezTo>
                  <a:pt x="1435063" y="3623"/>
                  <a:pt x="1457169" y="-14806"/>
                  <a:pt x="1673535" y="0"/>
                </a:cubicBezTo>
                <a:cubicBezTo>
                  <a:pt x="1889901" y="14806"/>
                  <a:pt x="2049193" y="11103"/>
                  <a:pt x="2231393" y="0"/>
                </a:cubicBezTo>
                <a:cubicBezTo>
                  <a:pt x="2283834" y="-10420"/>
                  <a:pt x="2308559" y="37088"/>
                  <a:pt x="2317179" y="85786"/>
                </a:cubicBezTo>
                <a:cubicBezTo>
                  <a:pt x="2322543" y="357741"/>
                  <a:pt x="2299954" y="378273"/>
                  <a:pt x="2317179" y="669154"/>
                </a:cubicBezTo>
                <a:cubicBezTo>
                  <a:pt x="2334404" y="960035"/>
                  <a:pt x="2297497" y="1025425"/>
                  <a:pt x="2317179" y="1252522"/>
                </a:cubicBezTo>
                <a:cubicBezTo>
                  <a:pt x="2322010" y="1301062"/>
                  <a:pt x="2268007" y="1336567"/>
                  <a:pt x="2231393" y="1338308"/>
                </a:cubicBezTo>
                <a:cubicBezTo>
                  <a:pt x="2032655" y="1361050"/>
                  <a:pt x="1829681" y="1332085"/>
                  <a:pt x="1694991" y="1338308"/>
                </a:cubicBezTo>
                <a:cubicBezTo>
                  <a:pt x="1560301" y="1344531"/>
                  <a:pt x="1321395" y="1335252"/>
                  <a:pt x="1180046" y="1338308"/>
                </a:cubicBezTo>
                <a:cubicBezTo>
                  <a:pt x="1038698" y="1341364"/>
                  <a:pt x="724084" y="1332715"/>
                  <a:pt x="600732" y="1338308"/>
                </a:cubicBezTo>
                <a:cubicBezTo>
                  <a:pt x="477380" y="1343901"/>
                  <a:pt x="341499" y="1357636"/>
                  <a:pt x="85786" y="1338308"/>
                </a:cubicBezTo>
                <a:cubicBezTo>
                  <a:pt x="35594" y="1338770"/>
                  <a:pt x="-4713" y="1296648"/>
                  <a:pt x="0" y="1252522"/>
                </a:cubicBezTo>
                <a:cubicBezTo>
                  <a:pt x="9456" y="1021131"/>
                  <a:pt x="-21555" y="828390"/>
                  <a:pt x="0" y="657487"/>
                </a:cubicBezTo>
                <a:cubicBezTo>
                  <a:pt x="21555" y="486584"/>
                  <a:pt x="23925" y="320348"/>
                  <a:pt x="0" y="8578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3335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96" name="任意多边形 295"/>
          <p:cNvSpPr>
            <a:spLocks noGrp="1"/>
          </p:cNvSpPr>
          <p:nvPr/>
        </p:nvSpPr>
        <p:spPr>
          <a:xfrm>
            <a:off x="1555016" y="4422179"/>
            <a:ext cx="982637" cy="599440"/>
          </a:xfrm>
          <a:custGeom>
            <a:avLst/>
            <a:gdLst/>
            <a:ahLst/>
            <a:cxnLst/>
            <a:rect l="0" t="0" r="0" b="0"/>
            <a:pathLst>
              <a:path w="3200400" h="599245">
                <a:moveTo>
                  <a:pt x="0" y="411054"/>
                </a:moveTo>
                <a:lnTo>
                  <a:pt x="400050" y="177370"/>
                </a:lnTo>
                <a:lnTo>
                  <a:pt x="800100" y="23754"/>
                </a:lnTo>
                <a:lnTo>
                  <a:pt x="1200150" y="0"/>
                </a:lnTo>
                <a:lnTo>
                  <a:pt x="1600200" y="106807"/>
                </a:lnTo>
                <a:lnTo>
                  <a:pt x="2000250" y="295511"/>
                </a:lnTo>
                <a:lnTo>
                  <a:pt x="2400300" y="486485"/>
                </a:lnTo>
                <a:lnTo>
                  <a:pt x="2800350" y="599245"/>
                </a:lnTo>
                <a:lnTo>
                  <a:pt x="3200400" y="582876"/>
                </a:lnTo>
              </a:path>
            </a:pathLst>
          </a:custGeom>
          <a:noFill/>
          <a:ln w="3810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" name="任意多边形 296"/>
          <p:cNvSpPr>
            <a:spLocks noGrp="1"/>
          </p:cNvSpPr>
          <p:nvPr/>
        </p:nvSpPr>
        <p:spPr>
          <a:xfrm>
            <a:off x="1558842" y="5037297"/>
            <a:ext cx="995846" cy="445900"/>
          </a:xfrm>
          <a:custGeom>
            <a:avLst/>
            <a:gdLst/>
            <a:ahLst/>
            <a:cxnLst/>
            <a:rect l="0" t="0" r="0" b="0"/>
            <a:pathLst>
              <a:path w="3200400" h="487868">
                <a:moveTo>
                  <a:pt x="0" y="163045"/>
                </a:moveTo>
                <a:lnTo>
                  <a:pt x="400050" y="16066"/>
                </a:lnTo>
                <a:lnTo>
                  <a:pt x="800100" y="0"/>
                </a:lnTo>
                <a:lnTo>
                  <a:pt x="1200150" y="114785"/>
                </a:lnTo>
                <a:lnTo>
                  <a:pt x="1600200" y="296388"/>
                </a:lnTo>
                <a:lnTo>
                  <a:pt x="2000250" y="448113"/>
                </a:lnTo>
                <a:lnTo>
                  <a:pt x="2400300" y="487868"/>
                </a:lnTo>
                <a:lnTo>
                  <a:pt x="2800350" y="388301"/>
                </a:lnTo>
                <a:lnTo>
                  <a:pt x="3200400" y="190173"/>
                </a:lnTo>
              </a:path>
            </a:pathLst>
          </a:custGeom>
          <a:noFill/>
          <a:ln w="3810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8" name="椭圆 297"/>
          <p:cNvSpPr>
            <a:spLocks noGrp="1"/>
          </p:cNvSpPr>
          <p:nvPr/>
        </p:nvSpPr>
        <p:spPr>
          <a:xfrm>
            <a:off x="1523961" y="4756548"/>
            <a:ext cx="79280" cy="11430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9" name="椭圆 298"/>
          <p:cNvSpPr>
            <a:spLocks noGrp="1"/>
          </p:cNvSpPr>
          <p:nvPr/>
        </p:nvSpPr>
        <p:spPr>
          <a:xfrm>
            <a:off x="1515969" y="5164787"/>
            <a:ext cx="79280" cy="114300"/>
          </a:xfrm>
          <a:prstGeom prst="ellipse">
            <a:avLst/>
          </a:prstGeom>
          <a:solidFill>
            <a:srgbClr val="3BB7C4"/>
          </a:solidFill>
          <a:ln w="1143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0" name="椭圆 299"/>
          <p:cNvSpPr>
            <a:spLocks noGrp="1"/>
          </p:cNvSpPr>
          <p:nvPr/>
        </p:nvSpPr>
        <p:spPr>
          <a:xfrm>
            <a:off x="1754011" y="4426653"/>
            <a:ext cx="79280" cy="11430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椭圆 300"/>
          <p:cNvSpPr>
            <a:spLocks noGrp="1"/>
          </p:cNvSpPr>
          <p:nvPr/>
        </p:nvSpPr>
        <p:spPr>
          <a:xfrm>
            <a:off x="1747854" y="4984315"/>
            <a:ext cx="79280" cy="114300"/>
          </a:xfrm>
          <a:prstGeom prst="ellipse">
            <a:avLst/>
          </a:prstGeom>
          <a:solidFill>
            <a:srgbClr val="3BB7C4"/>
          </a:solidFill>
          <a:ln w="1143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2" name="椭圆 301"/>
          <p:cNvSpPr>
            <a:spLocks noGrp="1"/>
          </p:cNvSpPr>
          <p:nvPr/>
        </p:nvSpPr>
        <p:spPr>
          <a:xfrm>
            <a:off x="2004481" y="4493844"/>
            <a:ext cx="79280" cy="11430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3" name="椭圆 302"/>
          <p:cNvSpPr>
            <a:spLocks noGrp="1"/>
          </p:cNvSpPr>
          <p:nvPr/>
        </p:nvSpPr>
        <p:spPr>
          <a:xfrm>
            <a:off x="1968963" y="5200338"/>
            <a:ext cx="79280" cy="114300"/>
          </a:xfrm>
          <a:prstGeom prst="ellipse">
            <a:avLst/>
          </a:prstGeom>
          <a:solidFill>
            <a:srgbClr val="3BB7C4"/>
          </a:solidFill>
          <a:ln w="1143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4" name="椭圆 303"/>
          <p:cNvSpPr>
            <a:spLocks noGrp="1"/>
          </p:cNvSpPr>
          <p:nvPr/>
        </p:nvSpPr>
        <p:spPr>
          <a:xfrm>
            <a:off x="2238927" y="4825814"/>
            <a:ext cx="79280" cy="11430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5" name="椭圆 304"/>
          <p:cNvSpPr>
            <a:spLocks noGrp="1"/>
          </p:cNvSpPr>
          <p:nvPr/>
        </p:nvSpPr>
        <p:spPr>
          <a:xfrm>
            <a:off x="2224752" y="5411519"/>
            <a:ext cx="79280" cy="114300"/>
          </a:xfrm>
          <a:prstGeom prst="ellipse">
            <a:avLst/>
          </a:prstGeom>
          <a:solidFill>
            <a:srgbClr val="3BB7C4"/>
          </a:solidFill>
          <a:ln w="1143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6" name="椭圆 305"/>
          <p:cNvSpPr>
            <a:spLocks noGrp="1"/>
          </p:cNvSpPr>
          <p:nvPr/>
        </p:nvSpPr>
        <p:spPr>
          <a:xfrm>
            <a:off x="2494938" y="4921311"/>
            <a:ext cx="79280" cy="114300"/>
          </a:xfrm>
          <a:prstGeom prst="ellipse">
            <a:avLst/>
          </a:prstGeom>
          <a:solidFill>
            <a:srgbClr val="1D70A2"/>
          </a:solidFill>
          <a:ln w="1143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" name="椭圆 306"/>
          <p:cNvSpPr>
            <a:spLocks noGrp="1"/>
          </p:cNvSpPr>
          <p:nvPr/>
        </p:nvSpPr>
        <p:spPr>
          <a:xfrm>
            <a:off x="2502957" y="5215893"/>
            <a:ext cx="79280" cy="114300"/>
          </a:xfrm>
          <a:prstGeom prst="ellipse">
            <a:avLst/>
          </a:prstGeom>
          <a:solidFill>
            <a:srgbClr val="3BB7C4"/>
          </a:solidFill>
          <a:ln w="11430">
            <a:solidFill>
              <a:srgbClr val="3BB7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文本框 135"/>
          <p:cNvSpPr txBox="1"/>
          <p:nvPr/>
        </p:nvSpPr>
        <p:spPr>
          <a:xfrm>
            <a:off x="448734" y="4136938"/>
            <a:ext cx="338554" cy="14051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CN" sz="1000" dirty="0">
                <a:latin typeface="Comic Sans MS" panose="030F0702030302020204" pitchFamily="66" charset="0"/>
              </a:rPr>
              <a:t>Knowledge Distillation</a:t>
            </a:r>
            <a:endParaRPr kumimoji="1" lang="zh-CN" altLang="en-US" sz="1000" dirty="0">
              <a:latin typeface="Comic Sans MS" panose="030F0702030302020204" pitchFamily="66" charset="0"/>
            </a:endParaRPr>
          </a:p>
        </p:txBody>
      </p:sp>
      <p:sp>
        <p:nvSpPr>
          <p:cNvPr id="137" name="加号 136"/>
          <p:cNvSpPr/>
          <p:nvPr/>
        </p:nvSpPr>
        <p:spPr>
          <a:xfrm>
            <a:off x="3281241" y="4715781"/>
            <a:ext cx="350457" cy="364770"/>
          </a:xfrm>
          <a:custGeom>
            <a:avLst/>
            <a:gdLst>
              <a:gd name="connsiteX0" fmla="*/ 46453 w 350457"/>
              <a:gd name="connsiteY0" fmla="*/ 141171 h 364770"/>
              <a:gd name="connsiteX1" fmla="*/ 134015 w 350457"/>
              <a:gd name="connsiteY1" fmla="*/ 141171 h 364770"/>
              <a:gd name="connsiteX2" fmla="*/ 134015 w 350457"/>
              <a:gd name="connsiteY2" fmla="*/ 48350 h 364770"/>
              <a:gd name="connsiteX3" fmla="*/ 216442 w 350457"/>
              <a:gd name="connsiteY3" fmla="*/ 48350 h 364770"/>
              <a:gd name="connsiteX4" fmla="*/ 216442 w 350457"/>
              <a:gd name="connsiteY4" fmla="*/ 141171 h 364770"/>
              <a:gd name="connsiteX5" fmla="*/ 304004 w 350457"/>
              <a:gd name="connsiteY5" fmla="*/ 141171 h 364770"/>
              <a:gd name="connsiteX6" fmla="*/ 304004 w 350457"/>
              <a:gd name="connsiteY6" fmla="*/ 223599 h 364770"/>
              <a:gd name="connsiteX7" fmla="*/ 216442 w 350457"/>
              <a:gd name="connsiteY7" fmla="*/ 223599 h 364770"/>
              <a:gd name="connsiteX8" fmla="*/ 216442 w 350457"/>
              <a:gd name="connsiteY8" fmla="*/ 316420 h 364770"/>
              <a:gd name="connsiteX9" fmla="*/ 134015 w 350457"/>
              <a:gd name="connsiteY9" fmla="*/ 316420 h 364770"/>
              <a:gd name="connsiteX10" fmla="*/ 134015 w 350457"/>
              <a:gd name="connsiteY10" fmla="*/ 223599 h 364770"/>
              <a:gd name="connsiteX11" fmla="*/ 46453 w 350457"/>
              <a:gd name="connsiteY11" fmla="*/ 223599 h 364770"/>
              <a:gd name="connsiteX12" fmla="*/ 46453 w 350457"/>
              <a:gd name="connsiteY12" fmla="*/ 141171 h 36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0457" h="364770" fill="none" extrusionOk="0">
                <a:moveTo>
                  <a:pt x="46453" y="141171"/>
                </a:moveTo>
                <a:cubicBezTo>
                  <a:pt x="74595" y="143874"/>
                  <a:pt x="94143" y="137602"/>
                  <a:pt x="134015" y="141171"/>
                </a:cubicBezTo>
                <a:cubicBezTo>
                  <a:pt x="136223" y="100111"/>
                  <a:pt x="135906" y="80836"/>
                  <a:pt x="134015" y="48350"/>
                </a:cubicBezTo>
                <a:cubicBezTo>
                  <a:pt x="170135" y="48214"/>
                  <a:pt x="189521" y="48921"/>
                  <a:pt x="216442" y="48350"/>
                </a:cubicBezTo>
                <a:cubicBezTo>
                  <a:pt x="212857" y="75447"/>
                  <a:pt x="215607" y="103739"/>
                  <a:pt x="216442" y="141171"/>
                </a:cubicBezTo>
                <a:cubicBezTo>
                  <a:pt x="246659" y="137012"/>
                  <a:pt x="270023" y="141314"/>
                  <a:pt x="304004" y="141171"/>
                </a:cubicBezTo>
                <a:cubicBezTo>
                  <a:pt x="300963" y="180612"/>
                  <a:pt x="304174" y="201058"/>
                  <a:pt x="304004" y="223599"/>
                </a:cubicBezTo>
                <a:cubicBezTo>
                  <a:pt x="272660" y="222844"/>
                  <a:pt x="251327" y="220390"/>
                  <a:pt x="216442" y="223599"/>
                </a:cubicBezTo>
                <a:cubicBezTo>
                  <a:pt x="217955" y="242798"/>
                  <a:pt x="218262" y="283123"/>
                  <a:pt x="216442" y="316420"/>
                </a:cubicBezTo>
                <a:cubicBezTo>
                  <a:pt x="195319" y="316747"/>
                  <a:pt x="156639" y="319614"/>
                  <a:pt x="134015" y="316420"/>
                </a:cubicBezTo>
                <a:cubicBezTo>
                  <a:pt x="131099" y="278202"/>
                  <a:pt x="137273" y="255273"/>
                  <a:pt x="134015" y="223599"/>
                </a:cubicBezTo>
                <a:cubicBezTo>
                  <a:pt x="108042" y="222942"/>
                  <a:pt x="67091" y="226102"/>
                  <a:pt x="46453" y="223599"/>
                </a:cubicBezTo>
                <a:cubicBezTo>
                  <a:pt x="46668" y="194341"/>
                  <a:pt x="46711" y="174486"/>
                  <a:pt x="46453" y="141171"/>
                </a:cubicBezTo>
                <a:close/>
              </a:path>
              <a:path w="350457" h="364770" stroke="0" extrusionOk="0">
                <a:moveTo>
                  <a:pt x="46453" y="141171"/>
                </a:moveTo>
                <a:cubicBezTo>
                  <a:pt x="85419" y="145093"/>
                  <a:pt x="97538" y="143222"/>
                  <a:pt x="134015" y="141171"/>
                </a:cubicBezTo>
                <a:cubicBezTo>
                  <a:pt x="135991" y="111268"/>
                  <a:pt x="133663" y="79590"/>
                  <a:pt x="134015" y="48350"/>
                </a:cubicBezTo>
                <a:cubicBezTo>
                  <a:pt x="169556" y="46714"/>
                  <a:pt x="182070" y="44706"/>
                  <a:pt x="216442" y="48350"/>
                </a:cubicBezTo>
                <a:cubicBezTo>
                  <a:pt x="215756" y="84214"/>
                  <a:pt x="212386" y="113657"/>
                  <a:pt x="216442" y="141171"/>
                </a:cubicBezTo>
                <a:cubicBezTo>
                  <a:pt x="244324" y="138606"/>
                  <a:pt x="276539" y="139178"/>
                  <a:pt x="304004" y="141171"/>
                </a:cubicBezTo>
                <a:cubicBezTo>
                  <a:pt x="305218" y="181421"/>
                  <a:pt x="302724" y="184684"/>
                  <a:pt x="304004" y="223599"/>
                </a:cubicBezTo>
                <a:cubicBezTo>
                  <a:pt x="265534" y="224927"/>
                  <a:pt x="244942" y="221258"/>
                  <a:pt x="216442" y="223599"/>
                </a:cubicBezTo>
                <a:cubicBezTo>
                  <a:pt x="214216" y="242892"/>
                  <a:pt x="215099" y="287070"/>
                  <a:pt x="216442" y="316420"/>
                </a:cubicBezTo>
                <a:cubicBezTo>
                  <a:pt x="195003" y="313668"/>
                  <a:pt x="163127" y="316934"/>
                  <a:pt x="134015" y="316420"/>
                </a:cubicBezTo>
                <a:cubicBezTo>
                  <a:pt x="134965" y="287591"/>
                  <a:pt x="134939" y="248093"/>
                  <a:pt x="134015" y="223599"/>
                </a:cubicBezTo>
                <a:cubicBezTo>
                  <a:pt x="103652" y="221211"/>
                  <a:pt x="81562" y="223488"/>
                  <a:pt x="46453" y="223599"/>
                </a:cubicBezTo>
                <a:cubicBezTo>
                  <a:pt x="50001" y="195062"/>
                  <a:pt x="48498" y="172430"/>
                  <a:pt x="46453" y="14117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4191148" y="3329458"/>
            <a:ext cx="753777" cy="530225"/>
            <a:chOff x="9057" y="9086"/>
            <a:chExt cx="887" cy="835"/>
          </a:xfrm>
        </p:grpSpPr>
        <p:sp>
          <p:nvSpPr>
            <p:cNvPr id="259" name="Rounded Rectangle 258"/>
            <p:cNvSpPr/>
            <p:nvPr/>
          </p:nvSpPr>
          <p:spPr>
            <a:xfrm>
              <a:off x="9057" y="9086"/>
              <a:ext cx="887" cy="835"/>
            </a:xfrm>
            <a:prstGeom prst="roundRect">
              <a:avLst/>
            </a:prstGeom>
            <a:solidFill>
              <a:srgbClr val="F4F8FD"/>
            </a:solidFill>
            <a:ln w="12700">
              <a:solidFill>
                <a:srgbClr val="C8D2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9187" y="9605"/>
              <a:ext cx="101" cy="101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6E8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9360" y="9547"/>
              <a:ext cx="101" cy="158"/>
            </a:xfrm>
            <a:prstGeom prst="rect">
              <a:avLst/>
            </a:prstGeom>
            <a:solidFill>
              <a:srgbClr val="3E66B1"/>
            </a:solidFill>
            <a:ln w="12700">
              <a:solidFill>
                <a:srgbClr val="3E66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9533" y="9461"/>
              <a:ext cx="101" cy="245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A86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9706" y="9567"/>
              <a:ext cx="101" cy="138"/>
            </a:xfrm>
            <a:prstGeom prst="rect">
              <a:avLst/>
            </a:prstGeom>
            <a:solidFill>
              <a:srgbClr val="D84135"/>
            </a:solidFill>
            <a:ln w="12700">
              <a:solidFill>
                <a:srgbClr val="D84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可选流程 142"/>
          <p:cNvSpPr/>
          <p:nvPr/>
        </p:nvSpPr>
        <p:spPr>
          <a:xfrm>
            <a:off x="4314807" y="3193285"/>
            <a:ext cx="513694" cy="250463"/>
          </a:xfrm>
          <a:custGeom>
            <a:avLst/>
            <a:gdLst>
              <a:gd name="connsiteX0" fmla="*/ 0 w 513694"/>
              <a:gd name="connsiteY0" fmla="*/ 41744 h 250463"/>
              <a:gd name="connsiteX1" fmla="*/ 41744 w 513694"/>
              <a:gd name="connsiteY1" fmla="*/ 0 h 250463"/>
              <a:gd name="connsiteX2" fmla="*/ 471950 w 513694"/>
              <a:gd name="connsiteY2" fmla="*/ 0 h 250463"/>
              <a:gd name="connsiteX3" fmla="*/ 513694 w 513694"/>
              <a:gd name="connsiteY3" fmla="*/ 41744 h 250463"/>
              <a:gd name="connsiteX4" fmla="*/ 513694 w 513694"/>
              <a:gd name="connsiteY4" fmla="*/ 208719 h 250463"/>
              <a:gd name="connsiteX5" fmla="*/ 471950 w 513694"/>
              <a:gd name="connsiteY5" fmla="*/ 250463 h 250463"/>
              <a:gd name="connsiteX6" fmla="*/ 41744 w 513694"/>
              <a:gd name="connsiteY6" fmla="*/ 250463 h 250463"/>
              <a:gd name="connsiteX7" fmla="*/ 0 w 513694"/>
              <a:gd name="connsiteY7" fmla="*/ 208719 h 250463"/>
              <a:gd name="connsiteX8" fmla="*/ 0 w 513694"/>
              <a:gd name="connsiteY8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3694" h="250463" fill="none" extrusionOk="0">
                <a:moveTo>
                  <a:pt x="0" y="41744"/>
                </a:moveTo>
                <a:cubicBezTo>
                  <a:pt x="1383" y="20748"/>
                  <a:pt x="19062" y="3867"/>
                  <a:pt x="41744" y="0"/>
                </a:cubicBezTo>
                <a:cubicBezTo>
                  <a:pt x="130776" y="-6448"/>
                  <a:pt x="338113" y="-3180"/>
                  <a:pt x="471950" y="0"/>
                </a:cubicBezTo>
                <a:cubicBezTo>
                  <a:pt x="496200" y="-1484"/>
                  <a:pt x="508764" y="16783"/>
                  <a:pt x="513694" y="41744"/>
                </a:cubicBezTo>
                <a:cubicBezTo>
                  <a:pt x="519504" y="102487"/>
                  <a:pt x="509762" y="160038"/>
                  <a:pt x="513694" y="208719"/>
                </a:cubicBezTo>
                <a:cubicBezTo>
                  <a:pt x="513041" y="230443"/>
                  <a:pt x="495082" y="249418"/>
                  <a:pt x="471950" y="250463"/>
                </a:cubicBezTo>
                <a:cubicBezTo>
                  <a:pt x="283501" y="255080"/>
                  <a:pt x="133285" y="235750"/>
                  <a:pt x="41744" y="250463"/>
                </a:cubicBezTo>
                <a:cubicBezTo>
                  <a:pt x="15488" y="250595"/>
                  <a:pt x="484" y="230901"/>
                  <a:pt x="0" y="208719"/>
                </a:cubicBezTo>
                <a:cubicBezTo>
                  <a:pt x="2286" y="129195"/>
                  <a:pt x="4388" y="85997"/>
                  <a:pt x="0" y="41744"/>
                </a:cubicBezTo>
                <a:close/>
              </a:path>
              <a:path w="513694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1228" y="-19669"/>
                  <a:pt x="343891" y="-2281"/>
                  <a:pt x="471950" y="0"/>
                </a:cubicBezTo>
                <a:cubicBezTo>
                  <a:pt x="492660" y="-1784"/>
                  <a:pt x="512903" y="20313"/>
                  <a:pt x="513694" y="41744"/>
                </a:cubicBezTo>
                <a:cubicBezTo>
                  <a:pt x="513900" y="76339"/>
                  <a:pt x="509888" y="145607"/>
                  <a:pt x="513694" y="208719"/>
                </a:cubicBezTo>
                <a:cubicBezTo>
                  <a:pt x="514797" y="229505"/>
                  <a:pt x="492700" y="250110"/>
                  <a:pt x="471950" y="250463"/>
                </a:cubicBezTo>
                <a:cubicBezTo>
                  <a:pt x="294471" y="265615"/>
                  <a:pt x="148702" y="254784"/>
                  <a:pt x="41744" y="250463"/>
                </a:cubicBezTo>
                <a:cubicBezTo>
                  <a:pt x="16053" y="254823"/>
                  <a:pt x="-989" y="230627"/>
                  <a:pt x="0" y="208719"/>
                </a:cubicBezTo>
                <a:cubicBezTo>
                  <a:pt x="97" y="142030"/>
                  <a:pt x="-4763" y="121894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Logits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07" y="4353555"/>
            <a:ext cx="348025" cy="348025"/>
          </a:xfrm>
          <a:prstGeom prst="rect">
            <a:avLst/>
          </a:prstGeom>
        </p:spPr>
      </p:pic>
      <p:pic>
        <p:nvPicPr>
          <p:cNvPr id="213" name="图片 2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47" y="4992373"/>
            <a:ext cx="350475" cy="350475"/>
          </a:xfrm>
          <a:prstGeom prst="rect">
            <a:avLst/>
          </a:prstGeom>
        </p:spPr>
      </p:pic>
      <p:sp>
        <p:nvSpPr>
          <p:cNvPr id="224" name="文本框 223"/>
          <p:cNvSpPr txBox="1"/>
          <p:nvPr/>
        </p:nvSpPr>
        <p:spPr>
          <a:xfrm>
            <a:off x="854455" y="4613058"/>
            <a:ext cx="6303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>
                <a:latin typeface="Comic Sans MS" panose="030F0702030302020204" pitchFamily="66" charset="0"/>
              </a:rPr>
              <a:t>Teacher</a:t>
            </a:r>
            <a:endParaRPr kumimoji="1" lang="zh-CN" altLang="en-US" sz="900" dirty="0">
              <a:latin typeface="Comic Sans MS" panose="030F0702030302020204" pitchFamily="66" charset="0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843216" y="5318079"/>
            <a:ext cx="6238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>
                <a:latin typeface="Comic Sans MS" panose="030F0702030302020204" pitchFamily="66" charset="0"/>
              </a:rPr>
              <a:t>Student</a:t>
            </a:r>
            <a:endParaRPr kumimoji="1" lang="zh-CN" altLang="en-US" sz="900" dirty="0">
              <a:latin typeface="Comic Sans MS" panose="030F0702030302020204" pitchFamily="66" charset="0"/>
            </a:endParaRPr>
          </a:p>
        </p:txBody>
      </p:sp>
      <p:sp>
        <p:nvSpPr>
          <p:cNvPr id="227" name="可选流程 226"/>
          <p:cNvSpPr/>
          <p:nvPr/>
        </p:nvSpPr>
        <p:spPr>
          <a:xfrm>
            <a:off x="1466151" y="4107585"/>
            <a:ext cx="1236211" cy="241728"/>
          </a:xfrm>
          <a:custGeom>
            <a:avLst/>
            <a:gdLst>
              <a:gd name="connsiteX0" fmla="*/ 0 w 1236211"/>
              <a:gd name="connsiteY0" fmla="*/ 40288 h 241728"/>
              <a:gd name="connsiteX1" fmla="*/ 40288 w 1236211"/>
              <a:gd name="connsiteY1" fmla="*/ 0 h 241728"/>
              <a:gd name="connsiteX2" fmla="*/ 618106 w 1236211"/>
              <a:gd name="connsiteY2" fmla="*/ 0 h 241728"/>
              <a:gd name="connsiteX3" fmla="*/ 1195923 w 1236211"/>
              <a:gd name="connsiteY3" fmla="*/ 0 h 241728"/>
              <a:gd name="connsiteX4" fmla="*/ 1236211 w 1236211"/>
              <a:gd name="connsiteY4" fmla="*/ 40288 h 241728"/>
              <a:gd name="connsiteX5" fmla="*/ 1236211 w 1236211"/>
              <a:gd name="connsiteY5" fmla="*/ 201440 h 241728"/>
              <a:gd name="connsiteX6" fmla="*/ 1195923 w 1236211"/>
              <a:gd name="connsiteY6" fmla="*/ 241728 h 241728"/>
              <a:gd name="connsiteX7" fmla="*/ 606549 w 1236211"/>
              <a:gd name="connsiteY7" fmla="*/ 241728 h 241728"/>
              <a:gd name="connsiteX8" fmla="*/ 40288 w 1236211"/>
              <a:gd name="connsiteY8" fmla="*/ 241728 h 241728"/>
              <a:gd name="connsiteX9" fmla="*/ 0 w 1236211"/>
              <a:gd name="connsiteY9" fmla="*/ 201440 h 241728"/>
              <a:gd name="connsiteX10" fmla="*/ 0 w 1236211"/>
              <a:gd name="connsiteY10" fmla="*/ 40288 h 241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36211" h="241728" fill="none" extrusionOk="0">
                <a:moveTo>
                  <a:pt x="0" y="40288"/>
                </a:moveTo>
                <a:cubicBezTo>
                  <a:pt x="2693" y="21337"/>
                  <a:pt x="20285" y="-1968"/>
                  <a:pt x="40288" y="0"/>
                </a:cubicBezTo>
                <a:cubicBezTo>
                  <a:pt x="269611" y="18902"/>
                  <a:pt x="416380" y="2406"/>
                  <a:pt x="618106" y="0"/>
                </a:cubicBezTo>
                <a:cubicBezTo>
                  <a:pt x="819832" y="-2406"/>
                  <a:pt x="980979" y="19297"/>
                  <a:pt x="1195923" y="0"/>
                </a:cubicBezTo>
                <a:cubicBezTo>
                  <a:pt x="1216864" y="-2668"/>
                  <a:pt x="1236544" y="13532"/>
                  <a:pt x="1236211" y="40288"/>
                </a:cubicBezTo>
                <a:cubicBezTo>
                  <a:pt x="1231073" y="73514"/>
                  <a:pt x="1229302" y="133549"/>
                  <a:pt x="1236211" y="201440"/>
                </a:cubicBezTo>
                <a:cubicBezTo>
                  <a:pt x="1230695" y="223917"/>
                  <a:pt x="1219515" y="239310"/>
                  <a:pt x="1195923" y="241728"/>
                </a:cubicBezTo>
                <a:cubicBezTo>
                  <a:pt x="927349" y="254585"/>
                  <a:pt x="837546" y="258601"/>
                  <a:pt x="606549" y="241728"/>
                </a:cubicBezTo>
                <a:cubicBezTo>
                  <a:pt x="375552" y="224855"/>
                  <a:pt x="236721" y="238260"/>
                  <a:pt x="40288" y="241728"/>
                </a:cubicBezTo>
                <a:cubicBezTo>
                  <a:pt x="17894" y="237846"/>
                  <a:pt x="3240" y="224366"/>
                  <a:pt x="0" y="201440"/>
                </a:cubicBezTo>
                <a:cubicBezTo>
                  <a:pt x="358" y="136136"/>
                  <a:pt x="4336" y="109772"/>
                  <a:pt x="0" y="40288"/>
                </a:cubicBezTo>
                <a:close/>
              </a:path>
              <a:path w="1236211" h="241728" stroke="0" extrusionOk="0">
                <a:moveTo>
                  <a:pt x="0" y="40288"/>
                </a:moveTo>
                <a:cubicBezTo>
                  <a:pt x="-2060" y="16767"/>
                  <a:pt x="13474" y="1713"/>
                  <a:pt x="40288" y="0"/>
                </a:cubicBezTo>
                <a:cubicBezTo>
                  <a:pt x="272916" y="-20149"/>
                  <a:pt x="472482" y="7057"/>
                  <a:pt x="641218" y="0"/>
                </a:cubicBezTo>
                <a:cubicBezTo>
                  <a:pt x="809954" y="-7057"/>
                  <a:pt x="1063992" y="23508"/>
                  <a:pt x="1195923" y="0"/>
                </a:cubicBezTo>
                <a:cubicBezTo>
                  <a:pt x="1214449" y="-2038"/>
                  <a:pt x="1237379" y="18596"/>
                  <a:pt x="1236211" y="40288"/>
                </a:cubicBezTo>
                <a:cubicBezTo>
                  <a:pt x="1239790" y="95404"/>
                  <a:pt x="1230886" y="144385"/>
                  <a:pt x="1236211" y="201440"/>
                </a:cubicBezTo>
                <a:cubicBezTo>
                  <a:pt x="1238448" y="220049"/>
                  <a:pt x="1216652" y="243065"/>
                  <a:pt x="1195923" y="241728"/>
                </a:cubicBezTo>
                <a:cubicBezTo>
                  <a:pt x="950012" y="241038"/>
                  <a:pt x="809430" y="265274"/>
                  <a:pt x="618106" y="241728"/>
                </a:cubicBezTo>
                <a:cubicBezTo>
                  <a:pt x="426782" y="218182"/>
                  <a:pt x="198486" y="217694"/>
                  <a:pt x="40288" y="241728"/>
                </a:cubicBezTo>
                <a:cubicBezTo>
                  <a:pt x="15757" y="241598"/>
                  <a:pt x="518" y="222271"/>
                  <a:pt x="0" y="201440"/>
                </a:cubicBezTo>
                <a:cubicBezTo>
                  <a:pt x="2112" y="153425"/>
                  <a:pt x="-2681" y="93356"/>
                  <a:pt x="0" y="4028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0" i="0" dirty="0">
                <a:solidFill>
                  <a:srgbClr val="121212"/>
                </a:solidFill>
                <a:effectLst/>
                <a:latin typeface="Comic Sans MS" panose="030F0702030302020204" pitchFamily="66" charset="0"/>
              </a:rPr>
              <a:t>Memory-Discrepancy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28" name="可选流程 227"/>
          <p:cNvSpPr/>
          <p:nvPr/>
        </p:nvSpPr>
        <p:spPr>
          <a:xfrm>
            <a:off x="4316237" y="4115649"/>
            <a:ext cx="1236211" cy="241728"/>
          </a:xfrm>
          <a:custGeom>
            <a:avLst/>
            <a:gdLst>
              <a:gd name="connsiteX0" fmla="*/ 0 w 1236211"/>
              <a:gd name="connsiteY0" fmla="*/ 40288 h 241728"/>
              <a:gd name="connsiteX1" fmla="*/ 40288 w 1236211"/>
              <a:gd name="connsiteY1" fmla="*/ 0 h 241728"/>
              <a:gd name="connsiteX2" fmla="*/ 618106 w 1236211"/>
              <a:gd name="connsiteY2" fmla="*/ 0 h 241728"/>
              <a:gd name="connsiteX3" fmla="*/ 1195923 w 1236211"/>
              <a:gd name="connsiteY3" fmla="*/ 0 h 241728"/>
              <a:gd name="connsiteX4" fmla="*/ 1236211 w 1236211"/>
              <a:gd name="connsiteY4" fmla="*/ 40288 h 241728"/>
              <a:gd name="connsiteX5" fmla="*/ 1236211 w 1236211"/>
              <a:gd name="connsiteY5" fmla="*/ 201440 h 241728"/>
              <a:gd name="connsiteX6" fmla="*/ 1195923 w 1236211"/>
              <a:gd name="connsiteY6" fmla="*/ 241728 h 241728"/>
              <a:gd name="connsiteX7" fmla="*/ 606549 w 1236211"/>
              <a:gd name="connsiteY7" fmla="*/ 241728 h 241728"/>
              <a:gd name="connsiteX8" fmla="*/ 40288 w 1236211"/>
              <a:gd name="connsiteY8" fmla="*/ 241728 h 241728"/>
              <a:gd name="connsiteX9" fmla="*/ 0 w 1236211"/>
              <a:gd name="connsiteY9" fmla="*/ 201440 h 241728"/>
              <a:gd name="connsiteX10" fmla="*/ 0 w 1236211"/>
              <a:gd name="connsiteY10" fmla="*/ 40288 h 241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36211" h="241728" fill="none" extrusionOk="0">
                <a:moveTo>
                  <a:pt x="0" y="40288"/>
                </a:moveTo>
                <a:cubicBezTo>
                  <a:pt x="2693" y="21337"/>
                  <a:pt x="20285" y="-1968"/>
                  <a:pt x="40288" y="0"/>
                </a:cubicBezTo>
                <a:cubicBezTo>
                  <a:pt x="269611" y="18902"/>
                  <a:pt x="416380" y="2406"/>
                  <a:pt x="618106" y="0"/>
                </a:cubicBezTo>
                <a:cubicBezTo>
                  <a:pt x="819832" y="-2406"/>
                  <a:pt x="980979" y="19297"/>
                  <a:pt x="1195923" y="0"/>
                </a:cubicBezTo>
                <a:cubicBezTo>
                  <a:pt x="1216864" y="-2668"/>
                  <a:pt x="1236544" y="13532"/>
                  <a:pt x="1236211" y="40288"/>
                </a:cubicBezTo>
                <a:cubicBezTo>
                  <a:pt x="1231073" y="73514"/>
                  <a:pt x="1229302" y="133549"/>
                  <a:pt x="1236211" y="201440"/>
                </a:cubicBezTo>
                <a:cubicBezTo>
                  <a:pt x="1230695" y="223917"/>
                  <a:pt x="1219515" y="239310"/>
                  <a:pt x="1195923" y="241728"/>
                </a:cubicBezTo>
                <a:cubicBezTo>
                  <a:pt x="927349" y="254585"/>
                  <a:pt x="837546" y="258601"/>
                  <a:pt x="606549" y="241728"/>
                </a:cubicBezTo>
                <a:cubicBezTo>
                  <a:pt x="375552" y="224855"/>
                  <a:pt x="236721" y="238260"/>
                  <a:pt x="40288" y="241728"/>
                </a:cubicBezTo>
                <a:cubicBezTo>
                  <a:pt x="17894" y="237846"/>
                  <a:pt x="3240" y="224366"/>
                  <a:pt x="0" y="201440"/>
                </a:cubicBezTo>
                <a:cubicBezTo>
                  <a:pt x="358" y="136136"/>
                  <a:pt x="4336" y="109772"/>
                  <a:pt x="0" y="40288"/>
                </a:cubicBezTo>
                <a:close/>
              </a:path>
              <a:path w="1236211" h="241728" stroke="0" extrusionOk="0">
                <a:moveTo>
                  <a:pt x="0" y="40288"/>
                </a:moveTo>
                <a:cubicBezTo>
                  <a:pt x="-2060" y="16767"/>
                  <a:pt x="13474" y="1713"/>
                  <a:pt x="40288" y="0"/>
                </a:cubicBezTo>
                <a:cubicBezTo>
                  <a:pt x="272916" y="-20149"/>
                  <a:pt x="472482" y="7057"/>
                  <a:pt x="641218" y="0"/>
                </a:cubicBezTo>
                <a:cubicBezTo>
                  <a:pt x="809954" y="-7057"/>
                  <a:pt x="1063992" y="23508"/>
                  <a:pt x="1195923" y="0"/>
                </a:cubicBezTo>
                <a:cubicBezTo>
                  <a:pt x="1214449" y="-2038"/>
                  <a:pt x="1237379" y="18596"/>
                  <a:pt x="1236211" y="40288"/>
                </a:cubicBezTo>
                <a:cubicBezTo>
                  <a:pt x="1239790" y="95404"/>
                  <a:pt x="1230886" y="144385"/>
                  <a:pt x="1236211" y="201440"/>
                </a:cubicBezTo>
                <a:cubicBezTo>
                  <a:pt x="1238448" y="220049"/>
                  <a:pt x="1216652" y="243065"/>
                  <a:pt x="1195923" y="241728"/>
                </a:cubicBezTo>
                <a:cubicBezTo>
                  <a:pt x="950012" y="241038"/>
                  <a:pt x="809430" y="265274"/>
                  <a:pt x="618106" y="241728"/>
                </a:cubicBezTo>
                <a:cubicBezTo>
                  <a:pt x="426782" y="218182"/>
                  <a:pt x="198486" y="217694"/>
                  <a:pt x="40288" y="241728"/>
                </a:cubicBezTo>
                <a:cubicBezTo>
                  <a:pt x="15757" y="241598"/>
                  <a:pt x="518" y="222271"/>
                  <a:pt x="0" y="201440"/>
                </a:cubicBezTo>
                <a:cubicBezTo>
                  <a:pt x="2112" y="153425"/>
                  <a:pt x="-2681" y="93356"/>
                  <a:pt x="0" y="4028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0" i="0" dirty="0">
                <a:solidFill>
                  <a:srgbClr val="121212"/>
                </a:solidFill>
                <a:effectLst/>
                <a:latin typeface="Comic Sans MS" panose="030F0702030302020204" pitchFamily="66" charset="0"/>
              </a:rPr>
              <a:t> Temporal Separation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29" name="五角星 228"/>
          <p:cNvSpPr/>
          <p:nvPr/>
        </p:nvSpPr>
        <p:spPr>
          <a:xfrm>
            <a:off x="5535632" y="98006"/>
            <a:ext cx="227000" cy="201168"/>
          </a:xfrm>
          <a:prstGeom prst="star5">
            <a:avLst/>
          </a:prstGeom>
          <a:solidFill>
            <a:srgbClr val="A9647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0" name="五角星 229"/>
          <p:cNvSpPr/>
          <p:nvPr/>
        </p:nvSpPr>
        <p:spPr>
          <a:xfrm>
            <a:off x="5198947" y="845920"/>
            <a:ext cx="227000" cy="201168"/>
          </a:xfrm>
          <a:prstGeom prst="star5">
            <a:avLst/>
          </a:prstGeom>
          <a:solidFill>
            <a:srgbClr val="A9647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1" name="五角星 230"/>
          <p:cNvSpPr/>
          <p:nvPr/>
        </p:nvSpPr>
        <p:spPr>
          <a:xfrm>
            <a:off x="2547188" y="741490"/>
            <a:ext cx="227000" cy="201168"/>
          </a:xfrm>
          <a:prstGeom prst="star5">
            <a:avLst/>
          </a:prstGeom>
          <a:solidFill>
            <a:srgbClr val="A9647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3" name="直线连接符 232"/>
          <p:cNvCxnSpPr>
            <a:stCxn id="298" idx="6"/>
          </p:cNvCxnSpPr>
          <p:nvPr/>
        </p:nvCxnSpPr>
        <p:spPr>
          <a:xfrm>
            <a:off x="1603241" y="4813698"/>
            <a:ext cx="2541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直线箭头连接符 235"/>
          <p:cNvCxnSpPr>
            <a:endCxn id="300" idx="4"/>
          </p:cNvCxnSpPr>
          <p:nvPr/>
        </p:nvCxnSpPr>
        <p:spPr>
          <a:xfrm flipV="1">
            <a:off x="1793651" y="4540953"/>
            <a:ext cx="0" cy="27274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直线连接符 237"/>
          <p:cNvCxnSpPr/>
          <p:nvPr/>
        </p:nvCxnSpPr>
        <p:spPr>
          <a:xfrm>
            <a:off x="1581828" y="5271399"/>
            <a:ext cx="2541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直线箭头连接符 238"/>
          <p:cNvCxnSpPr/>
          <p:nvPr/>
        </p:nvCxnSpPr>
        <p:spPr>
          <a:xfrm flipV="1">
            <a:off x="1786924" y="5094485"/>
            <a:ext cx="0" cy="18414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三角形 241"/>
          <p:cNvSpPr/>
          <p:nvPr/>
        </p:nvSpPr>
        <p:spPr>
          <a:xfrm>
            <a:off x="1827134" y="4656822"/>
            <a:ext cx="119903" cy="112078"/>
          </a:xfrm>
          <a:custGeom>
            <a:avLst/>
            <a:gdLst>
              <a:gd name="connsiteX0" fmla="*/ 0 w 119903"/>
              <a:gd name="connsiteY0" fmla="*/ 112078 h 112078"/>
              <a:gd name="connsiteX1" fmla="*/ 59952 w 119903"/>
              <a:gd name="connsiteY1" fmla="*/ 0 h 112078"/>
              <a:gd name="connsiteX2" fmla="*/ 119903 w 119903"/>
              <a:gd name="connsiteY2" fmla="*/ 112078 h 112078"/>
              <a:gd name="connsiteX3" fmla="*/ 0 w 119903"/>
              <a:gd name="connsiteY3" fmla="*/ 112078 h 11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903" h="112078" extrusionOk="0">
                <a:moveTo>
                  <a:pt x="0" y="112078"/>
                </a:moveTo>
                <a:cubicBezTo>
                  <a:pt x="13424" y="75014"/>
                  <a:pt x="28240" y="54270"/>
                  <a:pt x="59952" y="0"/>
                </a:cubicBezTo>
                <a:cubicBezTo>
                  <a:pt x="85164" y="48766"/>
                  <a:pt x="98060" y="71362"/>
                  <a:pt x="119903" y="112078"/>
                </a:cubicBezTo>
                <a:cubicBezTo>
                  <a:pt x="70543" y="117623"/>
                  <a:pt x="53793" y="115978"/>
                  <a:pt x="0" y="112078"/>
                </a:cubicBezTo>
                <a:close/>
              </a:path>
            </a:pathLst>
          </a:custGeom>
          <a:noFill/>
          <a:ln w="19050">
            <a:solidFill>
              <a:srgbClr val="19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4" name="三角形 243"/>
          <p:cNvSpPr/>
          <p:nvPr/>
        </p:nvSpPr>
        <p:spPr>
          <a:xfrm>
            <a:off x="1809210" y="5258599"/>
            <a:ext cx="119903" cy="112078"/>
          </a:xfrm>
          <a:custGeom>
            <a:avLst/>
            <a:gdLst>
              <a:gd name="connsiteX0" fmla="*/ 0 w 119903"/>
              <a:gd name="connsiteY0" fmla="*/ 112078 h 112078"/>
              <a:gd name="connsiteX1" fmla="*/ 59952 w 119903"/>
              <a:gd name="connsiteY1" fmla="*/ 0 h 112078"/>
              <a:gd name="connsiteX2" fmla="*/ 119903 w 119903"/>
              <a:gd name="connsiteY2" fmla="*/ 112078 h 112078"/>
              <a:gd name="connsiteX3" fmla="*/ 0 w 119903"/>
              <a:gd name="connsiteY3" fmla="*/ 112078 h 11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903" h="112078" extrusionOk="0">
                <a:moveTo>
                  <a:pt x="0" y="112078"/>
                </a:moveTo>
                <a:cubicBezTo>
                  <a:pt x="24243" y="54982"/>
                  <a:pt x="46861" y="28886"/>
                  <a:pt x="59952" y="0"/>
                </a:cubicBezTo>
                <a:cubicBezTo>
                  <a:pt x="80624" y="38181"/>
                  <a:pt x="108101" y="77198"/>
                  <a:pt x="119903" y="112078"/>
                </a:cubicBezTo>
                <a:cubicBezTo>
                  <a:pt x="74873" y="109967"/>
                  <a:pt x="38083" y="114998"/>
                  <a:pt x="0" y="112078"/>
                </a:cubicBezTo>
                <a:close/>
              </a:path>
            </a:pathLst>
          </a:custGeom>
          <a:noFill/>
          <a:ln w="19050">
            <a:solidFill>
              <a:srgbClr val="35A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5" name="任意形状 244"/>
          <p:cNvSpPr/>
          <p:nvPr/>
        </p:nvSpPr>
        <p:spPr>
          <a:xfrm>
            <a:off x="1523961" y="4863072"/>
            <a:ext cx="1043079" cy="324156"/>
          </a:xfrm>
          <a:custGeom>
            <a:avLst/>
            <a:gdLst>
              <a:gd name="connsiteX0" fmla="*/ 0 w 991616"/>
              <a:gd name="connsiteY0" fmla="*/ 124878 h 324156"/>
              <a:gd name="connsiteX1" fmla="*/ 341376 w 991616"/>
              <a:gd name="connsiteY1" fmla="*/ 7022 h 324156"/>
              <a:gd name="connsiteX2" fmla="*/ 666496 w 991616"/>
              <a:gd name="connsiteY2" fmla="*/ 307758 h 324156"/>
              <a:gd name="connsiteX3" fmla="*/ 991616 w 991616"/>
              <a:gd name="connsiteY3" fmla="*/ 283374 h 32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1616" h="324156">
                <a:moveTo>
                  <a:pt x="0" y="124878"/>
                </a:moveTo>
                <a:cubicBezTo>
                  <a:pt x="115146" y="50710"/>
                  <a:pt x="230293" y="-23458"/>
                  <a:pt x="341376" y="7022"/>
                </a:cubicBezTo>
                <a:cubicBezTo>
                  <a:pt x="452459" y="37502"/>
                  <a:pt x="558123" y="261699"/>
                  <a:pt x="666496" y="307758"/>
                </a:cubicBezTo>
                <a:cubicBezTo>
                  <a:pt x="774869" y="353817"/>
                  <a:pt x="934720" y="288793"/>
                  <a:pt x="991616" y="283374"/>
                </a:cubicBezTo>
              </a:path>
            </a:pathLst>
          </a:custGeom>
          <a:noFill/>
          <a:ln w="12700">
            <a:prstDash val="dash"/>
            <a:tailEnd type="stealt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2" name="三角形 251"/>
          <p:cNvSpPr/>
          <p:nvPr/>
        </p:nvSpPr>
        <p:spPr>
          <a:xfrm>
            <a:off x="2687553" y="4855399"/>
            <a:ext cx="119903" cy="112078"/>
          </a:xfrm>
          <a:custGeom>
            <a:avLst/>
            <a:gdLst>
              <a:gd name="connsiteX0" fmla="*/ 0 w 119903"/>
              <a:gd name="connsiteY0" fmla="*/ 112078 h 112078"/>
              <a:gd name="connsiteX1" fmla="*/ 59952 w 119903"/>
              <a:gd name="connsiteY1" fmla="*/ 0 h 112078"/>
              <a:gd name="connsiteX2" fmla="*/ 119903 w 119903"/>
              <a:gd name="connsiteY2" fmla="*/ 112078 h 112078"/>
              <a:gd name="connsiteX3" fmla="*/ 0 w 119903"/>
              <a:gd name="connsiteY3" fmla="*/ 112078 h 11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903" h="112078" extrusionOk="0">
                <a:moveTo>
                  <a:pt x="0" y="112078"/>
                </a:moveTo>
                <a:cubicBezTo>
                  <a:pt x="13424" y="75014"/>
                  <a:pt x="28240" y="54270"/>
                  <a:pt x="59952" y="0"/>
                </a:cubicBezTo>
                <a:cubicBezTo>
                  <a:pt x="85164" y="48766"/>
                  <a:pt x="98060" y="71362"/>
                  <a:pt x="119903" y="112078"/>
                </a:cubicBezTo>
                <a:cubicBezTo>
                  <a:pt x="70543" y="117623"/>
                  <a:pt x="53793" y="115978"/>
                  <a:pt x="0" y="112078"/>
                </a:cubicBezTo>
                <a:close/>
              </a:path>
            </a:pathLst>
          </a:custGeom>
          <a:noFill/>
          <a:ln w="19050">
            <a:solidFill>
              <a:srgbClr val="19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3" name="文本框 252"/>
          <p:cNvSpPr txBox="1"/>
          <p:nvPr/>
        </p:nvSpPr>
        <p:spPr>
          <a:xfrm>
            <a:off x="2492191" y="4977636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rgbClr val="185F8A"/>
                </a:solidFill>
                <a:latin typeface="Comic Sans MS" panose="030F0702030302020204" pitchFamily="66" charset="0"/>
              </a:rPr>
              <a:t>Alignment</a:t>
            </a:r>
            <a:endParaRPr kumimoji="1" lang="zh-CN" altLang="en-US" sz="1000" dirty="0">
              <a:solidFill>
                <a:srgbClr val="185F8A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629013" y="4389210"/>
            <a:ext cx="753777" cy="314960"/>
            <a:chOff x="9057" y="9350"/>
            <a:chExt cx="887" cy="496"/>
          </a:xfrm>
        </p:grpSpPr>
        <p:sp>
          <p:nvSpPr>
            <p:cNvPr id="255" name="Rounded Rectangle 258"/>
            <p:cNvSpPr/>
            <p:nvPr/>
          </p:nvSpPr>
          <p:spPr>
            <a:xfrm>
              <a:off x="9057" y="9350"/>
              <a:ext cx="887" cy="496"/>
            </a:xfrm>
            <a:prstGeom prst="roundRect">
              <a:avLst/>
            </a:prstGeom>
            <a:solidFill>
              <a:srgbClr val="F4F8FD"/>
            </a:solidFill>
            <a:ln w="12700">
              <a:solidFill>
                <a:srgbClr val="C8D2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angle 260"/>
            <p:cNvSpPr/>
            <p:nvPr/>
          </p:nvSpPr>
          <p:spPr>
            <a:xfrm>
              <a:off x="9187" y="9605"/>
              <a:ext cx="101" cy="101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6E8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angle 261"/>
            <p:cNvSpPr/>
            <p:nvPr/>
          </p:nvSpPr>
          <p:spPr>
            <a:xfrm>
              <a:off x="9360" y="9547"/>
              <a:ext cx="101" cy="158"/>
            </a:xfrm>
            <a:prstGeom prst="rect">
              <a:avLst/>
            </a:prstGeom>
            <a:solidFill>
              <a:srgbClr val="3E66B1"/>
            </a:solidFill>
            <a:ln w="12700">
              <a:solidFill>
                <a:srgbClr val="3E66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62"/>
            <p:cNvSpPr/>
            <p:nvPr/>
          </p:nvSpPr>
          <p:spPr>
            <a:xfrm>
              <a:off x="9533" y="9461"/>
              <a:ext cx="101" cy="245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A86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angle 263"/>
            <p:cNvSpPr/>
            <p:nvPr/>
          </p:nvSpPr>
          <p:spPr>
            <a:xfrm>
              <a:off x="9706" y="9567"/>
              <a:ext cx="101" cy="138"/>
            </a:xfrm>
            <a:prstGeom prst="rect">
              <a:avLst/>
            </a:prstGeom>
            <a:solidFill>
              <a:srgbClr val="D84135"/>
            </a:solidFill>
            <a:ln w="12700">
              <a:solidFill>
                <a:srgbClr val="D84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7" name="组合 266"/>
          <p:cNvGrpSpPr/>
          <p:nvPr/>
        </p:nvGrpSpPr>
        <p:grpSpPr>
          <a:xfrm>
            <a:off x="4150910" y="4949621"/>
            <a:ext cx="753777" cy="314960"/>
            <a:chOff x="9057" y="9350"/>
            <a:chExt cx="887" cy="496"/>
          </a:xfrm>
        </p:grpSpPr>
        <p:sp>
          <p:nvSpPr>
            <p:cNvPr id="268" name="Rounded Rectangle 258"/>
            <p:cNvSpPr/>
            <p:nvPr/>
          </p:nvSpPr>
          <p:spPr>
            <a:xfrm>
              <a:off x="9057" y="9350"/>
              <a:ext cx="887" cy="496"/>
            </a:xfrm>
            <a:prstGeom prst="roundRect">
              <a:avLst/>
            </a:prstGeom>
            <a:solidFill>
              <a:srgbClr val="F4F8FD"/>
            </a:solidFill>
            <a:ln w="12700">
              <a:solidFill>
                <a:srgbClr val="C8D2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0"/>
            <p:cNvSpPr/>
            <p:nvPr/>
          </p:nvSpPr>
          <p:spPr>
            <a:xfrm>
              <a:off x="9187" y="9605"/>
              <a:ext cx="101" cy="101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6E8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Rectangle 261"/>
            <p:cNvSpPr/>
            <p:nvPr/>
          </p:nvSpPr>
          <p:spPr>
            <a:xfrm>
              <a:off x="9360" y="9547"/>
              <a:ext cx="101" cy="158"/>
            </a:xfrm>
            <a:prstGeom prst="rect">
              <a:avLst/>
            </a:prstGeom>
            <a:solidFill>
              <a:srgbClr val="3E66B1"/>
            </a:solidFill>
            <a:ln w="12700">
              <a:solidFill>
                <a:srgbClr val="3E66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Rectangle 262"/>
            <p:cNvSpPr/>
            <p:nvPr/>
          </p:nvSpPr>
          <p:spPr>
            <a:xfrm>
              <a:off x="9533" y="9461"/>
              <a:ext cx="101" cy="245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A86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63"/>
            <p:cNvSpPr/>
            <p:nvPr/>
          </p:nvSpPr>
          <p:spPr>
            <a:xfrm>
              <a:off x="9706" y="9567"/>
              <a:ext cx="101" cy="138"/>
            </a:xfrm>
            <a:prstGeom prst="rect">
              <a:avLst/>
            </a:prstGeom>
            <a:solidFill>
              <a:srgbClr val="D84135"/>
            </a:solidFill>
            <a:ln w="12700">
              <a:solidFill>
                <a:srgbClr val="D84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5170561" y="4944357"/>
            <a:ext cx="753777" cy="314960"/>
            <a:chOff x="9057" y="9350"/>
            <a:chExt cx="887" cy="496"/>
          </a:xfrm>
        </p:grpSpPr>
        <p:sp>
          <p:nvSpPr>
            <p:cNvPr id="288" name="Rounded Rectangle 258"/>
            <p:cNvSpPr/>
            <p:nvPr/>
          </p:nvSpPr>
          <p:spPr>
            <a:xfrm>
              <a:off x="9057" y="9350"/>
              <a:ext cx="887" cy="496"/>
            </a:xfrm>
            <a:prstGeom prst="roundRect">
              <a:avLst/>
            </a:prstGeom>
            <a:solidFill>
              <a:srgbClr val="F4F8FD"/>
            </a:solidFill>
            <a:ln w="12700">
              <a:solidFill>
                <a:srgbClr val="C8D2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angle 260"/>
            <p:cNvSpPr/>
            <p:nvPr/>
          </p:nvSpPr>
          <p:spPr>
            <a:xfrm>
              <a:off x="9187" y="9605"/>
              <a:ext cx="101" cy="101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6E8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Rectangle 261"/>
            <p:cNvSpPr/>
            <p:nvPr/>
          </p:nvSpPr>
          <p:spPr>
            <a:xfrm>
              <a:off x="9360" y="9547"/>
              <a:ext cx="101" cy="158"/>
            </a:xfrm>
            <a:prstGeom prst="rect">
              <a:avLst/>
            </a:prstGeom>
            <a:solidFill>
              <a:srgbClr val="3E66B1"/>
            </a:solidFill>
            <a:ln w="12700">
              <a:solidFill>
                <a:srgbClr val="3E66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62"/>
            <p:cNvSpPr/>
            <p:nvPr/>
          </p:nvSpPr>
          <p:spPr>
            <a:xfrm>
              <a:off x="9533" y="9461"/>
              <a:ext cx="101" cy="245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A86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Rectangle 263"/>
            <p:cNvSpPr/>
            <p:nvPr/>
          </p:nvSpPr>
          <p:spPr>
            <a:xfrm>
              <a:off x="9706" y="9567"/>
              <a:ext cx="101" cy="138"/>
            </a:xfrm>
            <a:prstGeom prst="rect">
              <a:avLst/>
            </a:prstGeom>
            <a:solidFill>
              <a:srgbClr val="D84135"/>
            </a:solidFill>
            <a:ln w="12700">
              <a:solidFill>
                <a:srgbClr val="D84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8" name="图片 3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464" y="4303284"/>
            <a:ext cx="348025" cy="348025"/>
          </a:xfrm>
          <a:prstGeom prst="rect">
            <a:avLst/>
          </a:prstGeom>
        </p:spPr>
      </p:pic>
      <p:pic>
        <p:nvPicPr>
          <p:cNvPr id="341" name="图片 3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204" y="4942102"/>
            <a:ext cx="350475" cy="350475"/>
          </a:xfrm>
          <a:prstGeom prst="rect">
            <a:avLst/>
          </a:prstGeom>
        </p:spPr>
      </p:pic>
      <p:sp>
        <p:nvSpPr>
          <p:cNvPr id="343" name="文本框 342"/>
          <p:cNvSpPr txBox="1"/>
          <p:nvPr/>
        </p:nvSpPr>
        <p:spPr>
          <a:xfrm>
            <a:off x="3590912" y="4562787"/>
            <a:ext cx="6303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>
                <a:latin typeface="Comic Sans MS" panose="030F0702030302020204" pitchFamily="66" charset="0"/>
              </a:rPr>
              <a:t>Teacher</a:t>
            </a:r>
            <a:endParaRPr kumimoji="1" lang="zh-CN" altLang="en-US" sz="900" dirty="0">
              <a:latin typeface="Comic Sans MS" panose="030F0702030302020204" pitchFamily="66" charset="0"/>
            </a:endParaRPr>
          </a:p>
        </p:txBody>
      </p:sp>
      <p:sp>
        <p:nvSpPr>
          <p:cNvPr id="354" name="文本框 353"/>
          <p:cNvSpPr txBox="1"/>
          <p:nvPr/>
        </p:nvSpPr>
        <p:spPr>
          <a:xfrm>
            <a:off x="3579673" y="5267808"/>
            <a:ext cx="6238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>
                <a:latin typeface="Comic Sans MS" panose="030F0702030302020204" pitchFamily="66" charset="0"/>
              </a:rPr>
              <a:t>Student</a:t>
            </a:r>
            <a:endParaRPr kumimoji="1" lang="zh-CN" altLang="en-US" sz="900" dirty="0">
              <a:latin typeface="Comic Sans MS" panose="030F0702030302020204" pitchFamily="66" charset="0"/>
            </a:endParaRPr>
          </a:p>
        </p:txBody>
      </p:sp>
      <p:sp>
        <p:nvSpPr>
          <p:cNvPr id="355" name="文本框 354"/>
          <p:cNvSpPr txBox="1"/>
          <p:nvPr/>
        </p:nvSpPr>
        <p:spPr>
          <a:xfrm>
            <a:off x="4873737" y="4948041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···</a:t>
            </a:r>
            <a:endParaRPr kumimoji="1" lang="zh-CN" altLang="en-US" dirty="0"/>
          </a:p>
        </p:txBody>
      </p:sp>
      <p:cxnSp>
        <p:nvCxnSpPr>
          <p:cNvPr id="357" name="直线箭头连接符 356"/>
          <p:cNvCxnSpPr/>
          <p:nvPr/>
        </p:nvCxnSpPr>
        <p:spPr>
          <a:xfrm flipV="1">
            <a:off x="4163603" y="5357381"/>
            <a:ext cx="1864971" cy="8926"/>
          </a:xfrm>
          <a:prstGeom prst="straightConnector1">
            <a:avLst/>
          </a:prstGeom>
          <a:ln w="28575">
            <a:solidFill>
              <a:srgbClr val="6798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文本框 360"/>
          <p:cNvSpPr txBox="1"/>
          <p:nvPr/>
        </p:nvSpPr>
        <p:spPr>
          <a:xfrm>
            <a:off x="4746046" y="5353255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rgbClr val="679857"/>
                </a:solidFill>
                <a:latin typeface="Comic Sans MS" panose="030F0702030302020204" pitchFamily="66" charset="0"/>
              </a:rPr>
              <a:t>Time</a:t>
            </a:r>
            <a:endParaRPr kumimoji="1" lang="zh-CN" altLang="en-US" sz="1000" dirty="0">
              <a:solidFill>
                <a:srgbClr val="679857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363" name="肘形连接符 362"/>
          <p:cNvCxnSpPr>
            <a:stCxn id="255" idx="2"/>
            <a:endCxn id="268" idx="0"/>
          </p:cNvCxnSpPr>
          <p:nvPr/>
        </p:nvCxnSpPr>
        <p:spPr>
          <a:xfrm rot="5400000">
            <a:off x="4644126" y="4587844"/>
            <a:ext cx="245451" cy="478103"/>
          </a:xfrm>
          <a:prstGeom prst="bentConnector3">
            <a:avLst/>
          </a:prstGeom>
          <a:ln>
            <a:solidFill>
              <a:srgbClr val="679857"/>
            </a:solidFill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24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肘形连接符 364"/>
          <p:cNvCxnSpPr>
            <a:endCxn id="288" idx="0"/>
          </p:cNvCxnSpPr>
          <p:nvPr/>
        </p:nvCxnSpPr>
        <p:spPr>
          <a:xfrm>
            <a:off x="5005901" y="4832092"/>
            <a:ext cx="541549" cy="112265"/>
          </a:xfrm>
          <a:prstGeom prst="bentConnector2">
            <a:avLst/>
          </a:prstGeom>
          <a:ln>
            <a:solidFill>
              <a:srgbClr val="679857"/>
            </a:solidFill>
            <a:tailEnd type="triangle"/>
          </a:ln>
          <a:effectLst>
            <a:outerShdw blurRad="40000" dist="20000" dir="5400000" rotWithShape="0">
              <a:srgbClr val="000000">
                <a:alpha val="24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右箭头 367"/>
          <p:cNvSpPr>
            <a:spLocks noGrp="1"/>
          </p:cNvSpPr>
          <p:nvPr/>
        </p:nvSpPr>
        <p:spPr>
          <a:xfrm>
            <a:off x="3683752" y="6163583"/>
            <a:ext cx="360927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3A2C"/>
          </a:solidFill>
          <a:ln w="7620">
            <a:solidFill>
              <a:srgbClr val="D33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右箭头 368"/>
          <p:cNvSpPr>
            <a:spLocks noGrp="1"/>
          </p:cNvSpPr>
          <p:nvPr/>
        </p:nvSpPr>
        <p:spPr>
          <a:xfrm>
            <a:off x="5036139" y="6184633"/>
            <a:ext cx="360927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3A2C"/>
          </a:solidFill>
          <a:ln w="7620">
            <a:solidFill>
              <a:srgbClr val="D33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" name="右箭头 369"/>
          <p:cNvSpPr>
            <a:spLocks noGrp="1"/>
          </p:cNvSpPr>
          <p:nvPr/>
        </p:nvSpPr>
        <p:spPr>
          <a:xfrm>
            <a:off x="5055400" y="3541846"/>
            <a:ext cx="360927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3A2C"/>
          </a:solidFill>
          <a:ln w="7620">
            <a:solidFill>
              <a:srgbClr val="D33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右箭头 370"/>
          <p:cNvSpPr>
            <a:spLocks noGrp="1"/>
          </p:cNvSpPr>
          <p:nvPr/>
        </p:nvSpPr>
        <p:spPr>
          <a:xfrm>
            <a:off x="3663578" y="3542810"/>
            <a:ext cx="360927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3A2C"/>
          </a:solidFill>
          <a:ln w="7620">
            <a:solidFill>
              <a:srgbClr val="D33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2" name="可选流程 371"/>
          <p:cNvSpPr/>
          <p:nvPr/>
        </p:nvSpPr>
        <p:spPr>
          <a:xfrm>
            <a:off x="5431048" y="3166256"/>
            <a:ext cx="513694" cy="250463"/>
          </a:xfrm>
          <a:custGeom>
            <a:avLst/>
            <a:gdLst>
              <a:gd name="connsiteX0" fmla="*/ 0 w 513694"/>
              <a:gd name="connsiteY0" fmla="*/ 41744 h 250463"/>
              <a:gd name="connsiteX1" fmla="*/ 41744 w 513694"/>
              <a:gd name="connsiteY1" fmla="*/ 0 h 250463"/>
              <a:gd name="connsiteX2" fmla="*/ 471950 w 513694"/>
              <a:gd name="connsiteY2" fmla="*/ 0 h 250463"/>
              <a:gd name="connsiteX3" fmla="*/ 513694 w 513694"/>
              <a:gd name="connsiteY3" fmla="*/ 41744 h 250463"/>
              <a:gd name="connsiteX4" fmla="*/ 513694 w 513694"/>
              <a:gd name="connsiteY4" fmla="*/ 208719 h 250463"/>
              <a:gd name="connsiteX5" fmla="*/ 471950 w 513694"/>
              <a:gd name="connsiteY5" fmla="*/ 250463 h 250463"/>
              <a:gd name="connsiteX6" fmla="*/ 41744 w 513694"/>
              <a:gd name="connsiteY6" fmla="*/ 250463 h 250463"/>
              <a:gd name="connsiteX7" fmla="*/ 0 w 513694"/>
              <a:gd name="connsiteY7" fmla="*/ 208719 h 250463"/>
              <a:gd name="connsiteX8" fmla="*/ 0 w 513694"/>
              <a:gd name="connsiteY8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3694" h="250463" fill="none" extrusionOk="0">
                <a:moveTo>
                  <a:pt x="0" y="41744"/>
                </a:moveTo>
                <a:cubicBezTo>
                  <a:pt x="1383" y="20748"/>
                  <a:pt x="19062" y="3867"/>
                  <a:pt x="41744" y="0"/>
                </a:cubicBezTo>
                <a:cubicBezTo>
                  <a:pt x="130776" y="-6448"/>
                  <a:pt x="338113" y="-3180"/>
                  <a:pt x="471950" y="0"/>
                </a:cubicBezTo>
                <a:cubicBezTo>
                  <a:pt x="496200" y="-1484"/>
                  <a:pt x="508764" y="16783"/>
                  <a:pt x="513694" y="41744"/>
                </a:cubicBezTo>
                <a:cubicBezTo>
                  <a:pt x="519504" y="102487"/>
                  <a:pt x="509762" y="160038"/>
                  <a:pt x="513694" y="208719"/>
                </a:cubicBezTo>
                <a:cubicBezTo>
                  <a:pt x="513041" y="230443"/>
                  <a:pt x="495082" y="249418"/>
                  <a:pt x="471950" y="250463"/>
                </a:cubicBezTo>
                <a:cubicBezTo>
                  <a:pt x="283501" y="255080"/>
                  <a:pt x="133285" y="235750"/>
                  <a:pt x="41744" y="250463"/>
                </a:cubicBezTo>
                <a:cubicBezTo>
                  <a:pt x="15488" y="250595"/>
                  <a:pt x="484" y="230901"/>
                  <a:pt x="0" y="208719"/>
                </a:cubicBezTo>
                <a:cubicBezTo>
                  <a:pt x="2286" y="129195"/>
                  <a:pt x="4388" y="85997"/>
                  <a:pt x="0" y="41744"/>
                </a:cubicBezTo>
                <a:close/>
              </a:path>
              <a:path w="513694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1228" y="-19669"/>
                  <a:pt x="343891" y="-2281"/>
                  <a:pt x="471950" y="0"/>
                </a:cubicBezTo>
                <a:cubicBezTo>
                  <a:pt x="492660" y="-1784"/>
                  <a:pt x="512903" y="20313"/>
                  <a:pt x="513694" y="41744"/>
                </a:cubicBezTo>
                <a:cubicBezTo>
                  <a:pt x="513900" y="76339"/>
                  <a:pt x="509888" y="145607"/>
                  <a:pt x="513694" y="208719"/>
                </a:cubicBezTo>
                <a:cubicBezTo>
                  <a:pt x="514797" y="229505"/>
                  <a:pt x="492700" y="250110"/>
                  <a:pt x="471950" y="250463"/>
                </a:cubicBezTo>
                <a:cubicBezTo>
                  <a:pt x="294471" y="265615"/>
                  <a:pt x="148702" y="254784"/>
                  <a:pt x="41744" y="250463"/>
                </a:cubicBezTo>
                <a:cubicBezTo>
                  <a:pt x="16053" y="254823"/>
                  <a:pt x="-989" y="230627"/>
                  <a:pt x="0" y="208719"/>
                </a:cubicBezTo>
                <a:cubicBezTo>
                  <a:pt x="97" y="142030"/>
                  <a:pt x="-4763" y="121894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Cargo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373" name="可选流程 372"/>
          <p:cNvSpPr/>
          <p:nvPr/>
        </p:nvSpPr>
        <p:spPr>
          <a:xfrm>
            <a:off x="5392285" y="5835124"/>
            <a:ext cx="513694" cy="250463"/>
          </a:xfrm>
          <a:custGeom>
            <a:avLst/>
            <a:gdLst>
              <a:gd name="connsiteX0" fmla="*/ 0 w 513694"/>
              <a:gd name="connsiteY0" fmla="*/ 41744 h 250463"/>
              <a:gd name="connsiteX1" fmla="*/ 41744 w 513694"/>
              <a:gd name="connsiteY1" fmla="*/ 0 h 250463"/>
              <a:gd name="connsiteX2" fmla="*/ 471950 w 513694"/>
              <a:gd name="connsiteY2" fmla="*/ 0 h 250463"/>
              <a:gd name="connsiteX3" fmla="*/ 513694 w 513694"/>
              <a:gd name="connsiteY3" fmla="*/ 41744 h 250463"/>
              <a:gd name="connsiteX4" fmla="*/ 513694 w 513694"/>
              <a:gd name="connsiteY4" fmla="*/ 208719 h 250463"/>
              <a:gd name="connsiteX5" fmla="*/ 471950 w 513694"/>
              <a:gd name="connsiteY5" fmla="*/ 250463 h 250463"/>
              <a:gd name="connsiteX6" fmla="*/ 41744 w 513694"/>
              <a:gd name="connsiteY6" fmla="*/ 250463 h 250463"/>
              <a:gd name="connsiteX7" fmla="*/ 0 w 513694"/>
              <a:gd name="connsiteY7" fmla="*/ 208719 h 250463"/>
              <a:gd name="connsiteX8" fmla="*/ 0 w 513694"/>
              <a:gd name="connsiteY8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3694" h="250463" fill="none" extrusionOk="0">
                <a:moveTo>
                  <a:pt x="0" y="41744"/>
                </a:moveTo>
                <a:cubicBezTo>
                  <a:pt x="1383" y="20748"/>
                  <a:pt x="19062" y="3867"/>
                  <a:pt x="41744" y="0"/>
                </a:cubicBezTo>
                <a:cubicBezTo>
                  <a:pt x="130776" y="-6448"/>
                  <a:pt x="338113" y="-3180"/>
                  <a:pt x="471950" y="0"/>
                </a:cubicBezTo>
                <a:cubicBezTo>
                  <a:pt x="496200" y="-1484"/>
                  <a:pt x="508764" y="16783"/>
                  <a:pt x="513694" y="41744"/>
                </a:cubicBezTo>
                <a:cubicBezTo>
                  <a:pt x="519504" y="102487"/>
                  <a:pt x="509762" y="160038"/>
                  <a:pt x="513694" y="208719"/>
                </a:cubicBezTo>
                <a:cubicBezTo>
                  <a:pt x="513041" y="230443"/>
                  <a:pt x="495082" y="249418"/>
                  <a:pt x="471950" y="250463"/>
                </a:cubicBezTo>
                <a:cubicBezTo>
                  <a:pt x="283501" y="255080"/>
                  <a:pt x="133285" y="235750"/>
                  <a:pt x="41744" y="250463"/>
                </a:cubicBezTo>
                <a:cubicBezTo>
                  <a:pt x="15488" y="250595"/>
                  <a:pt x="484" y="230901"/>
                  <a:pt x="0" y="208719"/>
                </a:cubicBezTo>
                <a:cubicBezTo>
                  <a:pt x="2286" y="129195"/>
                  <a:pt x="4388" y="85997"/>
                  <a:pt x="0" y="41744"/>
                </a:cubicBezTo>
                <a:close/>
              </a:path>
              <a:path w="513694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1228" y="-19669"/>
                  <a:pt x="343891" y="-2281"/>
                  <a:pt x="471950" y="0"/>
                </a:cubicBezTo>
                <a:cubicBezTo>
                  <a:pt x="492660" y="-1784"/>
                  <a:pt x="512903" y="20313"/>
                  <a:pt x="513694" y="41744"/>
                </a:cubicBezTo>
                <a:cubicBezTo>
                  <a:pt x="513900" y="76339"/>
                  <a:pt x="509888" y="145607"/>
                  <a:pt x="513694" y="208719"/>
                </a:cubicBezTo>
                <a:cubicBezTo>
                  <a:pt x="514797" y="229505"/>
                  <a:pt x="492700" y="250110"/>
                  <a:pt x="471950" y="250463"/>
                </a:cubicBezTo>
                <a:cubicBezTo>
                  <a:pt x="294471" y="265615"/>
                  <a:pt x="148702" y="254784"/>
                  <a:pt x="41744" y="250463"/>
                </a:cubicBezTo>
                <a:cubicBezTo>
                  <a:pt x="16053" y="254823"/>
                  <a:pt x="-989" y="230627"/>
                  <a:pt x="0" y="208719"/>
                </a:cubicBezTo>
                <a:cubicBezTo>
                  <a:pt x="97" y="142030"/>
                  <a:pt x="-4763" y="121894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Cargo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74" name="图片 37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909" y="3468509"/>
            <a:ext cx="402590" cy="402635"/>
          </a:xfrm>
          <a:prstGeom prst="rect">
            <a:avLst/>
          </a:prstGeom>
        </p:spPr>
      </p:pic>
      <p:pic>
        <p:nvPicPr>
          <p:cNvPr id="375" name="图片 37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990" y="6143036"/>
            <a:ext cx="441852" cy="441901"/>
          </a:xfrm>
          <a:prstGeom prst="rect">
            <a:avLst/>
          </a:prstGeom>
        </p:spPr>
      </p:pic>
      <p:cxnSp>
        <p:nvCxnSpPr>
          <p:cNvPr id="377" name="直线连接符 376"/>
          <p:cNvCxnSpPr/>
          <p:nvPr/>
        </p:nvCxnSpPr>
        <p:spPr>
          <a:xfrm flipH="1">
            <a:off x="653351" y="6608401"/>
            <a:ext cx="1541829" cy="2102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直线连接符 378"/>
          <p:cNvCxnSpPr/>
          <p:nvPr/>
        </p:nvCxnSpPr>
        <p:spPr>
          <a:xfrm>
            <a:off x="3602101" y="6591611"/>
            <a:ext cx="1972967" cy="243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5" name="图片 384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62523" y="7011034"/>
            <a:ext cx="203844" cy="172749"/>
          </a:xfrm>
          <a:prstGeom prst="rect">
            <a:avLst/>
          </a:prstGeom>
        </p:spPr>
      </p:pic>
      <p:pic>
        <p:nvPicPr>
          <p:cNvPr id="386" name="图片 385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07250" y="7017191"/>
            <a:ext cx="203844" cy="172749"/>
          </a:xfrm>
          <a:prstGeom prst="rect">
            <a:avLst/>
          </a:prstGeom>
        </p:spPr>
      </p:pic>
      <p:pic>
        <p:nvPicPr>
          <p:cNvPr id="387" name="图片 386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78595" y="7022591"/>
            <a:ext cx="203844" cy="172749"/>
          </a:xfrm>
          <a:prstGeom prst="rect">
            <a:avLst/>
          </a:prstGeom>
        </p:spPr>
      </p:pic>
      <p:pic>
        <p:nvPicPr>
          <p:cNvPr id="388" name="图片 387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0690" y="7022591"/>
            <a:ext cx="203844" cy="17274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WPS 演示</Application>
  <PresentationFormat>全屏显示(4:3)</PresentationFormat>
  <Paragraphs>98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Aptos</vt:lpstr>
      <vt:lpstr>Segoe UI</vt:lpstr>
      <vt:lpstr>Comic Sans MS</vt:lpstr>
      <vt:lpstr>Calibri</vt:lpstr>
      <vt:lpstr>微软雅黑</vt:lpstr>
      <vt:lpstr>Arial Unicode MS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岳洋</cp:lastModifiedBy>
  <cp:revision>16</cp:revision>
  <dcterms:created xsi:type="dcterms:W3CDTF">2013-01-27T09:14:00Z</dcterms:created>
  <dcterms:modified xsi:type="dcterms:W3CDTF">2026-07-09T12:55:59Z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D44650B3C5C44C9EB4FD5D655D8A90DF_12</vt:lpwstr>
  </property>
  <property fmtid="{D5CDD505-2E9C-101B-9397-08002B2CF9AE}" pid="3" name="KSOProductBuildVer">
    <vt:lpwstr>2052-12.1.0.23542</vt:lpwstr>
  </property>
</Properties>
</file>