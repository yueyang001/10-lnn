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242185" y="2286635"/>
            <a:ext cx="1267200" cy="615600"/>
            <a:chOff x="3531" y="3601"/>
            <a:chExt cx="9152" cy="1772"/>
          </a:xfrm>
        </p:grpSpPr>
        <p:sp>
          <p:nvSpPr>
            <p:cNvPr id="5" name="矩形 4"/>
            <p:cNvSpPr>
              <a:spLocks noGrp="1"/>
            </p:cNvSpPr>
            <p:nvPr/>
          </p:nvSpPr>
          <p:spPr>
            <a:xfrm>
              <a:off x="3531" y="3606"/>
              <a:ext cx="2288" cy="969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6" name="矩形 5"/>
            <p:cNvSpPr>
              <a:spLocks noGrp="1"/>
            </p:cNvSpPr>
            <p:nvPr/>
          </p:nvSpPr>
          <p:spPr>
            <a:xfrm>
              <a:off x="3531" y="3860"/>
              <a:ext cx="2288" cy="969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7" name="矩形 6"/>
            <p:cNvSpPr>
              <a:spLocks noGrp="1"/>
            </p:cNvSpPr>
            <p:nvPr/>
          </p:nvSpPr>
          <p:spPr>
            <a:xfrm>
              <a:off x="3531" y="4122"/>
              <a:ext cx="2288" cy="969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8" name="矩形 7"/>
            <p:cNvSpPr>
              <a:spLocks noGrp="1"/>
            </p:cNvSpPr>
            <p:nvPr/>
          </p:nvSpPr>
          <p:spPr>
            <a:xfrm>
              <a:off x="3531" y="4386"/>
              <a:ext cx="2288" cy="969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10" name="矩形 9"/>
            <p:cNvSpPr>
              <a:spLocks noGrp="1"/>
            </p:cNvSpPr>
            <p:nvPr/>
          </p:nvSpPr>
          <p:spPr>
            <a:xfrm>
              <a:off x="5819" y="3608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11" name="矩形 10"/>
            <p:cNvSpPr>
              <a:spLocks noGrp="1"/>
            </p:cNvSpPr>
            <p:nvPr/>
          </p:nvSpPr>
          <p:spPr>
            <a:xfrm>
              <a:off x="5819" y="3862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5819" y="4124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5819" y="4388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18" name="矩形 17"/>
            <p:cNvSpPr>
              <a:spLocks noGrp="1"/>
            </p:cNvSpPr>
            <p:nvPr/>
          </p:nvSpPr>
          <p:spPr>
            <a:xfrm>
              <a:off x="8107" y="3608"/>
              <a:ext cx="2288" cy="969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0" name="矩形 19"/>
            <p:cNvSpPr>
              <a:spLocks noGrp="1"/>
            </p:cNvSpPr>
            <p:nvPr/>
          </p:nvSpPr>
          <p:spPr>
            <a:xfrm>
              <a:off x="8107" y="3862"/>
              <a:ext cx="2288" cy="969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1" name="矩形 20"/>
            <p:cNvSpPr>
              <a:spLocks noGrp="1"/>
            </p:cNvSpPr>
            <p:nvPr/>
          </p:nvSpPr>
          <p:spPr>
            <a:xfrm>
              <a:off x="8107" y="4124"/>
              <a:ext cx="2288" cy="969"/>
            </a:xfrm>
            <a:prstGeom prst="rect">
              <a:avLst/>
            </a:prstGeom>
            <a:noFill/>
            <a:ln w="1905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2" name="矩形 21"/>
            <p:cNvSpPr>
              <a:spLocks noGrp="1"/>
            </p:cNvSpPr>
            <p:nvPr/>
          </p:nvSpPr>
          <p:spPr>
            <a:xfrm>
              <a:off x="8107" y="4388"/>
              <a:ext cx="2288" cy="969"/>
            </a:xfrm>
            <a:prstGeom prst="rect">
              <a:avLst/>
            </a:prstGeom>
            <a:noFill/>
            <a:ln w="1905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6" name="矩形 25"/>
            <p:cNvSpPr>
              <a:spLocks noGrp="1"/>
            </p:cNvSpPr>
            <p:nvPr/>
          </p:nvSpPr>
          <p:spPr>
            <a:xfrm>
              <a:off x="10395" y="3601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10395" y="3855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8" name="矩形 27"/>
            <p:cNvSpPr>
              <a:spLocks noGrp="1"/>
            </p:cNvSpPr>
            <p:nvPr/>
          </p:nvSpPr>
          <p:spPr>
            <a:xfrm>
              <a:off x="10395" y="4117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29" name="矩形 28"/>
            <p:cNvSpPr>
              <a:spLocks noGrp="1"/>
            </p:cNvSpPr>
            <p:nvPr/>
          </p:nvSpPr>
          <p:spPr>
            <a:xfrm>
              <a:off x="10395" y="4381"/>
              <a:ext cx="2288" cy="969"/>
            </a:xfrm>
            <a:prstGeom prst="rect">
              <a:avLst/>
            </a:prstGeom>
            <a:noFill/>
            <a:ln w="1905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0" name="右边线遮盖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1" name="右边线遮盖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2" name="右边线遮盖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3" name="右边线遮盖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4" name="右边线遮盖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5" name="右边线遮盖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6" name="右边线遮盖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7" name="右边线遮盖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8" name="右边线遮盖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39" name="右边线遮盖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40" name="右边线遮盖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41" name="右边线遮盖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4290">
              <a:solidFill>
                <a:srgbClr val="FFFFFF"/>
              </a:solidFill>
              <a:prstDash val="solid"/>
            </a:ln>
          </p:spPr>
        </p:sp>
        <p:sp>
          <p:nvSpPr>
            <p:cNvPr id="42" name="虚线右边线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19050">
              <a:solidFill>
                <a:srgbClr val="34D399"/>
              </a:solidFill>
              <a:prstDash val="dash"/>
            </a:ln>
          </p:spPr>
        </p:sp>
        <p:sp>
          <p:nvSpPr>
            <p:cNvPr id="43" name="虚线右边线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19050">
              <a:solidFill>
                <a:srgbClr val="4EA72E"/>
              </a:solidFill>
              <a:prstDash val="dash"/>
            </a:ln>
          </p:spPr>
        </p:sp>
        <p:sp>
          <p:nvSpPr>
            <p:cNvPr id="44" name="虚线右边线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19050">
              <a:solidFill>
                <a:srgbClr val="34D399"/>
              </a:solidFill>
              <a:prstDash val="dash"/>
            </a:ln>
          </p:spPr>
        </p:sp>
        <p:sp>
          <p:nvSpPr>
            <p:cNvPr id="45" name="虚线右边线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19050">
              <a:solidFill>
                <a:srgbClr val="4EA72E"/>
              </a:solidFill>
              <a:prstDash val="dash"/>
            </a:ln>
          </p:spPr>
        </p:sp>
        <p:sp>
          <p:nvSpPr>
            <p:cNvPr id="46" name="虚线右边线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19050">
              <a:solidFill>
                <a:srgbClr val="61CBF4"/>
              </a:solidFill>
              <a:prstDash val="dash"/>
            </a:ln>
          </p:spPr>
        </p:sp>
        <p:sp>
          <p:nvSpPr>
            <p:cNvPr id="47" name="虚线右边线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19050">
              <a:solidFill>
                <a:srgbClr val="084F6A"/>
              </a:solidFill>
              <a:prstDash val="dash"/>
            </a:ln>
          </p:spPr>
        </p:sp>
        <p:sp>
          <p:nvSpPr>
            <p:cNvPr id="48" name="虚线右边线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19050">
              <a:solidFill>
                <a:srgbClr val="61CBF4"/>
              </a:solidFill>
              <a:prstDash val="dash"/>
            </a:ln>
          </p:spPr>
        </p:sp>
        <p:sp>
          <p:nvSpPr>
            <p:cNvPr id="49" name="虚线右边线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19050">
              <a:solidFill>
                <a:srgbClr val="084F6A"/>
              </a:solidFill>
              <a:prstDash val="dash"/>
            </a:ln>
          </p:spPr>
        </p:sp>
        <p:sp>
          <p:nvSpPr>
            <p:cNvPr id="50" name="虚线右边线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19050">
              <a:solidFill>
                <a:srgbClr val="34D399"/>
              </a:solidFill>
              <a:prstDash val="dash"/>
            </a:ln>
          </p:spPr>
        </p:sp>
        <p:sp>
          <p:nvSpPr>
            <p:cNvPr id="51" name="虚线右边线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19050">
              <a:solidFill>
                <a:srgbClr val="4EA72E"/>
              </a:solidFill>
              <a:prstDash val="dash"/>
            </a:ln>
          </p:spPr>
        </p:sp>
        <p:sp>
          <p:nvSpPr>
            <p:cNvPr id="52" name="虚线右边线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19050">
              <a:solidFill>
                <a:srgbClr val="34D399"/>
              </a:solidFill>
              <a:prstDash val="dash"/>
            </a:ln>
          </p:spPr>
        </p:sp>
        <p:sp>
          <p:nvSpPr>
            <p:cNvPr id="53" name="虚线右边线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19050">
              <a:solidFill>
                <a:srgbClr val="4EA72E"/>
              </a:solidFill>
              <a:prstDash val="dash"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Converted Presentation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1</cp:revision>
  <dcterms:created xsi:type="dcterms:W3CDTF">2026-07-15T15:18:43Z</dcterms:created>
  <dcterms:modified xsi:type="dcterms:W3CDTF">2026-07-15T15:18:43Z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99DB3FAD6B9B489AAE5F0E4C655C7438_12</vt:lpwstr>
  </property>
  <property fmtid="{D5CDD505-2E9C-101B-9397-08002B2CF9AE}" pid="3" name="KSOProductBuildVer">
    <vt:lpwstr>2052-12.1.0.23542</vt:lpwstr>
  </property>
</Properties>
</file>