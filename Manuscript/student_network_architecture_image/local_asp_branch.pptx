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7f66e3dd834eff" /><Relationship Type="http://schemas.openxmlformats.org/officeDocument/2006/relationships/extended-properties" Target="/docProps/app.xml" Id="Ref75c1cfd7fc410f" /><Relationship Type="http://schemas.openxmlformats.org/officeDocument/2006/relationships/officeDocument" Target="/ppt/presentation.xml" Id="Rb11f63cf5c7243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af0317461c47cb"/>
  </p:sldMasterIdLst>
  <p:notesMasterIdLst>
    <p:notesMasterId xmlns:r="http://schemas.openxmlformats.org/officeDocument/2006/relationships" r:id="R20159a28e4254db0"/>
  </p:notesMasterIdLst>
  <p:sldIdLst>
    <p:sldId xmlns:r="http://schemas.openxmlformats.org/officeDocument/2006/relationships" id="256" r:id="R2d54ad6c78a94e7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8ea993ab1741bf" /><Relationship Type="http://schemas.openxmlformats.org/officeDocument/2006/relationships/slideMaster" Target="/ppt/slideMasters/slideMaster1.xml" Id="R5aaf0317461c47cb" /><Relationship Type="http://schemas.openxmlformats.org/officeDocument/2006/relationships/notesMaster" Target="/ppt/notesMasters/notesMaster1.xml" Id="R20159a28e4254db0" /><Relationship Type="http://schemas.openxmlformats.org/officeDocument/2006/relationships/presProps" Target="/ppt/presProps.xml" Id="Rfb54419cdf7448fb" /><Relationship Type="http://schemas.openxmlformats.org/officeDocument/2006/relationships/tableStyles" Target="/ppt/tableStyles.xml" Id="R387ef4ba5fe84c40" /><Relationship Type="http://schemas.openxmlformats.org/officeDocument/2006/relationships/slide" Target="/ppt/slides/slide1.xml" Id="R2d54ad6c78a94e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e6bb4a6e704e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de2dc53bf646ec" /><Relationship Type="http://schemas.openxmlformats.org/officeDocument/2006/relationships/notesMaster" Target="/ppt/notesMasters/notesMaster1.xml" Id="R381fcccb508542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c0de916a745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1acfb731314101" /><Relationship Type="http://schemas.openxmlformats.org/officeDocument/2006/relationships/slideLayout" Target="/ppt/slideLayouts/slideLayout1.xml" Id="R657256b3042d45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7256b3042d45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014c2e3804d34" /><Relationship Type="http://schemas.openxmlformats.org/officeDocument/2006/relationships/notesSlide" Target="/ppt/notesSlides/notesSlide1.xml" Id="R2f3db19f07c44b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38911A-2EFC-4085-8C9E-18896DCC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71450"/>
            <a:ext cx="11849100" cy="6534150"/>
          </a:xfrm>
          <a:prstGeom xmlns:a="http://schemas.openxmlformats.org/drawingml/2006/main" prst="roundRect">
            <a:avLst>
              <a:gd name="adj" fmla="val 43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F9B43"/>
            </a:solidFill>
            <a:prstDash val="dash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0238A-A1C4-4657-8CCC-C9A5DB25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6812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6812A"/>
                </a:solidFill>
                <a:latin typeface="Aptos"/>
                <a:ea typeface="Aptos"/>
                <a:cs typeface="Aptos"/>
              </a:rPr>
              <a:t>Local Salient Statistics Branch (Local ASP)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6FA8A-78AC-42B3-8949-2BFAE149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28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Temporal Segmentation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4B7962-B957-42DA-B439-53041E40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971550"/>
            <a:ext cx="510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Split T into N segments (length = W)</a:t>
            </a:r>
          </a:p>
        </p:txBody>
      </p:sp>
      <p:sp>
        <p:nvSpPr>
          <p:cNvPr id="5" name="segment-1-label">
            <a:extLst xmlns:a="http://schemas.openxmlformats.org/drawingml/2006/main">
              <a:ext uri="{FF2B5EF4-FFF2-40B4-BE49-F238E27FC236}">
                <a16:creationId xmlns:a16="http://schemas.microsoft.com/office/drawing/2014/main" id="{8781705B-88B4-4FD4-96FF-992B23F8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428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 1</a:t>
            </a:r>
          </a:p>
        </p:txBody>
      </p:sp>
      <p:sp>
        <p:nvSpPr>
          <p:cNvPr id="6" name="segment-2-label">
            <a:extLst xmlns:a="http://schemas.openxmlformats.org/drawingml/2006/main">
              <a:ext uri="{FF2B5EF4-FFF2-40B4-BE49-F238E27FC236}">
                <a16:creationId xmlns:a16="http://schemas.microsoft.com/office/drawing/2014/main" id="{D5E5D3F1-C3C8-4E02-B7CA-AAB0F61E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28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 2</a:t>
            </a:r>
          </a:p>
        </p:txBody>
      </p:sp>
      <p:sp>
        <p:nvSpPr>
          <p:cNvPr id="7" name="segment-n-label">
            <a:extLst xmlns:a="http://schemas.openxmlformats.org/drawingml/2006/main">
              <a:ext uri="{FF2B5EF4-FFF2-40B4-BE49-F238E27FC236}">
                <a16:creationId xmlns:a16="http://schemas.microsoft.com/office/drawing/2014/main" id="{F5AF0B49-C254-41D6-820F-54DB1FA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 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D5696-8BEC-4A3A-ADAE-3555627D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526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94B442-DC04-4A9F-A8F4-CF6D4D59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526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F3B56-B0DE-4759-86B7-F7413A59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7526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F5512-93A6-45CF-9C90-722C0C2A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526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F8609-9713-462C-9AA3-3087D23D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526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85762-E47C-4A6B-A375-5DFB063D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526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DE8311-D016-4FEB-9A8F-844D9EA2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7526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48917-D084-4BB5-941E-B40BFC00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752600"/>
            <a:ext cx="514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2E2A3F-88AB-4102-8990-1F41D214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526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T-W+1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3C70B3-8C75-47B7-B697-22CEC95E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526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42205-9884-4B6B-A3F7-95BA4F55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752600"/>
            <a:ext cx="704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0D8"/>
          </a:solidFill>
          <a:ln xmlns:a="http://schemas.openxmlformats.org/drawingml/2006/main" w="11430">
            <a:solidFill>
              <a:srgbClr val="5A8F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4D939-1D39-4156-ADD7-9C456FB9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335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C43AC-B8F9-472C-9DD4-B562748F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06108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DFF0D8"/>
          </a:solidFill>
          <a:ln xmlns:a="http://schemas.openxmlformats.org/drawingml/2006/main" w="15240">
            <a:solidFill>
              <a:srgbClr val="4C9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Shared Local ASP</a:t>
            </a:r>
          </a:p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(Attentive Mean + Std)</a:t>
            </a:r>
          </a:p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(Shared Parameters)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5C04CE-6B9B-412E-857D-E6DE6F86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19475"/>
            <a:ext cx="335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1">
                <a:solidFill>
                  <a:srgbClr val="16812A"/>
                </a:solidFill>
                <a:latin typeface="Aptos"/>
                <a:ea typeface="Aptos"/>
                <a:cs typeface="Aptos"/>
              </a:defRPr>
            </a:pPr>
            <a:r>
              <a:rPr sz="1125" b="1" i="1">
                <a:solidFill>
                  <a:srgbClr val="16812A"/>
                </a:solidFill>
                <a:latin typeface="Aptos"/>
                <a:ea typeface="Aptos"/>
                <a:cs typeface="Aptos"/>
              </a:rPr>
              <a:t>(Shared Parameters)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A8FA45-1E1E-48AE-8787-2ADA6EC4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38725"/>
            <a:ext cx="10401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6193">
            <a:solidFill>
              <a:srgbClr val="D09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Segment-wise Max Pooling</a:t>
            </a:r>
          </a:p>
          <a:p xmlns:a="http://schemas.openxmlformats.org/drawingml/2006/main"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(Max over Segments)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F4C4AA-EA13-4072-9792-250756DB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267200"/>
            <a:ext cx="152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Segment-wise</a:t>
            </a:r>
          </a:p>
          <a:p xmlns:a="http://schemas.openxmlformats.org/drawingml/2006/main">
            <a:pPr algn="l">
              <a:defRPr sz="12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Statistics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E19F8C-0FB6-4A11-92E4-4BB90F66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3828B7-4F85-479F-92C0-0C17DEC6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2F0A5-124F-4106-BBB5-2C777AC4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2C1919-1CA9-4DE0-99C2-6950B061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D2F6E-686A-4C15-97C2-B6B73390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CCBCC-2A56-456C-AB39-E75E82A6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6963E2-21BB-4ADA-B9B0-F4DEC196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1FAFE4-3E97-4661-AB26-D02C8F72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74C69E-7FE2-48CB-8409-35238CD1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A6C4DA-010D-4CDA-8F7E-DBE48809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12FDBE-99B3-4CE2-8781-82040CA2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69302E-DEE9-41C4-9F9C-90D67A91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3CAB93-905B-4E36-8A58-94612852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E5940C-B349-409D-982D-C7DBDD96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372EBD-B447-460E-A023-CFCFA623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26720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22EBBC-37ED-4C02-A1B3-9A3ED7F0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481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161651-E3EA-4BF4-8396-158E91FC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695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(2C-dim)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01F13C-4894-4FEE-ABB6-EFD5E593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695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(2C-dim)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DD2C12-1C1A-40C7-8082-323E0BF8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958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(2C-dim)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EFB393-C9FA-4124-9448-F159BB6D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621982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Local Stats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20A4E2-484E-4B7D-B151-143E8C0A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191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7E9BDDF-2B78-4D11-9E8A-8D6A572FF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AFFE67-9FFE-4EE2-9DAD-55522EB4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191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...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521DD5-D97B-4494-A0C3-F7836545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191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C76B88-34C2-4146-88CC-AFED7A5C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6191250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8F0"/>
          </a:solidFill>
          <a:ln xmlns:a="http://schemas.openxmlformats.org/drawingml/2006/main" w="10478">
            <a:solidFill>
              <a:srgbClr val="7C68A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3EF449-3722-4D37-A4E3-4B27112C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2007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∈ R^{B × 2C}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B5576A9-3F60-4D73-869E-AFB3248A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59130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B6D31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B6D31"/>
                </a:solidFill>
                <a:latin typeface="Aptos"/>
                <a:ea typeface="Aptos"/>
                <a:cs typeface="Aptos"/>
              </a:rPr>
              <a:t>2C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508F141-2267-4B7F-8F42-912DBE71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20145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C6FE15-7D4A-4610-AF19-90D150AC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8" y="27765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29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2800351" y="2024063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4B47E67-D733-4F03-BD22-C75B2978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20145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8FFFF14-54D6-4B19-8A0F-99F4BE09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27765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32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5886451" y="2024063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sm" len="sm"/>
          </a:ln>
        </p:spPr>
      </p:cxn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B6517DD-00DE-460B-B9BB-08E17A76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20145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56AA66-5B09-4B5E-BFEC-F59870BF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9338" y="27765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35" name="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9944101" y="2024063"/>
            <a:ext cx="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dash"/>
            <a:tailEnd type="triangle" w="sm" len="sm"/>
          </a:ln>
        </p:spPr>
      </p:cxn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F00D317-D03E-410E-823C-B2C1E21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37671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13AC4E7-A28E-49F7-AD70-3743229F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42624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38" name=""/>
          <p:cNvCxnSpPr>
            <a:stCxn xmlns:a="http://schemas.openxmlformats.org/drawingml/2006/main" id="60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3076576" y="3776663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sm" len="sm"/>
          </a:ln>
        </p:spPr>
      </p:cxn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6232D1-19B4-4C1F-872B-C0A5D46A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37671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0ACD338-C4DB-47A0-B553-A195686A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42624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41" name=""/>
          <p:cNvCxnSpPr>
            <a:stCxn xmlns:a="http://schemas.openxmlformats.org/drawingml/2006/main" id="63" idx="2"/>
            <a:endCxn xmlns:a="http://schemas.openxmlformats.org/drawingml/2006/main" id="64" idx="0"/>
          </p:cNvCxnSpPr>
          <p:nvPr/>
        </p:nvCxnSpPr>
        <p:spPr>
          <a:xfrm xmlns:a="http://schemas.openxmlformats.org/drawingml/2006/main">
            <a:off x="5972176" y="3776663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sm" len="sm"/>
          </a:ln>
        </p:spPr>
      </p:cxn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47D708B-6747-4C32-A6D9-1E0FE52E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37671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F4983B3-ECD2-4D08-9483-78783E312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426243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44" name=""/>
          <p:cNvCxnSpPr>
            <a:stCxn xmlns:a="http://schemas.openxmlformats.org/drawingml/2006/main" id="66" idx="2"/>
            <a:endCxn xmlns:a="http://schemas.openxmlformats.org/drawingml/2006/main" id="67" idx="0"/>
          </p:cNvCxnSpPr>
          <p:nvPr/>
        </p:nvCxnSpPr>
        <p:spPr>
          <a:xfrm xmlns:a="http://schemas.openxmlformats.org/drawingml/2006/main">
            <a:off x="9477376" y="3776663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sm" len="sm"/>
          </a:ln>
        </p:spPr>
      </p:cxn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6DD0B0A-706F-4C05-9E36-465BA69D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447198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B2F8659-9DB3-486A-A5E1-49B43CCC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7413" y="5033963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47" name="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5972176" y="4481513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sm" len="sm"/>
          </a:ln>
        </p:spPr>
      </p:cxn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ABA903-64BE-4411-9119-6EA549FC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5700713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F4A32AF-328F-4008-A9CD-04580026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6186488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150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5876926" y="5710238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666666"/>
            </a:solidFill>
            <a:prstDash val="solid"/>
            <a:tailEnd type="triangle" w="sm" len="sm"/>
          </a:ln>
        </p:spPr>
      </p:cxn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AEE4C12-D0F6-405D-A30F-3E3E99E0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158115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C775D28-D683-49F9-A2D8-E28D71B3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0" y="5372100"/>
            <a:ext cx="5524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182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98610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2026-07-10T18:50:18.4330000Z</dcterms:created>
  <dcterms:modified xsi:type="dcterms:W3CDTF">2026-07-10T18:50:18.4330000Z</dcterms:modified>
</coreProperties>
</file>