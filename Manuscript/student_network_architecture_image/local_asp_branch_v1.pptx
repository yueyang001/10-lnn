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6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Grp="1"/>
          </p:cNvSpPr>
          <p:nvPr/>
        </p:nvSpPr>
        <p:spPr>
          <a:xfrm>
            <a:off x="2952750" y="20955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16812A"/>
                </a:solidFill>
                <a:latin typeface="Aptos"/>
                <a:ea typeface="Aptos"/>
                <a:cs typeface="Aptos"/>
              </a:defRPr>
            </a:pPr>
            <a:r>
              <a:rPr sz="1500" i="0">
                <a:solidFill>
                  <a:srgbClr val="16812A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Local Salient Statistics Branch (Local ASP)</a:t>
            </a:r>
            <a:endParaRPr sz="1500" i="0">
              <a:solidFill>
                <a:srgbClr val="16812A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95750" y="628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Temporal Segmentation</a:t>
            </a:r>
            <a:endParaRPr sz="1275" i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543300" y="971550"/>
            <a:ext cx="510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Split T into N segments (length = W)</a:t>
            </a:r>
            <a:endParaRPr sz="1275" i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66700" y="426720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Segment-wise</a:t>
            </a:r>
            <a:endParaRPr sz="1200" i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  <a:p>
            <a:pPr algn="l">
              <a:defRPr sz="12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Statistics</a:t>
            </a:r>
            <a:endParaRPr sz="1200" i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476875" y="65913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2B6D31"/>
                </a:solidFill>
                <a:latin typeface="Aptos"/>
                <a:ea typeface="Aptos"/>
                <a:cs typeface="Aptos"/>
              </a:defRPr>
            </a:pPr>
            <a:r>
              <a:rPr sz="1125" i="0">
                <a:solidFill>
                  <a:srgbClr val="2B6D31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2C</a:t>
            </a:r>
            <a:endParaRPr sz="1125" i="0">
              <a:solidFill>
                <a:srgbClr val="2B6D31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266700" y="2061528"/>
            <a:ext cx="3089275" cy="1000125"/>
            <a:chOff x="467" y="4373"/>
            <a:chExt cx="4865" cy="1575"/>
          </a:xfrm>
        </p:grpSpPr>
        <p:sp>
          <p:nvSpPr>
            <p:cNvPr id="8" name="segment-n-label"/>
            <p:cNvSpPr>
              <a:spLocks noGrp="1"/>
            </p:cNvSpPr>
            <p:nvPr/>
          </p:nvSpPr>
          <p:spPr>
            <a:xfrm>
              <a:off x="467" y="5060"/>
              <a:ext cx="1451" cy="36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0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05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Segment N</a:t>
              </a:r>
              <a:endPara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20" name="矩形 19"/>
            <p:cNvSpPr>
              <a:spLocks noGrp="1"/>
            </p:cNvSpPr>
            <p:nvPr/>
          </p:nvSpPr>
          <p:spPr>
            <a:xfrm>
              <a:off x="3250" y="4688"/>
              <a:ext cx="81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5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5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...</a:t>
              </a:r>
              <a:endParaRPr sz="15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53" name="矩形 52"/>
            <p:cNvSpPr>
              <a:spLocks noGrp="1"/>
            </p:cNvSpPr>
            <p:nvPr/>
          </p:nvSpPr>
          <p:spPr>
            <a:xfrm>
              <a:off x="4403" y="437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2002" y="5173"/>
              <a:ext cx="3330" cy="427"/>
              <a:chOff x="13440" y="2760"/>
              <a:chExt cx="3330" cy="427"/>
            </a:xfrm>
          </p:grpSpPr>
          <p:sp>
            <p:nvSpPr>
              <p:cNvPr id="17" name="矩形 16"/>
              <p:cNvSpPr>
                <a:spLocks noGrp="1"/>
              </p:cNvSpPr>
              <p:nvPr/>
            </p:nvSpPr>
            <p:spPr>
              <a:xfrm>
                <a:off x="13440" y="2760"/>
                <a:ext cx="11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825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T-W+1</a:t>
                </a:r>
                <a:endParaRPr sz="825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18" name="矩形 17"/>
              <p:cNvSpPr>
                <a:spLocks noGrp="1"/>
              </p:cNvSpPr>
              <p:nvPr/>
            </p:nvSpPr>
            <p:spPr>
              <a:xfrm>
                <a:off x="14550" y="2760"/>
                <a:ext cx="11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825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...</a:t>
                </a:r>
                <a:endParaRPr sz="825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19" name="矩形 18"/>
              <p:cNvSpPr>
                <a:spLocks noGrp="1"/>
              </p:cNvSpPr>
              <p:nvPr/>
            </p:nvSpPr>
            <p:spPr>
              <a:xfrm>
                <a:off x="15660" y="2760"/>
                <a:ext cx="11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825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T</a:t>
                </a:r>
                <a:endParaRPr sz="825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57" name="矩形 56"/>
              <p:cNvSpPr>
                <a:spLocks noGrp="1"/>
              </p:cNvSpPr>
              <p:nvPr/>
            </p:nvSpPr>
            <p:spPr>
              <a:xfrm>
                <a:off x="15653" y="317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" name="矩形 59"/>
            <p:cNvSpPr>
              <a:spLocks noGrp="1"/>
            </p:cNvSpPr>
            <p:nvPr/>
          </p:nvSpPr>
          <p:spPr>
            <a:xfrm>
              <a:off x="4838" y="593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" name="矩形 62"/>
          <p:cNvSpPr>
            <a:spLocks noGrp="1"/>
          </p:cNvSpPr>
          <p:nvPr/>
        </p:nvSpPr>
        <p:spPr>
          <a:xfrm>
            <a:off x="5967413" y="3767138"/>
            <a:ext cx="9525" cy="9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9472613" y="3767138"/>
            <a:ext cx="9525" cy="9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5967413" y="5033963"/>
            <a:ext cx="9525" cy="9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283210" y="1122680"/>
            <a:ext cx="9665335" cy="1718945"/>
            <a:chOff x="446" y="1768"/>
            <a:chExt cx="15221" cy="2707"/>
          </a:xfrm>
        </p:grpSpPr>
        <p:sp>
          <p:nvSpPr>
            <p:cNvPr id="6" name="segment-1-label"/>
            <p:cNvSpPr>
              <a:spLocks noGrp="1"/>
            </p:cNvSpPr>
            <p:nvPr/>
          </p:nvSpPr>
          <p:spPr>
            <a:xfrm>
              <a:off x="469" y="2760"/>
              <a:ext cx="1448" cy="36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0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05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Segment 1</a:t>
              </a:r>
              <a:endPara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7" name="segment-2-label"/>
            <p:cNvSpPr>
              <a:spLocks noGrp="1"/>
            </p:cNvSpPr>
            <p:nvPr/>
          </p:nvSpPr>
          <p:spPr>
            <a:xfrm>
              <a:off x="446" y="3323"/>
              <a:ext cx="1493" cy="38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0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05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Segment 2</a:t>
              </a:r>
              <a:endPara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939" y="2760"/>
              <a:ext cx="3240" cy="420"/>
              <a:chOff x="1980" y="2760"/>
              <a:chExt cx="3240" cy="420"/>
            </a:xfrm>
          </p:grpSpPr>
          <p:sp>
            <p:nvSpPr>
              <p:cNvPr id="9" name="矩形 8"/>
              <p:cNvSpPr>
                <a:spLocks noGrp="1"/>
              </p:cNvSpPr>
              <p:nvPr/>
            </p:nvSpPr>
            <p:spPr>
              <a:xfrm>
                <a:off x="1980" y="2760"/>
                <a:ext cx="8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1</a:t>
                </a:r>
                <a:endPara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10" name="矩形 9"/>
              <p:cNvSpPr>
                <a:spLocks noGrp="1"/>
              </p:cNvSpPr>
              <p:nvPr/>
            </p:nvSpPr>
            <p:spPr>
              <a:xfrm>
                <a:off x="2790" y="2760"/>
                <a:ext cx="8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2</a:t>
                </a:r>
                <a:endPara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11" name="矩形 10"/>
              <p:cNvSpPr>
                <a:spLocks noGrp="1"/>
              </p:cNvSpPr>
              <p:nvPr/>
            </p:nvSpPr>
            <p:spPr>
              <a:xfrm>
                <a:off x="3600" y="2760"/>
                <a:ext cx="8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3</a:t>
                </a:r>
                <a:endPara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12" name="矩形 11"/>
              <p:cNvSpPr>
                <a:spLocks noGrp="1"/>
              </p:cNvSpPr>
              <p:nvPr/>
            </p:nvSpPr>
            <p:spPr>
              <a:xfrm>
                <a:off x="4410" y="2760"/>
                <a:ext cx="8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4</a:t>
                </a:r>
                <a:endPara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5921" y="2737"/>
              <a:ext cx="3797" cy="1738"/>
              <a:chOff x="1230" y="4380"/>
              <a:chExt cx="5794" cy="1560"/>
            </a:xfrm>
          </p:grpSpPr>
          <p:sp>
            <p:nvSpPr>
              <p:cNvPr id="21" name="圆角矩形 20"/>
              <p:cNvSpPr>
                <a:spLocks noGrp="1"/>
              </p:cNvSpPr>
              <p:nvPr/>
            </p:nvSpPr>
            <p:spPr>
              <a:xfrm>
                <a:off x="1230" y="4380"/>
                <a:ext cx="5794" cy="1560"/>
              </a:xfrm>
              <a:prstGeom prst="roundRect">
                <a:avLst>
                  <a:gd name="adj" fmla="val 11538"/>
                </a:avLst>
              </a:prstGeom>
              <a:solidFill>
                <a:srgbClr val="DFF0D8"/>
              </a:solidFill>
              <a:ln w="15240">
                <a:solidFill>
                  <a:srgbClr val="4C9A4D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135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350" i="0" dirty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Shared Local ASP</a:t>
                </a:r>
                <a:endParaRPr sz="135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  <a:p>
                <a:pPr algn="ctr">
                  <a:defRPr sz="135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350" i="0" dirty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(Attentive Mean + Std)</a:t>
                </a:r>
                <a:endParaRPr sz="135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  <a:p>
                <a:pPr algn="ctr">
                  <a:defRPr sz="135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350" i="0" dirty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(Shared Parameters)</a:t>
                </a:r>
                <a:endParaRPr sz="135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22" name="矩形 21"/>
              <p:cNvSpPr>
                <a:spLocks noGrp="1"/>
              </p:cNvSpPr>
              <p:nvPr/>
            </p:nvSpPr>
            <p:spPr>
              <a:xfrm>
                <a:off x="1912" y="5520"/>
                <a:ext cx="4303" cy="36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125" b="1" i="1">
                    <a:solidFill>
                      <a:srgbClr val="16812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125" i="1">
                    <a:solidFill>
                      <a:srgbClr val="16812A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(Shared Parameters)</a:t>
                </a:r>
                <a:endParaRPr sz="1125" i="1">
                  <a:solidFill>
                    <a:srgbClr val="16812A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</p:grpSp>
        <p:sp>
          <p:nvSpPr>
            <p:cNvPr id="23" name="圆角矩形 22"/>
            <p:cNvSpPr>
              <a:spLocks noGrp="1"/>
            </p:cNvSpPr>
            <p:nvPr/>
          </p:nvSpPr>
          <p:spPr>
            <a:xfrm>
              <a:off x="13084" y="2770"/>
              <a:ext cx="2376" cy="1705"/>
            </a:xfrm>
            <a:prstGeom prst="roundRect">
              <a:avLst>
                <a:gd name="adj" fmla="val 11429"/>
              </a:avLst>
            </a:prstGeom>
            <a:solidFill>
              <a:srgbClr val="FFF8E8"/>
            </a:solidFill>
            <a:ln w="16193">
              <a:solidFill>
                <a:srgbClr val="D09000"/>
              </a:solidFill>
              <a:prstDash val="solid"/>
            </a:ln>
          </p:spPr>
          <p:txBody>
            <a:bodyPr/>
            <a:lstStyle/>
            <a:p>
              <a:pPr algn="ctr">
                <a:defRPr sz="13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35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Segment-wise Max Pooling</a:t>
              </a:r>
              <a:endParaRPr sz="135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  <a:p>
              <a:pPr algn="ctr">
                <a:defRPr sz="13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35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(Max over Segments)</a:t>
              </a:r>
              <a:endParaRPr sz="135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40" name="矩形 39"/>
            <p:cNvSpPr>
              <a:spLocks noGrp="1"/>
            </p:cNvSpPr>
            <p:nvPr/>
          </p:nvSpPr>
          <p:spPr>
            <a:xfrm>
              <a:off x="11245" y="3634"/>
              <a:ext cx="81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5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5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...</a:t>
              </a:r>
              <a:endParaRPr sz="15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52" name="矩形 51"/>
            <p:cNvSpPr>
              <a:spLocks noGrp="1"/>
            </p:cNvSpPr>
            <p:nvPr/>
          </p:nvSpPr>
          <p:spPr>
            <a:xfrm>
              <a:off x="4403" y="317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1939" y="3323"/>
              <a:ext cx="3240" cy="427"/>
              <a:chOff x="6840" y="2760"/>
              <a:chExt cx="3240" cy="427"/>
            </a:xfrm>
          </p:grpSpPr>
          <p:sp>
            <p:nvSpPr>
              <p:cNvPr id="13" name="矩形 12"/>
              <p:cNvSpPr>
                <a:spLocks noGrp="1"/>
              </p:cNvSpPr>
              <p:nvPr/>
            </p:nvSpPr>
            <p:spPr>
              <a:xfrm>
                <a:off x="6840" y="2760"/>
                <a:ext cx="8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5</a:t>
                </a:r>
                <a:endPara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14" name="矩形 13"/>
              <p:cNvSpPr>
                <a:spLocks noGrp="1"/>
              </p:cNvSpPr>
              <p:nvPr/>
            </p:nvSpPr>
            <p:spPr>
              <a:xfrm>
                <a:off x="7650" y="2760"/>
                <a:ext cx="8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6</a:t>
                </a:r>
                <a:endPara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15" name="矩形 14"/>
              <p:cNvSpPr>
                <a:spLocks noGrp="1"/>
              </p:cNvSpPr>
              <p:nvPr/>
            </p:nvSpPr>
            <p:spPr>
              <a:xfrm>
                <a:off x="8460" y="2760"/>
                <a:ext cx="8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7</a:t>
                </a:r>
                <a:endPara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16" name="矩形 15"/>
              <p:cNvSpPr>
                <a:spLocks noGrp="1"/>
              </p:cNvSpPr>
              <p:nvPr/>
            </p:nvSpPr>
            <p:spPr>
              <a:xfrm>
                <a:off x="9270" y="2760"/>
                <a:ext cx="8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8</a:t>
                </a:r>
                <a:endPara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54" name="矩形 53"/>
              <p:cNvSpPr>
                <a:spLocks noGrp="1"/>
              </p:cNvSpPr>
              <p:nvPr/>
            </p:nvSpPr>
            <p:spPr>
              <a:xfrm>
                <a:off x="9263" y="317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" name="矩形 54"/>
            <p:cNvSpPr>
              <a:spLocks noGrp="1"/>
            </p:cNvSpPr>
            <p:nvPr/>
          </p:nvSpPr>
          <p:spPr>
            <a:xfrm>
              <a:off x="9263" y="437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矩形 57"/>
            <p:cNvSpPr>
              <a:spLocks noGrp="1"/>
            </p:cNvSpPr>
            <p:nvPr/>
          </p:nvSpPr>
          <p:spPr>
            <a:xfrm>
              <a:off x="15653" y="437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10225" y="4109"/>
              <a:ext cx="2550" cy="337"/>
              <a:chOff x="13650" y="6713"/>
              <a:chExt cx="2550" cy="337"/>
            </a:xfrm>
          </p:grpSpPr>
          <p:sp>
            <p:nvSpPr>
              <p:cNvPr id="35" name="矩形 34"/>
              <p:cNvSpPr>
                <a:spLocks noGrp="1"/>
              </p:cNvSpPr>
              <p:nvPr/>
            </p:nvSpPr>
            <p:spPr>
              <a:xfrm>
                <a:off x="1365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矩形 35"/>
              <p:cNvSpPr>
                <a:spLocks noGrp="1"/>
              </p:cNvSpPr>
              <p:nvPr/>
            </p:nvSpPr>
            <p:spPr>
              <a:xfrm>
                <a:off x="1416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矩形 36"/>
              <p:cNvSpPr>
                <a:spLocks noGrp="1"/>
              </p:cNvSpPr>
              <p:nvPr/>
            </p:nvSpPr>
            <p:spPr>
              <a:xfrm>
                <a:off x="1467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...</a:t>
                </a:r>
                <a:endPara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38" name="矩形 37"/>
              <p:cNvSpPr>
                <a:spLocks noGrp="1"/>
              </p:cNvSpPr>
              <p:nvPr/>
            </p:nvSpPr>
            <p:spPr>
              <a:xfrm>
                <a:off x="1518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矩形 38"/>
              <p:cNvSpPr>
                <a:spLocks noGrp="1"/>
              </p:cNvSpPr>
              <p:nvPr/>
            </p:nvSpPr>
            <p:spPr>
              <a:xfrm>
                <a:off x="1569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矩形 66"/>
              <p:cNvSpPr>
                <a:spLocks noGrp="1"/>
              </p:cNvSpPr>
              <p:nvPr/>
            </p:nvSpPr>
            <p:spPr>
              <a:xfrm>
                <a:off x="14918" y="671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10225" y="3407"/>
              <a:ext cx="2550" cy="344"/>
              <a:chOff x="8130" y="6713"/>
              <a:chExt cx="2550" cy="344"/>
            </a:xfrm>
          </p:grpSpPr>
          <p:sp>
            <p:nvSpPr>
              <p:cNvPr id="30" name="矩形 29"/>
              <p:cNvSpPr>
                <a:spLocks noGrp="1"/>
              </p:cNvSpPr>
              <p:nvPr/>
            </p:nvSpPr>
            <p:spPr>
              <a:xfrm>
                <a:off x="813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矩形 30"/>
              <p:cNvSpPr>
                <a:spLocks noGrp="1"/>
              </p:cNvSpPr>
              <p:nvPr/>
            </p:nvSpPr>
            <p:spPr>
              <a:xfrm>
                <a:off x="864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矩形 31"/>
              <p:cNvSpPr>
                <a:spLocks noGrp="1"/>
              </p:cNvSpPr>
              <p:nvPr/>
            </p:nvSpPr>
            <p:spPr>
              <a:xfrm>
                <a:off x="915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9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...</a:t>
                </a:r>
                <a:endPara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33" name="矩形 32"/>
              <p:cNvSpPr>
                <a:spLocks noGrp="1"/>
              </p:cNvSpPr>
              <p:nvPr/>
            </p:nvSpPr>
            <p:spPr>
              <a:xfrm>
                <a:off x="966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矩形 33"/>
              <p:cNvSpPr>
                <a:spLocks noGrp="1"/>
              </p:cNvSpPr>
              <p:nvPr/>
            </p:nvSpPr>
            <p:spPr>
              <a:xfrm>
                <a:off x="1017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矩形 63"/>
              <p:cNvSpPr>
                <a:spLocks noGrp="1"/>
              </p:cNvSpPr>
              <p:nvPr/>
            </p:nvSpPr>
            <p:spPr>
              <a:xfrm>
                <a:off x="9398" y="671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矩形 68"/>
              <p:cNvSpPr>
                <a:spLocks noGrp="1"/>
              </p:cNvSpPr>
              <p:nvPr/>
            </p:nvSpPr>
            <p:spPr>
              <a:xfrm>
                <a:off x="9398" y="704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10225" y="1768"/>
              <a:ext cx="2550" cy="1420"/>
              <a:chOff x="11925" y="1752"/>
              <a:chExt cx="2550" cy="1420"/>
            </a:xfrm>
          </p:grpSpPr>
          <p:sp>
            <p:nvSpPr>
              <p:cNvPr id="43" name="矩形 42"/>
              <p:cNvSpPr>
                <a:spLocks noGrp="1"/>
              </p:cNvSpPr>
              <p:nvPr/>
            </p:nvSpPr>
            <p:spPr>
              <a:xfrm>
                <a:off x="12308" y="1752"/>
                <a:ext cx="1800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05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050" i="0" dirty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(2C-dim)</a:t>
                </a:r>
                <a:endParaRPr sz="105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grpSp>
            <p:nvGrpSpPr>
              <p:cNvPr id="65" name="组合 64"/>
              <p:cNvGrpSpPr/>
              <p:nvPr/>
            </p:nvGrpSpPr>
            <p:grpSpPr>
              <a:xfrm>
                <a:off x="11925" y="2836"/>
                <a:ext cx="2550" cy="337"/>
                <a:chOff x="3570" y="6713"/>
                <a:chExt cx="2550" cy="337"/>
              </a:xfrm>
            </p:grpSpPr>
            <p:sp>
              <p:nvSpPr>
                <p:cNvPr id="25" name="矩形 24"/>
                <p:cNvSpPr>
                  <a:spLocks noGrp="1"/>
                </p:cNvSpPr>
                <p:nvPr/>
              </p:nvSpPr>
              <p:spPr>
                <a:xfrm>
                  <a:off x="357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" name="矩形 25"/>
                <p:cNvSpPr>
                  <a:spLocks noGrp="1"/>
                </p:cNvSpPr>
                <p:nvPr/>
              </p:nvSpPr>
              <p:spPr>
                <a:xfrm>
                  <a:off x="408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" name="矩形 26"/>
                <p:cNvSpPr>
                  <a:spLocks noGrp="1"/>
                </p:cNvSpPr>
                <p:nvPr/>
              </p:nvSpPr>
              <p:spPr>
                <a:xfrm>
                  <a:off x="459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pPr algn="ctr">
                    <a:defRPr sz="900" b="1" i="0">
                      <a:solidFill>
                        <a:srgbClr val="111827"/>
                      </a:solidFill>
                      <a:latin typeface="Aptos"/>
                      <a:ea typeface="Aptos"/>
                      <a:cs typeface="Aptos"/>
                    </a:defRPr>
                  </a:pPr>
                  <a:r>
                    <a:rPr sz="900" i="0">
                      <a:solidFill>
                        <a:srgbClr val="111827"/>
                      </a:solidFill>
                      <a:latin typeface="Comic Sans MS" panose="030F0702030302020204" charset="0"/>
                      <a:ea typeface="Aptos"/>
                      <a:cs typeface="Comic Sans MS" panose="030F0702030302020204" charset="0"/>
                    </a:rPr>
                    <a:t>...</a:t>
                  </a:r>
                  <a:endParaRPr sz="9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endParaRPr>
                </a:p>
              </p:txBody>
            </p:sp>
            <p:sp>
              <p:nvSpPr>
                <p:cNvPr id="28" name="矩形 27"/>
                <p:cNvSpPr>
                  <a:spLocks noGrp="1"/>
                </p:cNvSpPr>
                <p:nvPr/>
              </p:nvSpPr>
              <p:spPr>
                <a:xfrm>
                  <a:off x="510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矩形 28"/>
                <p:cNvSpPr>
                  <a:spLocks noGrp="1"/>
                </p:cNvSpPr>
                <p:nvPr/>
              </p:nvSpPr>
              <p:spPr>
                <a:xfrm>
                  <a:off x="561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" name="矩形 60"/>
                <p:cNvSpPr>
                  <a:spLocks noGrp="1"/>
                </p:cNvSpPr>
                <p:nvPr/>
              </p:nvSpPr>
              <p:spPr>
                <a:xfrm>
                  <a:off x="4838" y="6713"/>
                  <a:ext cx="15" cy="15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 w="0">
                  <a:solidFill>
                    <a:srgbClr val="000000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" name="右大括号 1"/>
              <p:cNvSpPr/>
              <p:nvPr/>
            </p:nvSpPr>
            <p:spPr>
              <a:xfrm rot="16200000">
                <a:off x="12953" y="1274"/>
                <a:ext cx="510" cy="2268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74" name="直接箭头连接符 73"/>
            <p:cNvCxnSpPr/>
            <p:nvPr/>
          </p:nvCxnSpPr>
          <p:spPr>
            <a:xfrm>
              <a:off x="5212" y="2970"/>
              <a:ext cx="635" cy="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/>
            <p:nvPr/>
          </p:nvCxnSpPr>
          <p:spPr>
            <a:xfrm>
              <a:off x="5212" y="3556"/>
              <a:ext cx="635" cy="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/>
            <p:nvPr/>
          </p:nvCxnSpPr>
          <p:spPr>
            <a:xfrm>
              <a:off x="5285" y="4291"/>
              <a:ext cx="635" cy="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 flipV="1">
              <a:off x="9718" y="3059"/>
              <a:ext cx="434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 flipV="1">
              <a:off x="9718" y="3556"/>
              <a:ext cx="434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 flipV="1">
              <a:off x="9718" y="4291"/>
              <a:ext cx="434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1Nzc1YzNmZmM0NTVmNmUyZTAzYWNkYjJlMTA1MjA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WPS 演示</Application>
  <PresentationFormat>宽屏</PresentationFormat>
  <Paragraphs>60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Aptos</vt:lpstr>
      <vt:lpstr>Segoe Print</vt:lpstr>
      <vt:lpstr>Comic Sans MS</vt:lpstr>
      <vt:lpstr>Calibri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9</cp:revision>
  <dcterms:created xsi:type="dcterms:W3CDTF">2026-07-11T07:50:00Z</dcterms:created>
  <dcterms:modified xsi:type="dcterms:W3CDTF">2026-07-11T08:37:02Z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296121075DDC4B5C9119D38C69ED44A4_13</vt:lpwstr>
  </property>
  <property fmtid="{D5CDD505-2E9C-101B-9397-08002B2CF9AE}" pid="3" name="KSOProductBuildVer">
    <vt:lpwstr>2052-12.1.0.16388</vt:lpwstr>
  </property>
</Properties>
</file>