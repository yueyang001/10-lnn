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 rot="0">
            <a:off x="2242185" y="2289810"/>
            <a:ext cx="1452880" cy="657225"/>
            <a:chOff x="5360670" y="1085663"/>
            <a:chExt cx="1453138" cy="1067258"/>
          </a:xfrm>
        </p:grpSpPr>
        <p:sp>
          <p:nvSpPr>
            <p:cNvPr id="5" name="矩形 4"/>
            <p:cNvSpPr/>
            <p:nvPr/>
          </p:nvSpPr>
          <p:spPr>
            <a:xfrm>
              <a:off x="5360670" y="1085663"/>
              <a:ext cx="1453138" cy="263394"/>
            </a:xfrm>
            <a:prstGeom prst="rect">
              <a:avLst/>
            </a:prstGeom>
            <a:noFill/>
            <a:ln w="19050">
              <a:solidFill>
                <a:srgbClr val="34D399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56082"/>
                  </a:solidFill>
                </a14:hiddenFill>
              </a:ext>
            </a:ex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Calibri" panose="020F0502020204030204" charset="0"/>
                <a:ea typeface="Calibri" panose="020F050202020403020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5360670" y="1347825"/>
              <a:ext cx="1453138" cy="263394"/>
            </a:xfrm>
            <a:prstGeom prst="rect">
              <a:avLst/>
            </a:prstGeom>
            <a:noFill/>
            <a:ln w="19050">
              <a:solidFill>
                <a:srgbClr val="4EA72E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56082"/>
                  </a:solidFill>
                </a14:hiddenFill>
              </a:ext>
            </a:ex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Calibri" panose="020F0502020204030204" charset="0"/>
                <a:ea typeface="Calibri" panose="020F0502020204030204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360670" y="1617569"/>
              <a:ext cx="1453138" cy="263394"/>
            </a:xfrm>
            <a:prstGeom prst="rect">
              <a:avLst/>
            </a:prstGeom>
            <a:noFill/>
            <a:ln w="19050">
              <a:solidFill>
                <a:srgbClr val="34D399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56082"/>
                  </a:solidFill>
                </a14:hiddenFill>
              </a:ext>
            </a:ex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Calibri" panose="020F0502020204030204" charset="0"/>
                <a:ea typeface="Calibri" panose="020F0502020204030204" charset="0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5360670" y="1889527"/>
              <a:ext cx="1453138" cy="263394"/>
            </a:xfrm>
            <a:prstGeom prst="rect">
              <a:avLst/>
            </a:prstGeom>
            <a:noFill/>
            <a:ln w="19050">
              <a:solidFill>
                <a:srgbClr val="4EA72E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56082"/>
                  </a:solidFill>
                </a14:hiddenFill>
              </a:ext>
            </a:ex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Calibri" panose="020F0502020204030204" charset="0"/>
                <a:ea typeface="Calibri" panose="020F0502020204030204" charset="0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 rot="0">
            <a:off x="3695065" y="2291080"/>
            <a:ext cx="1452880" cy="657225"/>
            <a:chOff x="5360670" y="1085663"/>
            <a:chExt cx="1453138" cy="1067258"/>
          </a:xfrm>
        </p:grpSpPr>
        <p:sp>
          <p:nvSpPr>
            <p:cNvPr id="10" name="矩形 9"/>
            <p:cNvSpPr/>
            <p:nvPr/>
          </p:nvSpPr>
          <p:spPr>
            <a:xfrm>
              <a:off x="5360670" y="1085663"/>
              <a:ext cx="1453138" cy="263394"/>
            </a:xfrm>
            <a:prstGeom prst="rect">
              <a:avLst/>
            </a:prstGeom>
            <a:noFill/>
            <a:ln w="19050">
              <a:solidFill>
                <a:srgbClr val="0F9ED5">
                  <a:lumMod val="60000"/>
                  <a:lumOff val="40000"/>
                </a:srgbClr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56082"/>
                  </a:solidFill>
                </a14:hiddenFill>
              </a:ext>
            </a:extLst>
          </p:spPr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Calibri" panose="020F0502020204030204" charset="0"/>
                <a:ea typeface="Calibri" panose="020F0502020204030204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5360670" y="1347825"/>
              <a:ext cx="1453138" cy="263394"/>
            </a:xfrm>
            <a:prstGeom prst="rect">
              <a:avLst/>
            </a:prstGeom>
            <a:noFill/>
            <a:ln w="19050">
              <a:solidFill>
                <a:srgbClr val="0F9ED5">
                  <a:lumMod val="50000"/>
                </a:srgbClr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56082"/>
                  </a:solidFill>
                </a14:hiddenFill>
              </a:ext>
            </a:ex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Calibri" panose="020F0502020204030204" charset="0"/>
                <a:ea typeface="Calibri" panose="020F0502020204030204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5360670" y="1617569"/>
              <a:ext cx="1453138" cy="263394"/>
            </a:xfrm>
            <a:prstGeom prst="rect">
              <a:avLst/>
            </a:prstGeom>
            <a:noFill/>
            <a:ln w="19050">
              <a:solidFill>
                <a:srgbClr val="0F9ED5">
                  <a:lumMod val="60000"/>
                  <a:lumOff val="40000"/>
                </a:srgbClr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56082"/>
                  </a:solidFill>
                </a14:hiddenFill>
              </a:ext>
            </a:ex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Calibri" panose="020F0502020204030204" charset="0"/>
                <a:ea typeface="Calibri" panose="020F0502020204030204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360670" y="1889527"/>
              <a:ext cx="1453138" cy="263394"/>
            </a:xfrm>
            <a:prstGeom prst="rect">
              <a:avLst/>
            </a:prstGeom>
            <a:noFill/>
            <a:ln w="19050">
              <a:solidFill>
                <a:srgbClr val="0F9ED5">
                  <a:lumMod val="50000"/>
                </a:srgbClr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56082"/>
                  </a:solidFill>
                </a14:hiddenFill>
              </a:ext>
            </a:extLst>
          </p:spPr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Calibri" panose="020F0502020204030204" charset="0"/>
                <a:ea typeface="Calibri" panose="020F0502020204030204" charset="0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 rot="0">
            <a:off x="5147945" y="2291080"/>
            <a:ext cx="1452880" cy="657225"/>
            <a:chOff x="5360670" y="1085663"/>
            <a:chExt cx="1453138" cy="1067258"/>
          </a:xfrm>
        </p:grpSpPr>
        <p:sp>
          <p:nvSpPr>
            <p:cNvPr id="18" name="矩形 17"/>
            <p:cNvSpPr/>
            <p:nvPr/>
          </p:nvSpPr>
          <p:spPr>
            <a:xfrm>
              <a:off x="5360670" y="1085663"/>
              <a:ext cx="1453138" cy="263394"/>
            </a:xfrm>
            <a:prstGeom prst="rect">
              <a:avLst/>
            </a:prstGeom>
            <a:noFill/>
            <a:ln w="19050">
              <a:solidFill>
                <a:srgbClr val="34D399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56082"/>
                  </a:solidFill>
                </a14:hiddenFill>
              </a:ext>
            </a:ex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Calibri" panose="020F0502020204030204" charset="0"/>
                <a:ea typeface="Calibri" panose="020F0502020204030204" charset="0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5360670" y="1347825"/>
              <a:ext cx="1453138" cy="263394"/>
            </a:xfrm>
            <a:prstGeom prst="rect">
              <a:avLst/>
            </a:prstGeom>
            <a:noFill/>
            <a:ln w="19050">
              <a:solidFill>
                <a:srgbClr val="4EA72E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56082"/>
                  </a:solidFill>
                </a14:hiddenFill>
              </a:ext>
            </a:ex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Calibri" panose="020F0502020204030204" charset="0"/>
                <a:ea typeface="Calibri" panose="020F0502020204030204" charset="0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5360670" y="1617569"/>
              <a:ext cx="1453138" cy="263394"/>
            </a:xfrm>
            <a:prstGeom prst="rect">
              <a:avLst/>
            </a:prstGeom>
            <a:noFill/>
            <a:ln w="19050">
              <a:solidFill>
                <a:srgbClr val="34D399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56082"/>
                  </a:solidFill>
                </a14:hiddenFill>
              </a:ext>
            </a:ex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Calibri" panose="020F0502020204030204" charset="0"/>
                <a:ea typeface="Calibri" panose="020F0502020204030204" charset="0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5360670" y="1889527"/>
              <a:ext cx="1453138" cy="263394"/>
            </a:xfrm>
            <a:prstGeom prst="rect">
              <a:avLst/>
            </a:prstGeom>
            <a:noFill/>
            <a:ln w="19050">
              <a:solidFill>
                <a:srgbClr val="4EA72E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56082"/>
                  </a:solidFill>
                </a14:hiddenFill>
              </a:ext>
            </a:ex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Calibri" panose="020F0502020204030204" charset="0"/>
                <a:ea typeface="Calibri" panose="020F0502020204030204" charset="0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 rot="0">
            <a:off x="6600825" y="2286635"/>
            <a:ext cx="1452880" cy="657225"/>
            <a:chOff x="5360670" y="1085663"/>
            <a:chExt cx="1453138" cy="1067258"/>
          </a:xfrm>
        </p:grpSpPr>
        <p:sp>
          <p:nvSpPr>
            <p:cNvPr id="26" name="矩形 25"/>
            <p:cNvSpPr/>
            <p:nvPr/>
          </p:nvSpPr>
          <p:spPr>
            <a:xfrm>
              <a:off x="5360670" y="1085663"/>
              <a:ext cx="1453138" cy="263394"/>
            </a:xfrm>
            <a:prstGeom prst="rect">
              <a:avLst/>
            </a:prstGeom>
            <a:noFill/>
            <a:ln w="19050">
              <a:solidFill>
                <a:srgbClr val="0F9ED5">
                  <a:lumMod val="60000"/>
                  <a:lumOff val="40000"/>
                </a:srgbClr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56082"/>
                  </a:solidFill>
                </a14:hiddenFill>
              </a:ext>
            </a:extLst>
          </p:spPr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Calibri" panose="020F0502020204030204" charset="0"/>
                <a:ea typeface="Calibri" panose="020F0502020204030204" charset="0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5360670" y="1347825"/>
              <a:ext cx="1453138" cy="263394"/>
            </a:xfrm>
            <a:prstGeom prst="rect">
              <a:avLst/>
            </a:prstGeom>
            <a:noFill/>
            <a:ln w="19050">
              <a:solidFill>
                <a:srgbClr val="0F9ED5">
                  <a:lumMod val="50000"/>
                </a:srgbClr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56082"/>
                  </a:solidFill>
                </a14:hiddenFill>
              </a:ext>
            </a:ex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Calibri" panose="020F0502020204030204" charset="0"/>
                <a:ea typeface="Calibri" panose="020F050202020403020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5360670" y="1617569"/>
              <a:ext cx="1453138" cy="263394"/>
            </a:xfrm>
            <a:prstGeom prst="rect">
              <a:avLst/>
            </a:prstGeom>
            <a:noFill/>
            <a:ln w="19050">
              <a:solidFill>
                <a:srgbClr val="0F9ED5">
                  <a:lumMod val="60000"/>
                  <a:lumOff val="40000"/>
                </a:srgbClr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56082"/>
                  </a:solidFill>
                </a14:hiddenFill>
              </a:ext>
            </a:ex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Calibri" panose="020F0502020204030204" charset="0"/>
                <a:ea typeface="Calibri" panose="020F0502020204030204" charset="0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5360670" y="1889527"/>
              <a:ext cx="1453138" cy="263394"/>
            </a:xfrm>
            <a:prstGeom prst="rect">
              <a:avLst/>
            </a:prstGeom>
            <a:noFill/>
            <a:ln w="19050">
              <a:solidFill>
                <a:srgbClr val="0F9ED5">
                  <a:lumMod val="50000"/>
                </a:srgbClr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156082"/>
                  </a:solidFill>
                </a14:hiddenFill>
              </a:ext>
            </a:extLst>
          </p:spPr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Calibri" panose="020F0502020204030204" charset="0"/>
                <a:ea typeface="Calibri" panose="020F0502020204030204" charset="0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岳洋</cp:lastModifiedBy>
  <cp:revision>157</cp:revision>
  <dcterms:created xsi:type="dcterms:W3CDTF">2019-06-19T02:08:00Z</dcterms:created>
  <dcterms:modified xsi:type="dcterms:W3CDTF">2026-07-15T14:41:32Z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9EC45B69D83F4FA4A941B414A4D799F5_11</vt:lpwstr>
  </property>
</Properties>
</file>