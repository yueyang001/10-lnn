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15A"/>
    <a:srgbClr val="18B760"/>
    <a:srgbClr val="C0E587"/>
    <a:srgbClr val="34D399"/>
    <a:srgbClr val="ECFDF5"/>
    <a:srgbClr val="2389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1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组合 183"/>
          <p:cNvGrpSpPr/>
          <p:nvPr/>
        </p:nvGrpSpPr>
        <p:grpSpPr>
          <a:xfrm>
            <a:off x="335280" y="280035"/>
            <a:ext cx="4523740" cy="3009265"/>
            <a:chOff x="3249" y="1011"/>
            <a:chExt cx="7124" cy="4739"/>
          </a:xfrm>
        </p:grpSpPr>
        <p:sp>
          <p:nvSpPr>
            <p:cNvPr id="186" name="圆角矩形 97"/>
            <p:cNvSpPr>
              <a:spLocks noGrp="1"/>
            </p:cNvSpPr>
            <p:nvPr/>
          </p:nvSpPr>
          <p:spPr>
            <a:xfrm>
              <a:off x="3363" y="1780"/>
              <a:ext cx="6212" cy="3970"/>
            </a:xfrm>
            <a:custGeom>
              <a:avLst/>
              <a:gdLst>
                <a:gd name="csX0" fmla="*/ 0 w 3944620"/>
                <a:gd name="csY0" fmla="*/ 143240 h 2520950"/>
                <a:gd name="csX1" fmla="*/ 143240 w 3944620"/>
                <a:gd name="csY1" fmla="*/ 0 h 2520950"/>
                <a:gd name="csX2" fmla="*/ 789511 w 3944620"/>
                <a:gd name="csY2" fmla="*/ 0 h 2520950"/>
                <a:gd name="csX3" fmla="*/ 1326039 w 3944620"/>
                <a:gd name="csY3" fmla="*/ 0 h 2520950"/>
                <a:gd name="csX4" fmla="*/ 1972310 w 3944620"/>
                <a:gd name="csY4" fmla="*/ 0 h 2520950"/>
                <a:gd name="csX5" fmla="*/ 2472256 w 3944620"/>
                <a:gd name="csY5" fmla="*/ 0 h 2520950"/>
                <a:gd name="csX6" fmla="*/ 3118527 w 3944620"/>
                <a:gd name="csY6" fmla="*/ 0 h 2520950"/>
                <a:gd name="csX7" fmla="*/ 3801380 w 3944620"/>
                <a:gd name="csY7" fmla="*/ 0 h 2520950"/>
                <a:gd name="csX8" fmla="*/ 3944620 w 3944620"/>
                <a:gd name="csY8" fmla="*/ 143240 h 2520950"/>
                <a:gd name="csX9" fmla="*/ 3944620 w 3944620"/>
                <a:gd name="csY9" fmla="*/ 746547 h 2520950"/>
                <a:gd name="csX10" fmla="*/ 3944620 w 3944620"/>
                <a:gd name="csY10" fmla="*/ 1260475 h 2520950"/>
                <a:gd name="csX11" fmla="*/ 3944620 w 3944620"/>
                <a:gd name="csY11" fmla="*/ 1752058 h 2520950"/>
                <a:gd name="csX12" fmla="*/ 3944620 w 3944620"/>
                <a:gd name="csY12" fmla="*/ 2377710 h 2520950"/>
                <a:gd name="csX13" fmla="*/ 3801380 w 3944620"/>
                <a:gd name="csY13" fmla="*/ 2520950 h 2520950"/>
                <a:gd name="csX14" fmla="*/ 3301434 w 3944620"/>
                <a:gd name="csY14" fmla="*/ 2520950 h 2520950"/>
                <a:gd name="csX15" fmla="*/ 2618581 w 3944620"/>
                <a:gd name="csY15" fmla="*/ 2520950 h 2520950"/>
                <a:gd name="csX16" fmla="*/ 2008891 w 3944620"/>
                <a:gd name="csY16" fmla="*/ 2520950 h 2520950"/>
                <a:gd name="csX17" fmla="*/ 1326039 w 3944620"/>
                <a:gd name="csY17" fmla="*/ 2520950 h 2520950"/>
                <a:gd name="csX18" fmla="*/ 679767 w 3944620"/>
                <a:gd name="csY18" fmla="*/ 2520950 h 2520950"/>
                <a:gd name="csX19" fmla="*/ 143240 w 3944620"/>
                <a:gd name="csY19" fmla="*/ 2520950 h 2520950"/>
                <a:gd name="csX20" fmla="*/ 0 w 3944620"/>
                <a:gd name="csY20" fmla="*/ 2377710 h 2520950"/>
                <a:gd name="csX21" fmla="*/ 0 w 3944620"/>
                <a:gd name="csY21" fmla="*/ 1841437 h 2520950"/>
                <a:gd name="csX22" fmla="*/ 0 w 3944620"/>
                <a:gd name="csY22" fmla="*/ 1349854 h 2520950"/>
                <a:gd name="csX23" fmla="*/ 0 w 3944620"/>
                <a:gd name="csY23" fmla="*/ 746547 h 2520950"/>
                <a:gd name="csX24" fmla="*/ 0 w 3944620"/>
                <a:gd name="csY24" fmla="*/ 143240 h 2520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3944620" h="2520950" fill="none" extrusionOk="0">
                  <a:moveTo>
                    <a:pt x="0" y="143240"/>
                  </a:moveTo>
                  <a:cubicBezTo>
                    <a:pt x="-2495" y="69140"/>
                    <a:pt x="62951" y="-1566"/>
                    <a:pt x="143240" y="0"/>
                  </a:cubicBezTo>
                  <a:cubicBezTo>
                    <a:pt x="431588" y="18963"/>
                    <a:pt x="636700" y="17185"/>
                    <a:pt x="789511" y="0"/>
                  </a:cubicBezTo>
                  <a:cubicBezTo>
                    <a:pt x="942322" y="-17185"/>
                    <a:pt x="1128800" y="-2119"/>
                    <a:pt x="1326039" y="0"/>
                  </a:cubicBezTo>
                  <a:cubicBezTo>
                    <a:pt x="1523278" y="2119"/>
                    <a:pt x="1654837" y="7076"/>
                    <a:pt x="1972310" y="0"/>
                  </a:cubicBezTo>
                  <a:cubicBezTo>
                    <a:pt x="2289783" y="-7076"/>
                    <a:pt x="2254215" y="18384"/>
                    <a:pt x="2472256" y="0"/>
                  </a:cubicBezTo>
                  <a:cubicBezTo>
                    <a:pt x="2690297" y="-18384"/>
                    <a:pt x="2920390" y="-13508"/>
                    <a:pt x="3118527" y="0"/>
                  </a:cubicBezTo>
                  <a:cubicBezTo>
                    <a:pt x="3316664" y="13508"/>
                    <a:pt x="3623861" y="-3984"/>
                    <a:pt x="3801380" y="0"/>
                  </a:cubicBezTo>
                  <a:cubicBezTo>
                    <a:pt x="3869227" y="6315"/>
                    <a:pt x="3945252" y="65843"/>
                    <a:pt x="3944620" y="143240"/>
                  </a:cubicBezTo>
                  <a:cubicBezTo>
                    <a:pt x="3966035" y="387546"/>
                    <a:pt x="3935788" y="491994"/>
                    <a:pt x="3944620" y="746547"/>
                  </a:cubicBezTo>
                  <a:cubicBezTo>
                    <a:pt x="3953452" y="1001100"/>
                    <a:pt x="3923569" y="1007293"/>
                    <a:pt x="3944620" y="1260475"/>
                  </a:cubicBezTo>
                  <a:cubicBezTo>
                    <a:pt x="3965671" y="1513657"/>
                    <a:pt x="3956624" y="1623579"/>
                    <a:pt x="3944620" y="1752058"/>
                  </a:cubicBezTo>
                  <a:cubicBezTo>
                    <a:pt x="3932616" y="1880537"/>
                    <a:pt x="3944817" y="2163004"/>
                    <a:pt x="3944620" y="2377710"/>
                  </a:cubicBezTo>
                  <a:cubicBezTo>
                    <a:pt x="3945578" y="2459159"/>
                    <a:pt x="3890911" y="2531260"/>
                    <a:pt x="3801380" y="2520950"/>
                  </a:cubicBezTo>
                  <a:cubicBezTo>
                    <a:pt x="3657748" y="2529690"/>
                    <a:pt x="3416278" y="2515926"/>
                    <a:pt x="3301434" y="2520950"/>
                  </a:cubicBezTo>
                  <a:cubicBezTo>
                    <a:pt x="3186590" y="2525974"/>
                    <a:pt x="2873346" y="2519015"/>
                    <a:pt x="2618581" y="2520950"/>
                  </a:cubicBezTo>
                  <a:cubicBezTo>
                    <a:pt x="2363816" y="2522885"/>
                    <a:pt x="2189003" y="2550382"/>
                    <a:pt x="2008891" y="2520950"/>
                  </a:cubicBezTo>
                  <a:cubicBezTo>
                    <a:pt x="1828779" y="2491519"/>
                    <a:pt x="1573544" y="2525411"/>
                    <a:pt x="1326039" y="2520950"/>
                  </a:cubicBezTo>
                  <a:cubicBezTo>
                    <a:pt x="1078534" y="2516489"/>
                    <a:pt x="898252" y="2495633"/>
                    <a:pt x="679767" y="2520950"/>
                  </a:cubicBezTo>
                  <a:cubicBezTo>
                    <a:pt x="461282" y="2546267"/>
                    <a:pt x="267090" y="2529847"/>
                    <a:pt x="143240" y="2520950"/>
                  </a:cubicBezTo>
                  <a:cubicBezTo>
                    <a:pt x="69443" y="2521861"/>
                    <a:pt x="-3638" y="2458150"/>
                    <a:pt x="0" y="2377710"/>
                  </a:cubicBezTo>
                  <a:cubicBezTo>
                    <a:pt x="10847" y="2162773"/>
                    <a:pt x="113" y="2056018"/>
                    <a:pt x="0" y="1841437"/>
                  </a:cubicBezTo>
                  <a:cubicBezTo>
                    <a:pt x="-113" y="1626856"/>
                    <a:pt x="19421" y="1551224"/>
                    <a:pt x="0" y="1349854"/>
                  </a:cubicBezTo>
                  <a:cubicBezTo>
                    <a:pt x="-19421" y="1148484"/>
                    <a:pt x="3005" y="976754"/>
                    <a:pt x="0" y="746547"/>
                  </a:cubicBezTo>
                  <a:cubicBezTo>
                    <a:pt x="-3005" y="516340"/>
                    <a:pt x="16580" y="286921"/>
                    <a:pt x="0" y="143240"/>
                  </a:cubicBezTo>
                  <a:close/>
                </a:path>
                <a:path w="3944620" h="2520950" stroke="0" extrusionOk="0">
                  <a:moveTo>
                    <a:pt x="0" y="143240"/>
                  </a:moveTo>
                  <a:cubicBezTo>
                    <a:pt x="-5665" y="60636"/>
                    <a:pt x="52661" y="4305"/>
                    <a:pt x="143240" y="0"/>
                  </a:cubicBezTo>
                  <a:cubicBezTo>
                    <a:pt x="321468" y="24248"/>
                    <a:pt x="654589" y="27448"/>
                    <a:pt x="826093" y="0"/>
                  </a:cubicBezTo>
                  <a:cubicBezTo>
                    <a:pt x="997597" y="-27448"/>
                    <a:pt x="1248085" y="-17124"/>
                    <a:pt x="1399201" y="0"/>
                  </a:cubicBezTo>
                  <a:cubicBezTo>
                    <a:pt x="1550317" y="17124"/>
                    <a:pt x="1733958" y="24142"/>
                    <a:pt x="1935729" y="0"/>
                  </a:cubicBezTo>
                  <a:cubicBezTo>
                    <a:pt x="2137500" y="-24142"/>
                    <a:pt x="2298699" y="-4479"/>
                    <a:pt x="2582000" y="0"/>
                  </a:cubicBezTo>
                  <a:cubicBezTo>
                    <a:pt x="2865301" y="4479"/>
                    <a:pt x="2908636" y="8470"/>
                    <a:pt x="3155109" y="0"/>
                  </a:cubicBezTo>
                  <a:cubicBezTo>
                    <a:pt x="3401582" y="-8470"/>
                    <a:pt x="3533161" y="8760"/>
                    <a:pt x="3801380" y="0"/>
                  </a:cubicBezTo>
                  <a:cubicBezTo>
                    <a:pt x="3878442" y="-19525"/>
                    <a:pt x="3941112" y="69006"/>
                    <a:pt x="3944620" y="143240"/>
                  </a:cubicBezTo>
                  <a:cubicBezTo>
                    <a:pt x="3934444" y="264370"/>
                    <a:pt x="3961268" y="412260"/>
                    <a:pt x="3944620" y="657168"/>
                  </a:cubicBezTo>
                  <a:cubicBezTo>
                    <a:pt x="3927972" y="902076"/>
                    <a:pt x="3965983" y="1064581"/>
                    <a:pt x="3944620" y="1215786"/>
                  </a:cubicBezTo>
                  <a:cubicBezTo>
                    <a:pt x="3923257" y="1366991"/>
                    <a:pt x="3948440" y="1583994"/>
                    <a:pt x="3944620" y="1774403"/>
                  </a:cubicBezTo>
                  <a:cubicBezTo>
                    <a:pt x="3940800" y="1964812"/>
                    <a:pt x="3934730" y="2093275"/>
                    <a:pt x="3944620" y="2377710"/>
                  </a:cubicBezTo>
                  <a:cubicBezTo>
                    <a:pt x="3946523" y="2459150"/>
                    <a:pt x="3885675" y="2516409"/>
                    <a:pt x="3801380" y="2520950"/>
                  </a:cubicBezTo>
                  <a:cubicBezTo>
                    <a:pt x="3530773" y="2513052"/>
                    <a:pt x="3330714" y="2501597"/>
                    <a:pt x="3191690" y="2520950"/>
                  </a:cubicBezTo>
                  <a:cubicBezTo>
                    <a:pt x="3052666" y="2540304"/>
                    <a:pt x="2871133" y="2501197"/>
                    <a:pt x="2582000" y="2520950"/>
                  </a:cubicBezTo>
                  <a:cubicBezTo>
                    <a:pt x="2292867" y="2540704"/>
                    <a:pt x="2195912" y="2529470"/>
                    <a:pt x="1899147" y="2520950"/>
                  </a:cubicBezTo>
                  <a:cubicBezTo>
                    <a:pt x="1602382" y="2512430"/>
                    <a:pt x="1428006" y="2546779"/>
                    <a:pt x="1289457" y="2520950"/>
                  </a:cubicBezTo>
                  <a:cubicBezTo>
                    <a:pt x="1150908" y="2495122"/>
                    <a:pt x="949004" y="2509518"/>
                    <a:pt x="789511" y="2520950"/>
                  </a:cubicBezTo>
                  <a:cubicBezTo>
                    <a:pt x="630018" y="2532382"/>
                    <a:pt x="306042" y="2550786"/>
                    <a:pt x="143240" y="2520950"/>
                  </a:cubicBezTo>
                  <a:cubicBezTo>
                    <a:pt x="75432" y="2514247"/>
                    <a:pt x="-1162" y="2458663"/>
                    <a:pt x="0" y="2377710"/>
                  </a:cubicBezTo>
                  <a:cubicBezTo>
                    <a:pt x="-26454" y="2126539"/>
                    <a:pt x="-20040" y="2092296"/>
                    <a:pt x="0" y="1841437"/>
                  </a:cubicBezTo>
                  <a:cubicBezTo>
                    <a:pt x="20040" y="1590578"/>
                    <a:pt x="11039" y="1559159"/>
                    <a:pt x="0" y="1282820"/>
                  </a:cubicBezTo>
                  <a:cubicBezTo>
                    <a:pt x="-11039" y="1006481"/>
                    <a:pt x="11474" y="961917"/>
                    <a:pt x="0" y="791236"/>
                  </a:cubicBezTo>
                  <a:cubicBezTo>
                    <a:pt x="-11474" y="620555"/>
                    <a:pt x="6459" y="409726"/>
                    <a:pt x="0" y="143240"/>
                  </a:cubicBezTo>
                  <a:close/>
                </a:path>
              </a:pathLst>
            </a:custGeom>
            <a:solidFill>
              <a:srgbClr val="ECFDF5"/>
            </a:solidFill>
            <a:ln w="13335">
              <a:solidFill>
                <a:srgbClr val="00B050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5682"/>
                      </a:avLst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zh-CN" altLang="en-US" dirty="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sp>
          <p:nvSpPr>
            <p:cNvPr id="210" name="矩形 209"/>
            <p:cNvSpPr>
              <a:spLocks noGrp="1"/>
            </p:cNvSpPr>
            <p:nvPr/>
          </p:nvSpPr>
          <p:spPr>
            <a:xfrm>
              <a:off x="3249" y="1011"/>
              <a:ext cx="7124" cy="6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125" b="1">
                  <a:solidFill>
                    <a:srgbClr val="047857"/>
                  </a:solidFill>
                </a:defRPr>
              </a:pPr>
              <a:r>
                <a:rPr lang="en-US" sz="2000" b="1">
                  <a:solidFill>
                    <a:schemeClr val="tx1"/>
                  </a:solidFill>
                  <a:latin typeface="Comic Sans MS" panose="030F0702030302020204" charset="0"/>
                  <a:cs typeface="Comic Sans MS" panose="030F0702030302020204" charset="0"/>
                </a:rPr>
                <a:t>(a)</a:t>
              </a:r>
              <a:r>
                <a:rPr sz="2000" b="1">
                  <a:solidFill>
                    <a:schemeClr val="tx1"/>
                  </a:solidFill>
                  <a:latin typeface="Comic Sans MS" panose="030F0702030302020204" charset="0"/>
                  <a:cs typeface="Comic Sans MS" panose="030F0702030302020204" charset="0"/>
                </a:rPr>
                <a:t>AutoNCP</a:t>
              </a:r>
              <a:r>
                <a:rPr lang="en-US" sz="2000" b="1">
                  <a:solidFill>
                    <a:schemeClr val="tx1"/>
                  </a:solidFill>
                  <a:latin typeface="Comic Sans MS" panose="030F0702030302020204" charset="0"/>
                  <a:cs typeface="Comic Sans MS" panose="030F0702030302020204" charset="0"/>
                </a:rPr>
                <a:t> Connection </a:t>
              </a:r>
              <a:r>
                <a:rPr lang="en-US" altLang="zh-CN" sz="2000" b="1">
                  <a:solidFill>
                    <a:schemeClr val="tx1"/>
                  </a:solidFill>
                  <a:latin typeface="Comic Sans MS" panose="030F0702030302020204" charset="0"/>
                  <a:cs typeface="Comic Sans MS" panose="030F0702030302020204" charset="0"/>
                </a:rPr>
                <a:t>Schematics</a:t>
              </a:r>
            </a:p>
          </p:txBody>
        </p:sp>
      </p:grpSp>
      <p:sp>
        <p:nvSpPr>
          <p:cNvPr id="212" name="任意多边形 211"/>
          <p:cNvSpPr/>
          <p:nvPr/>
        </p:nvSpPr>
        <p:spPr>
          <a:xfrm>
            <a:off x="298902" y="229164"/>
            <a:ext cx="11754280" cy="6445888"/>
          </a:xfrm>
          <a:custGeom>
            <a:avLst/>
            <a:gdLst>
              <a:gd name="csX0" fmla="*/ 4256413 w 11754280"/>
              <a:gd name="csY0" fmla="*/ 3171896 h 6445888"/>
              <a:gd name="csX1" fmla="*/ 4859487 w 11754280"/>
              <a:gd name="csY1" fmla="*/ 14041 h 6445888"/>
              <a:gd name="csX2" fmla="*/ 5620103 w 11754280"/>
              <a:gd name="csY2" fmla="*/ 16372 h 6445888"/>
              <a:gd name="csX3" fmla="*/ 6206680 w 11754280"/>
              <a:gd name="csY3" fmla="*/ 18170 h 6445888"/>
              <a:gd name="csX4" fmla="*/ 6735244 w 11754280"/>
              <a:gd name="csY4" fmla="*/ 19790 h 6445888"/>
              <a:gd name="csX5" fmla="*/ 7437847 w 11754280"/>
              <a:gd name="csY5" fmla="*/ 21943 h 6445888"/>
              <a:gd name="csX6" fmla="*/ 8024424 w 11754280"/>
              <a:gd name="csY6" fmla="*/ 23741 h 6445888"/>
              <a:gd name="csX7" fmla="*/ 8785040 w 11754280"/>
              <a:gd name="csY7" fmla="*/ 26072 h 6445888"/>
              <a:gd name="csX8" fmla="*/ 9313604 w 11754280"/>
              <a:gd name="csY8" fmla="*/ 27692 h 6445888"/>
              <a:gd name="csX9" fmla="*/ 10074220 w 11754280"/>
              <a:gd name="csY9" fmla="*/ 30023 h 6445888"/>
              <a:gd name="csX10" fmla="*/ 11204807 w 11754280"/>
              <a:gd name="csY10" fmla="*/ 54971 h 6445888"/>
              <a:gd name="csX11" fmla="*/ 11738769 w 11754280"/>
              <a:gd name="csY11" fmla="*/ 1099891 h 6445888"/>
              <a:gd name="csX12" fmla="*/ 11738769 w 11754280"/>
              <a:gd name="csY12" fmla="*/ 1752940 h 6445888"/>
              <a:gd name="csX13" fmla="*/ 11738769 w 11754280"/>
              <a:gd name="csY13" fmla="*/ 2448711 h 6445888"/>
              <a:gd name="csX14" fmla="*/ 11738769 w 11754280"/>
              <a:gd name="csY14" fmla="*/ 3144482 h 6445888"/>
              <a:gd name="csX15" fmla="*/ 11738769 w 11754280"/>
              <a:gd name="csY15" fmla="*/ 3669362 h 6445888"/>
              <a:gd name="csX16" fmla="*/ 11738769 w 11754280"/>
              <a:gd name="csY16" fmla="*/ 4279688 h 6445888"/>
              <a:gd name="csX17" fmla="*/ 11738769 w 11754280"/>
              <a:gd name="csY17" fmla="*/ 5372171 h 6445888"/>
              <a:gd name="csX18" fmla="*/ 10660797 w 11754280"/>
              <a:gd name="csY18" fmla="*/ 6440241 h 6445888"/>
              <a:gd name="csX19" fmla="*/ 10285891 w 11754280"/>
              <a:gd name="csY19" fmla="*/ 6437820 h 6445888"/>
              <a:gd name="csX20" fmla="*/ 9399749 w 11754280"/>
              <a:gd name="csY20" fmla="*/ 6432096 h 6445888"/>
              <a:gd name="csX21" fmla="*/ 8718102 w 11754280"/>
              <a:gd name="csY21" fmla="*/ 6427693 h 6445888"/>
              <a:gd name="csX22" fmla="*/ 8240948 w 11754280"/>
              <a:gd name="csY22" fmla="*/ 6424612 h 6445888"/>
              <a:gd name="csX23" fmla="*/ 7559301 w 11754280"/>
              <a:gd name="csY23" fmla="*/ 6420209 h 6445888"/>
              <a:gd name="csX24" fmla="*/ 7184395 w 11754280"/>
              <a:gd name="csY24" fmla="*/ 6417787 h 6445888"/>
              <a:gd name="csX25" fmla="*/ 6809489 w 11754280"/>
              <a:gd name="csY25" fmla="*/ 6415366 h 6445888"/>
              <a:gd name="csX26" fmla="*/ 6127841 w 11754280"/>
              <a:gd name="csY26" fmla="*/ 6410963 h 6445888"/>
              <a:gd name="csX27" fmla="*/ 5650688 w 11754280"/>
              <a:gd name="csY27" fmla="*/ 6407881 h 6445888"/>
              <a:gd name="csX28" fmla="*/ 4866794 w 11754280"/>
              <a:gd name="csY28" fmla="*/ 6402818 h 6445888"/>
              <a:gd name="csX29" fmla="*/ 4389640 w 11754280"/>
              <a:gd name="csY29" fmla="*/ 6399736 h 6445888"/>
              <a:gd name="csX30" fmla="*/ 3605746 w 11754280"/>
              <a:gd name="csY30" fmla="*/ 6394673 h 6445888"/>
              <a:gd name="csX31" fmla="*/ 3230840 w 11754280"/>
              <a:gd name="csY31" fmla="*/ 6392252 h 6445888"/>
              <a:gd name="csX32" fmla="*/ 2446945 w 11754280"/>
              <a:gd name="csY32" fmla="*/ 6387189 h 6445888"/>
              <a:gd name="csX33" fmla="*/ 1969792 w 11754280"/>
              <a:gd name="csY33" fmla="*/ 6384107 h 6445888"/>
              <a:gd name="csX34" fmla="*/ 1594886 w 11754280"/>
              <a:gd name="csY34" fmla="*/ 6381686 h 6445888"/>
              <a:gd name="csX35" fmla="*/ 1117732 w 11754280"/>
              <a:gd name="csY35" fmla="*/ 6378604 h 6445888"/>
              <a:gd name="csX36" fmla="*/ 436085 w 11754280"/>
              <a:gd name="csY36" fmla="*/ 6374201 h 6445888"/>
              <a:gd name="csX37" fmla="*/ 31044 w 11754280"/>
              <a:gd name="csY37" fmla="*/ 3189676 h 6445888"/>
              <a:gd name="csX38" fmla="*/ 550161 w 11754280"/>
              <a:gd name="csY38" fmla="*/ 3187492 h 6445888"/>
              <a:gd name="csX39" fmla="*/ 1111531 w 11754280"/>
              <a:gd name="csY39" fmla="*/ 3185129 h 6445888"/>
              <a:gd name="csX40" fmla="*/ 1715155 w 11754280"/>
              <a:gd name="csY40" fmla="*/ 3182589 h 6445888"/>
              <a:gd name="csX41" fmla="*/ 2234272 w 11754280"/>
              <a:gd name="csY41" fmla="*/ 3180405 h 6445888"/>
              <a:gd name="csX42" fmla="*/ 2922404 w 11754280"/>
              <a:gd name="csY42" fmla="*/ 3177509 h 6445888"/>
              <a:gd name="csX43" fmla="*/ 3526028 w 11754280"/>
              <a:gd name="csY43" fmla="*/ 3174969 h 6445888"/>
              <a:gd name="csX44" fmla="*/ 4256413 w 11754280"/>
              <a:gd name="csY44" fmla="*/ 3171896 h 64458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754280" h="6445888" extrusionOk="0">
                <a:moveTo>
                  <a:pt x="4256413" y="3171896"/>
                </a:moveTo>
                <a:cubicBezTo>
                  <a:pt x="4116267" y="2495536"/>
                  <a:pt x="4107736" y="72728"/>
                  <a:pt x="4859487" y="14041"/>
                </a:cubicBezTo>
                <a:cubicBezTo>
                  <a:pt x="5155294" y="10180"/>
                  <a:pt x="5298796" y="35632"/>
                  <a:pt x="5620103" y="16372"/>
                </a:cubicBezTo>
                <a:cubicBezTo>
                  <a:pt x="5883120" y="10405"/>
                  <a:pt x="5964877" y="-5806"/>
                  <a:pt x="6206680" y="18170"/>
                </a:cubicBezTo>
                <a:cubicBezTo>
                  <a:pt x="6430434" y="36723"/>
                  <a:pt x="6547931" y="45724"/>
                  <a:pt x="6735244" y="19790"/>
                </a:cubicBezTo>
                <a:cubicBezTo>
                  <a:pt x="6963667" y="2854"/>
                  <a:pt x="7151678" y="4449"/>
                  <a:pt x="7437847" y="21943"/>
                </a:cubicBezTo>
                <a:cubicBezTo>
                  <a:pt x="7742987" y="-5187"/>
                  <a:pt x="7763525" y="6109"/>
                  <a:pt x="8024424" y="23741"/>
                </a:cubicBezTo>
                <a:cubicBezTo>
                  <a:pt x="8279236" y="25071"/>
                  <a:pt x="8598525" y="46671"/>
                  <a:pt x="8785040" y="26072"/>
                </a:cubicBezTo>
                <a:cubicBezTo>
                  <a:pt x="8962102" y="37369"/>
                  <a:pt x="9077253" y="23357"/>
                  <a:pt x="9313604" y="27692"/>
                </a:cubicBezTo>
                <a:cubicBezTo>
                  <a:pt x="9534820" y="30669"/>
                  <a:pt x="9772250" y="36297"/>
                  <a:pt x="10074220" y="30023"/>
                </a:cubicBezTo>
                <a:cubicBezTo>
                  <a:pt x="10406809" y="60454"/>
                  <a:pt x="10938080" y="45588"/>
                  <a:pt x="11204807" y="54971"/>
                </a:cubicBezTo>
                <a:cubicBezTo>
                  <a:pt x="11743975" y="71880"/>
                  <a:pt x="11817747" y="410185"/>
                  <a:pt x="11738769" y="1099891"/>
                </a:cubicBezTo>
                <a:cubicBezTo>
                  <a:pt x="11802446" y="1218420"/>
                  <a:pt x="11744342" y="1432835"/>
                  <a:pt x="11738769" y="1752940"/>
                </a:cubicBezTo>
                <a:cubicBezTo>
                  <a:pt x="11728824" y="2055561"/>
                  <a:pt x="11728498" y="2255597"/>
                  <a:pt x="11738769" y="2448711"/>
                </a:cubicBezTo>
                <a:cubicBezTo>
                  <a:pt x="11705682" y="2619266"/>
                  <a:pt x="11686481" y="2832753"/>
                  <a:pt x="11738769" y="3144482"/>
                </a:cubicBezTo>
                <a:cubicBezTo>
                  <a:pt x="11772330" y="3408290"/>
                  <a:pt x="11741261" y="3453523"/>
                  <a:pt x="11738769" y="3669362"/>
                </a:cubicBezTo>
                <a:cubicBezTo>
                  <a:pt x="11730589" y="3893834"/>
                  <a:pt x="11777152" y="4170783"/>
                  <a:pt x="11738769" y="4279688"/>
                </a:cubicBezTo>
                <a:cubicBezTo>
                  <a:pt x="11721272" y="4460105"/>
                  <a:pt x="11822202" y="4965736"/>
                  <a:pt x="11738769" y="5372171"/>
                </a:cubicBezTo>
                <a:cubicBezTo>
                  <a:pt x="11654709" y="5920933"/>
                  <a:pt x="11265413" y="6420483"/>
                  <a:pt x="10660797" y="6440241"/>
                </a:cubicBezTo>
                <a:cubicBezTo>
                  <a:pt x="10528630" y="6465744"/>
                  <a:pt x="10383866" y="6442988"/>
                  <a:pt x="10285891" y="6437820"/>
                </a:cubicBezTo>
                <a:cubicBezTo>
                  <a:pt x="10182709" y="6351416"/>
                  <a:pt x="9700701" y="6391922"/>
                  <a:pt x="9399749" y="6432096"/>
                </a:cubicBezTo>
                <a:cubicBezTo>
                  <a:pt x="9027531" y="6481279"/>
                  <a:pt x="8851136" y="6426341"/>
                  <a:pt x="8718102" y="6427693"/>
                </a:cubicBezTo>
                <a:cubicBezTo>
                  <a:pt x="8569685" y="6467882"/>
                  <a:pt x="8368934" y="6376666"/>
                  <a:pt x="8240948" y="6424612"/>
                </a:cubicBezTo>
                <a:cubicBezTo>
                  <a:pt x="8119204" y="6452237"/>
                  <a:pt x="7812779" y="6360932"/>
                  <a:pt x="7559301" y="6420209"/>
                </a:cubicBezTo>
                <a:cubicBezTo>
                  <a:pt x="7310773" y="6430585"/>
                  <a:pt x="7347752" y="6426862"/>
                  <a:pt x="7184395" y="6417787"/>
                </a:cubicBezTo>
                <a:cubicBezTo>
                  <a:pt x="7010419" y="6420037"/>
                  <a:pt x="6883520" y="6398165"/>
                  <a:pt x="6809489" y="6415366"/>
                </a:cubicBezTo>
                <a:cubicBezTo>
                  <a:pt x="6750376" y="6403265"/>
                  <a:pt x="6447222" y="6388077"/>
                  <a:pt x="6127841" y="6410963"/>
                </a:cubicBezTo>
                <a:cubicBezTo>
                  <a:pt x="5817891" y="6403179"/>
                  <a:pt x="5867368" y="6398579"/>
                  <a:pt x="5650688" y="6407881"/>
                </a:cubicBezTo>
                <a:cubicBezTo>
                  <a:pt x="5403215" y="6431968"/>
                  <a:pt x="5050652" y="6446672"/>
                  <a:pt x="4866794" y="6402818"/>
                </a:cubicBezTo>
                <a:cubicBezTo>
                  <a:pt x="4709835" y="6382960"/>
                  <a:pt x="4515468" y="6419715"/>
                  <a:pt x="4389640" y="6399736"/>
                </a:cubicBezTo>
                <a:cubicBezTo>
                  <a:pt x="4302764" y="6399166"/>
                  <a:pt x="3826703" y="6341008"/>
                  <a:pt x="3605746" y="6394673"/>
                </a:cubicBezTo>
                <a:cubicBezTo>
                  <a:pt x="3379803" y="6408903"/>
                  <a:pt x="3376736" y="6381160"/>
                  <a:pt x="3230840" y="6392252"/>
                </a:cubicBezTo>
                <a:cubicBezTo>
                  <a:pt x="3131276" y="6447992"/>
                  <a:pt x="2708036" y="6477159"/>
                  <a:pt x="2446945" y="6387189"/>
                </a:cubicBezTo>
                <a:cubicBezTo>
                  <a:pt x="2210023" y="6351936"/>
                  <a:pt x="2132007" y="6365264"/>
                  <a:pt x="1969792" y="6384107"/>
                </a:cubicBezTo>
                <a:cubicBezTo>
                  <a:pt x="1794079" y="6398038"/>
                  <a:pt x="1715921" y="6389207"/>
                  <a:pt x="1594886" y="6381686"/>
                </a:cubicBezTo>
                <a:cubicBezTo>
                  <a:pt x="1489994" y="6359761"/>
                  <a:pt x="1227711" y="6372361"/>
                  <a:pt x="1117732" y="6378604"/>
                </a:cubicBezTo>
                <a:cubicBezTo>
                  <a:pt x="950989" y="6397317"/>
                  <a:pt x="749463" y="6405432"/>
                  <a:pt x="436085" y="6374201"/>
                </a:cubicBezTo>
                <a:cubicBezTo>
                  <a:pt x="-205574" y="6290588"/>
                  <a:pt x="41445" y="3873648"/>
                  <a:pt x="31044" y="3189676"/>
                </a:cubicBezTo>
                <a:cubicBezTo>
                  <a:pt x="244420" y="3244812"/>
                  <a:pt x="386077" y="3177208"/>
                  <a:pt x="550161" y="3187492"/>
                </a:cubicBezTo>
                <a:cubicBezTo>
                  <a:pt x="693863" y="3209132"/>
                  <a:pt x="952562" y="3145542"/>
                  <a:pt x="1111531" y="3185129"/>
                </a:cubicBezTo>
                <a:cubicBezTo>
                  <a:pt x="1273249" y="3150670"/>
                  <a:pt x="1444652" y="3169327"/>
                  <a:pt x="1715155" y="3182589"/>
                </a:cubicBezTo>
                <a:cubicBezTo>
                  <a:pt x="1989281" y="3174248"/>
                  <a:pt x="1976899" y="3173679"/>
                  <a:pt x="2234272" y="3180405"/>
                </a:cubicBezTo>
                <a:cubicBezTo>
                  <a:pt x="2525981" y="3158810"/>
                  <a:pt x="2720830" y="3183590"/>
                  <a:pt x="2922404" y="3177509"/>
                </a:cubicBezTo>
                <a:cubicBezTo>
                  <a:pt x="3168439" y="3149249"/>
                  <a:pt x="3279475" y="3183962"/>
                  <a:pt x="3526028" y="3174969"/>
                </a:cubicBezTo>
                <a:cubicBezTo>
                  <a:pt x="3774795" y="3159303"/>
                  <a:pt x="3957943" y="3155295"/>
                  <a:pt x="4256413" y="3171896"/>
                </a:cubicBezTo>
                <a:close/>
              </a:path>
            </a:pathLst>
          </a:custGeom>
          <a:noFill/>
          <a:ln>
            <a:solidFill>
              <a:schemeClr val="accent6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4254208 w 11736564"/>
                      <a:gd name="csY0" fmla="*/ 3157855 h 6426200"/>
                      <a:gd name="csX1" fmla="*/ 4857282 w 11736564"/>
                      <a:gd name="csY1" fmla="*/ 0 h 6426200"/>
                      <a:gd name="csX2" fmla="*/ 5617898 w 11736564"/>
                      <a:gd name="csY2" fmla="*/ 2331 h 6426200"/>
                      <a:gd name="csX3" fmla="*/ 6204475 w 11736564"/>
                      <a:gd name="csY3" fmla="*/ 4129 h 6426200"/>
                      <a:gd name="csX4" fmla="*/ 6733039 w 11736564"/>
                      <a:gd name="csY4" fmla="*/ 5749 h 6426200"/>
                      <a:gd name="csX5" fmla="*/ 7435642 w 11736564"/>
                      <a:gd name="csY5" fmla="*/ 7902 h 6426200"/>
                      <a:gd name="csX6" fmla="*/ 8022219 w 11736564"/>
                      <a:gd name="csY6" fmla="*/ 9700 h 6426200"/>
                      <a:gd name="csX7" fmla="*/ 8782835 w 11736564"/>
                      <a:gd name="csY7" fmla="*/ 12031 h 6426200"/>
                      <a:gd name="csX8" fmla="*/ 9311399 w 11736564"/>
                      <a:gd name="csY8" fmla="*/ 13651 h 6426200"/>
                      <a:gd name="csX9" fmla="*/ 10072015 w 11736564"/>
                      <a:gd name="csY9" fmla="*/ 15982 h 6426200"/>
                      <a:gd name="csX10" fmla="*/ 10658592 w 11736564"/>
                      <a:gd name="csY10" fmla="*/ 17780 h 6426200"/>
                      <a:gd name="csX11" fmla="*/ 11736564 w 11736564"/>
                      <a:gd name="csY11" fmla="*/ 1085850 h 6426200"/>
                      <a:gd name="csX12" fmla="*/ 11736564 w 11736564"/>
                      <a:gd name="csY12" fmla="*/ 1738899 h 6426200"/>
                      <a:gd name="csX13" fmla="*/ 11736564 w 11736564"/>
                      <a:gd name="csY13" fmla="*/ 2434670 h 6426200"/>
                      <a:gd name="csX14" fmla="*/ 11736564 w 11736564"/>
                      <a:gd name="csY14" fmla="*/ 3130441 h 6426200"/>
                      <a:gd name="csX15" fmla="*/ 11736564 w 11736564"/>
                      <a:gd name="csY15" fmla="*/ 3655321 h 6426200"/>
                      <a:gd name="csX16" fmla="*/ 11736564 w 11736564"/>
                      <a:gd name="csY16" fmla="*/ 4265647 h 6426200"/>
                      <a:gd name="csX17" fmla="*/ 11736564 w 11736564"/>
                      <a:gd name="csY17" fmla="*/ 5358130 h 6426200"/>
                      <a:gd name="csX18" fmla="*/ 10658592 w 11736564"/>
                      <a:gd name="csY18" fmla="*/ 6426200 h 6426200"/>
                      <a:gd name="csX19" fmla="*/ 10283686 w 11736564"/>
                      <a:gd name="csY19" fmla="*/ 6423779 h 6426200"/>
                      <a:gd name="csX20" fmla="*/ 9397544 w 11736564"/>
                      <a:gd name="csY20" fmla="*/ 6418055 h 6426200"/>
                      <a:gd name="csX21" fmla="*/ 8715897 w 11736564"/>
                      <a:gd name="csY21" fmla="*/ 6413652 h 6426200"/>
                      <a:gd name="csX22" fmla="*/ 8238743 w 11736564"/>
                      <a:gd name="csY22" fmla="*/ 6410571 h 6426200"/>
                      <a:gd name="csX23" fmla="*/ 7557096 w 11736564"/>
                      <a:gd name="csY23" fmla="*/ 6406168 h 6426200"/>
                      <a:gd name="csX24" fmla="*/ 7182190 w 11736564"/>
                      <a:gd name="csY24" fmla="*/ 6403746 h 6426200"/>
                      <a:gd name="csX25" fmla="*/ 6807284 w 11736564"/>
                      <a:gd name="csY25" fmla="*/ 6401325 h 6426200"/>
                      <a:gd name="csX26" fmla="*/ 6125636 w 11736564"/>
                      <a:gd name="csY26" fmla="*/ 6396922 h 6426200"/>
                      <a:gd name="csX27" fmla="*/ 5648483 w 11736564"/>
                      <a:gd name="csY27" fmla="*/ 6393840 h 6426200"/>
                      <a:gd name="csX28" fmla="*/ 4864589 w 11736564"/>
                      <a:gd name="csY28" fmla="*/ 6388777 h 6426200"/>
                      <a:gd name="csX29" fmla="*/ 4387435 w 11736564"/>
                      <a:gd name="csY29" fmla="*/ 6385695 h 6426200"/>
                      <a:gd name="csX30" fmla="*/ 3603541 w 11736564"/>
                      <a:gd name="csY30" fmla="*/ 6380632 h 6426200"/>
                      <a:gd name="csX31" fmla="*/ 3228635 w 11736564"/>
                      <a:gd name="csY31" fmla="*/ 6378211 h 6426200"/>
                      <a:gd name="csX32" fmla="*/ 2444740 w 11736564"/>
                      <a:gd name="csY32" fmla="*/ 6373148 h 6426200"/>
                      <a:gd name="csX33" fmla="*/ 1967587 w 11736564"/>
                      <a:gd name="csY33" fmla="*/ 6370066 h 6426200"/>
                      <a:gd name="csX34" fmla="*/ 1592681 w 11736564"/>
                      <a:gd name="csY34" fmla="*/ 6367645 h 6426200"/>
                      <a:gd name="csX35" fmla="*/ 1115527 w 11736564"/>
                      <a:gd name="csY35" fmla="*/ 6364563 h 6426200"/>
                      <a:gd name="csX36" fmla="*/ 433880 w 11736564"/>
                      <a:gd name="csY36" fmla="*/ 6360160 h 6426200"/>
                      <a:gd name="csX37" fmla="*/ 28839 w 11736564"/>
                      <a:gd name="csY37" fmla="*/ 3175635 h 6426200"/>
                      <a:gd name="csX38" fmla="*/ 547956 w 11736564"/>
                      <a:gd name="csY38" fmla="*/ 3173451 h 6426200"/>
                      <a:gd name="csX39" fmla="*/ 1109326 w 11736564"/>
                      <a:gd name="csY39" fmla="*/ 3171088 h 6426200"/>
                      <a:gd name="csX40" fmla="*/ 1712950 w 11736564"/>
                      <a:gd name="csY40" fmla="*/ 3168548 h 6426200"/>
                      <a:gd name="csX41" fmla="*/ 2232067 w 11736564"/>
                      <a:gd name="csY41" fmla="*/ 3166364 h 6426200"/>
                      <a:gd name="csX42" fmla="*/ 2920199 w 11736564"/>
                      <a:gd name="csY42" fmla="*/ 3163468 h 6426200"/>
                      <a:gd name="csX43" fmla="*/ 3523823 w 11736564"/>
                      <a:gd name="csY43" fmla="*/ 3160928 h 6426200"/>
                      <a:gd name="csX44" fmla="*/ 4254208 w 11736564"/>
                      <a:gd name="csY44" fmla="*/ 3157855 h 6426200"/>
                      <a:gd name="csX0" fmla="*/ 4256413 w 11754280"/>
                      <a:gd name="csY0" fmla="*/ 3171896 h 6445888"/>
                      <a:gd name="csX1" fmla="*/ 4859487 w 11754280"/>
                      <a:gd name="csY1" fmla="*/ 14041 h 6445888"/>
                      <a:gd name="csX2" fmla="*/ 5620103 w 11754280"/>
                      <a:gd name="csY2" fmla="*/ 16372 h 6445888"/>
                      <a:gd name="csX3" fmla="*/ 6206680 w 11754280"/>
                      <a:gd name="csY3" fmla="*/ 18170 h 6445888"/>
                      <a:gd name="csX4" fmla="*/ 6735244 w 11754280"/>
                      <a:gd name="csY4" fmla="*/ 19790 h 6445888"/>
                      <a:gd name="csX5" fmla="*/ 7437847 w 11754280"/>
                      <a:gd name="csY5" fmla="*/ 21943 h 6445888"/>
                      <a:gd name="csX6" fmla="*/ 8024424 w 11754280"/>
                      <a:gd name="csY6" fmla="*/ 23741 h 6445888"/>
                      <a:gd name="csX7" fmla="*/ 8785040 w 11754280"/>
                      <a:gd name="csY7" fmla="*/ 26072 h 6445888"/>
                      <a:gd name="csX8" fmla="*/ 9313604 w 11754280"/>
                      <a:gd name="csY8" fmla="*/ 27692 h 6445888"/>
                      <a:gd name="csX9" fmla="*/ 10074220 w 11754280"/>
                      <a:gd name="csY9" fmla="*/ 30023 h 6445888"/>
                      <a:gd name="csX10" fmla="*/ 11204807 w 11754280"/>
                      <a:gd name="csY10" fmla="*/ 54971 h 6445888"/>
                      <a:gd name="csX11" fmla="*/ 11738769 w 11754280"/>
                      <a:gd name="csY11" fmla="*/ 1099891 h 6445888"/>
                      <a:gd name="csX12" fmla="*/ 11738769 w 11754280"/>
                      <a:gd name="csY12" fmla="*/ 1752940 h 6445888"/>
                      <a:gd name="csX13" fmla="*/ 11738769 w 11754280"/>
                      <a:gd name="csY13" fmla="*/ 2448711 h 6445888"/>
                      <a:gd name="csX14" fmla="*/ 11738769 w 11754280"/>
                      <a:gd name="csY14" fmla="*/ 3144482 h 6445888"/>
                      <a:gd name="csX15" fmla="*/ 11738769 w 11754280"/>
                      <a:gd name="csY15" fmla="*/ 3669362 h 6445888"/>
                      <a:gd name="csX16" fmla="*/ 11738769 w 11754280"/>
                      <a:gd name="csY16" fmla="*/ 4279688 h 6445888"/>
                      <a:gd name="csX17" fmla="*/ 11738769 w 11754280"/>
                      <a:gd name="csY17" fmla="*/ 5372171 h 6445888"/>
                      <a:gd name="csX18" fmla="*/ 10660797 w 11754280"/>
                      <a:gd name="csY18" fmla="*/ 6440241 h 6445888"/>
                      <a:gd name="csX19" fmla="*/ 10285891 w 11754280"/>
                      <a:gd name="csY19" fmla="*/ 6437820 h 6445888"/>
                      <a:gd name="csX20" fmla="*/ 9399749 w 11754280"/>
                      <a:gd name="csY20" fmla="*/ 6432096 h 6445888"/>
                      <a:gd name="csX21" fmla="*/ 8718102 w 11754280"/>
                      <a:gd name="csY21" fmla="*/ 6427693 h 6445888"/>
                      <a:gd name="csX22" fmla="*/ 8240948 w 11754280"/>
                      <a:gd name="csY22" fmla="*/ 6424612 h 6445888"/>
                      <a:gd name="csX23" fmla="*/ 7559301 w 11754280"/>
                      <a:gd name="csY23" fmla="*/ 6420209 h 6445888"/>
                      <a:gd name="csX24" fmla="*/ 7184395 w 11754280"/>
                      <a:gd name="csY24" fmla="*/ 6417787 h 6445888"/>
                      <a:gd name="csX25" fmla="*/ 6809489 w 11754280"/>
                      <a:gd name="csY25" fmla="*/ 6415366 h 6445888"/>
                      <a:gd name="csX26" fmla="*/ 6127841 w 11754280"/>
                      <a:gd name="csY26" fmla="*/ 6410963 h 6445888"/>
                      <a:gd name="csX27" fmla="*/ 5650688 w 11754280"/>
                      <a:gd name="csY27" fmla="*/ 6407881 h 6445888"/>
                      <a:gd name="csX28" fmla="*/ 4866794 w 11754280"/>
                      <a:gd name="csY28" fmla="*/ 6402818 h 6445888"/>
                      <a:gd name="csX29" fmla="*/ 4389640 w 11754280"/>
                      <a:gd name="csY29" fmla="*/ 6399736 h 6445888"/>
                      <a:gd name="csX30" fmla="*/ 3605746 w 11754280"/>
                      <a:gd name="csY30" fmla="*/ 6394673 h 6445888"/>
                      <a:gd name="csX31" fmla="*/ 3230840 w 11754280"/>
                      <a:gd name="csY31" fmla="*/ 6392252 h 6445888"/>
                      <a:gd name="csX32" fmla="*/ 2446945 w 11754280"/>
                      <a:gd name="csY32" fmla="*/ 6387189 h 6445888"/>
                      <a:gd name="csX33" fmla="*/ 1969792 w 11754280"/>
                      <a:gd name="csY33" fmla="*/ 6384107 h 6445888"/>
                      <a:gd name="csX34" fmla="*/ 1594886 w 11754280"/>
                      <a:gd name="csY34" fmla="*/ 6381686 h 6445888"/>
                      <a:gd name="csX35" fmla="*/ 1117732 w 11754280"/>
                      <a:gd name="csY35" fmla="*/ 6378604 h 6445888"/>
                      <a:gd name="csX36" fmla="*/ 436085 w 11754280"/>
                      <a:gd name="csY36" fmla="*/ 6374201 h 6445888"/>
                      <a:gd name="csX37" fmla="*/ 31044 w 11754280"/>
                      <a:gd name="csY37" fmla="*/ 3189676 h 6445888"/>
                      <a:gd name="csX38" fmla="*/ 550161 w 11754280"/>
                      <a:gd name="csY38" fmla="*/ 3187492 h 6445888"/>
                      <a:gd name="csX39" fmla="*/ 1111531 w 11754280"/>
                      <a:gd name="csY39" fmla="*/ 3185129 h 6445888"/>
                      <a:gd name="csX40" fmla="*/ 1715155 w 11754280"/>
                      <a:gd name="csY40" fmla="*/ 3182589 h 6445888"/>
                      <a:gd name="csX41" fmla="*/ 2234272 w 11754280"/>
                      <a:gd name="csY41" fmla="*/ 3180405 h 6445888"/>
                      <a:gd name="csX42" fmla="*/ 2922404 w 11754280"/>
                      <a:gd name="csY42" fmla="*/ 3177509 h 6445888"/>
                      <a:gd name="csX43" fmla="*/ 3526028 w 11754280"/>
                      <a:gd name="csY43" fmla="*/ 3174969 h 6445888"/>
                      <a:gd name="csX44" fmla="*/ 4256413 w 11754280"/>
                      <a:gd name="csY44" fmla="*/ 3171896 h 64458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</a:cxnLst>
                    <a:rect l="l" t="t" r="r" b="b"/>
                    <a:pathLst>
                      <a:path w="11754280" h="6445888" extrusionOk="0">
                        <a:moveTo>
                          <a:pt x="4256413" y="3171896"/>
                        </a:moveTo>
                        <a:cubicBezTo>
                          <a:pt x="4134192" y="2506592"/>
                          <a:pt x="4235008" y="24961"/>
                          <a:pt x="4859487" y="14041"/>
                        </a:cubicBezTo>
                        <a:cubicBezTo>
                          <a:pt x="5111896" y="1044"/>
                          <a:pt x="5344977" y="34164"/>
                          <a:pt x="5620103" y="16372"/>
                        </a:cubicBezTo>
                        <a:cubicBezTo>
                          <a:pt x="5895229" y="-1420"/>
                          <a:pt x="5965610" y="-9857"/>
                          <a:pt x="6206680" y="18170"/>
                        </a:cubicBezTo>
                        <a:cubicBezTo>
                          <a:pt x="6447750" y="46197"/>
                          <a:pt x="6536457" y="40241"/>
                          <a:pt x="6735244" y="19790"/>
                        </a:cubicBezTo>
                        <a:cubicBezTo>
                          <a:pt x="6934031" y="-662"/>
                          <a:pt x="7130182" y="48687"/>
                          <a:pt x="7437847" y="21943"/>
                        </a:cubicBezTo>
                        <a:cubicBezTo>
                          <a:pt x="7745512" y="-4800"/>
                          <a:pt x="7767509" y="2358"/>
                          <a:pt x="8024424" y="23741"/>
                        </a:cubicBezTo>
                        <a:cubicBezTo>
                          <a:pt x="8281339" y="45124"/>
                          <a:pt x="8617600" y="20162"/>
                          <a:pt x="8785040" y="26072"/>
                        </a:cubicBezTo>
                        <a:cubicBezTo>
                          <a:pt x="8952480" y="31982"/>
                          <a:pt x="9063402" y="20027"/>
                          <a:pt x="9313604" y="27692"/>
                        </a:cubicBezTo>
                        <a:cubicBezTo>
                          <a:pt x="9563806" y="35357"/>
                          <a:pt x="9759020" y="25477"/>
                          <a:pt x="10074220" y="30023"/>
                        </a:cubicBezTo>
                        <a:cubicBezTo>
                          <a:pt x="10389420" y="34569"/>
                          <a:pt x="10936767" y="31990"/>
                          <a:pt x="11204807" y="54971"/>
                        </a:cubicBezTo>
                        <a:cubicBezTo>
                          <a:pt x="11730407" y="50980"/>
                          <a:pt x="11788309" y="374126"/>
                          <a:pt x="11738769" y="1099891"/>
                        </a:cubicBezTo>
                        <a:cubicBezTo>
                          <a:pt x="11766245" y="1250116"/>
                          <a:pt x="11740332" y="1451695"/>
                          <a:pt x="11738769" y="1752940"/>
                        </a:cubicBezTo>
                        <a:cubicBezTo>
                          <a:pt x="11737206" y="2054185"/>
                          <a:pt x="11759969" y="2277312"/>
                          <a:pt x="11738769" y="2448711"/>
                        </a:cubicBezTo>
                        <a:cubicBezTo>
                          <a:pt x="11717569" y="2620110"/>
                          <a:pt x="11705834" y="2872203"/>
                          <a:pt x="11738769" y="3144482"/>
                        </a:cubicBezTo>
                        <a:cubicBezTo>
                          <a:pt x="11771704" y="3416761"/>
                          <a:pt x="11742538" y="3452777"/>
                          <a:pt x="11738769" y="3669362"/>
                        </a:cubicBezTo>
                        <a:cubicBezTo>
                          <a:pt x="11735000" y="3885947"/>
                          <a:pt x="11753982" y="4153566"/>
                          <a:pt x="11738769" y="4279688"/>
                        </a:cubicBezTo>
                        <a:cubicBezTo>
                          <a:pt x="11723556" y="4405810"/>
                          <a:pt x="11761250" y="5001891"/>
                          <a:pt x="11738769" y="5372171"/>
                        </a:cubicBezTo>
                        <a:cubicBezTo>
                          <a:pt x="11700777" y="5847798"/>
                          <a:pt x="11384765" y="6414119"/>
                          <a:pt x="10660797" y="6440241"/>
                        </a:cubicBezTo>
                        <a:cubicBezTo>
                          <a:pt x="10523990" y="6456556"/>
                          <a:pt x="10405251" y="6431711"/>
                          <a:pt x="10285891" y="6437820"/>
                        </a:cubicBezTo>
                        <a:cubicBezTo>
                          <a:pt x="10166531" y="6443929"/>
                          <a:pt x="9788181" y="6396873"/>
                          <a:pt x="9399749" y="6432096"/>
                        </a:cubicBezTo>
                        <a:cubicBezTo>
                          <a:pt x="9011317" y="6467319"/>
                          <a:pt x="8858996" y="6402607"/>
                          <a:pt x="8718102" y="6427693"/>
                        </a:cubicBezTo>
                        <a:cubicBezTo>
                          <a:pt x="8577208" y="6452780"/>
                          <a:pt x="8390913" y="6405829"/>
                          <a:pt x="8240948" y="6424612"/>
                        </a:cubicBezTo>
                        <a:cubicBezTo>
                          <a:pt x="8090983" y="6443395"/>
                          <a:pt x="7815364" y="6414580"/>
                          <a:pt x="7559301" y="6420209"/>
                        </a:cubicBezTo>
                        <a:cubicBezTo>
                          <a:pt x="7303238" y="6425838"/>
                          <a:pt x="7355267" y="6425213"/>
                          <a:pt x="7184395" y="6417787"/>
                        </a:cubicBezTo>
                        <a:cubicBezTo>
                          <a:pt x="7013523" y="6410361"/>
                          <a:pt x="6888160" y="6412776"/>
                          <a:pt x="6809489" y="6415366"/>
                        </a:cubicBezTo>
                        <a:cubicBezTo>
                          <a:pt x="6730818" y="6417956"/>
                          <a:pt x="6431046" y="6416161"/>
                          <a:pt x="6127841" y="6410963"/>
                        </a:cubicBezTo>
                        <a:cubicBezTo>
                          <a:pt x="5824636" y="6405765"/>
                          <a:pt x="5861496" y="6404353"/>
                          <a:pt x="5650688" y="6407881"/>
                        </a:cubicBezTo>
                        <a:cubicBezTo>
                          <a:pt x="5439880" y="6411409"/>
                          <a:pt x="5040564" y="6419340"/>
                          <a:pt x="4866794" y="6402818"/>
                        </a:cubicBezTo>
                        <a:cubicBezTo>
                          <a:pt x="4693024" y="6386296"/>
                          <a:pt x="4517512" y="6412065"/>
                          <a:pt x="4389640" y="6399736"/>
                        </a:cubicBezTo>
                        <a:cubicBezTo>
                          <a:pt x="4261768" y="6387407"/>
                          <a:pt x="3838869" y="6380671"/>
                          <a:pt x="3605746" y="6394673"/>
                        </a:cubicBezTo>
                        <a:cubicBezTo>
                          <a:pt x="3372623" y="6408675"/>
                          <a:pt x="3373140" y="6377434"/>
                          <a:pt x="3230840" y="6392252"/>
                        </a:cubicBezTo>
                        <a:cubicBezTo>
                          <a:pt x="3088540" y="6407070"/>
                          <a:pt x="2686862" y="6425405"/>
                          <a:pt x="2446945" y="6387189"/>
                        </a:cubicBezTo>
                        <a:cubicBezTo>
                          <a:pt x="2207028" y="6348973"/>
                          <a:pt x="2139866" y="6375774"/>
                          <a:pt x="1969792" y="6384107"/>
                        </a:cubicBezTo>
                        <a:cubicBezTo>
                          <a:pt x="1799718" y="6392440"/>
                          <a:pt x="1713726" y="6388714"/>
                          <a:pt x="1594886" y="6381686"/>
                        </a:cubicBezTo>
                        <a:cubicBezTo>
                          <a:pt x="1476046" y="6374657"/>
                          <a:pt x="1233891" y="6383400"/>
                          <a:pt x="1117732" y="6378604"/>
                        </a:cubicBezTo>
                        <a:cubicBezTo>
                          <a:pt x="1001573" y="6373808"/>
                          <a:pt x="747120" y="6370288"/>
                          <a:pt x="436085" y="6374201"/>
                        </a:cubicBezTo>
                        <a:cubicBezTo>
                          <a:pt x="-137531" y="6368439"/>
                          <a:pt x="13027" y="3904396"/>
                          <a:pt x="31044" y="3189676"/>
                        </a:cubicBezTo>
                        <a:cubicBezTo>
                          <a:pt x="219050" y="3213621"/>
                          <a:pt x="378822" y="3175964"/>
                          <a:pt x="550161" y="3187492"/>
                        </a:cubicBezTo>
                        <a:cubicBezTo>
                          <a:pt x="721500" y="3199020"/>
                          <a:pt x="953602" y="3181282"/>
                          <a:pt x="1111531" y="3185129"/>
                        </a:cubicBezTo>
                        <a:cubicBezTo>
                          <a:pt x="1269460" y="3188976"/>
                          <a:pt x="1437244" y="3191227"/>
                          <a:pt x="1715155" y="3182589"/>
                        </a:cubicBezTo>
                        <a:cubicBezTo>
                          <a:pt x="1993066" y="3173952"/>
                          <a:pt x="1975211" y="3176308"/>
                          <a:pt x="2234272" y="3180405"/>
                        </a:cubicBezTo>
                        <a:cubicBezTo>
                          <a:pt x="2493333" y="3184501"/>
                          <a:pt x="2681306" y="3186657"/>
                          <a:pt x="2922404" y="3177509"/>
                        </a:cubicBezTo>
                        <a:cubicBezTo>
                          <a:pt x="3163502" y="3168361"/>
                          <a:pt x="3275905" y="3197372"/>
                          <a:pt x="3526028" y="3174969"/>
                        </a:cubicBezTo>
                        <a:cubicBezTo>
                          <a:pt x="3776151" y="3152567"/>
                          <a:pt x="3980706" y="3179687"/>
                          <a:pt x="4256413" y="3171896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3" name="组合 212"/>
          <p:cNvGrpSpPr/>
          <p:nvPr/>
        </p:nvGrpSpPr>
        <p:grpSpPr>
          <a:xfrm>
            <a:off x="722630" y="5445760"/>
            <a:ext cx="1200150" cy="1061720"/>
            <a:chOff x="1055" y="2261"/>
            <a:chExt cx="1890" cy="1672"/>
          </a:xfrm>
        </p:grpSpPr>
        <p:sp>
          <p:nvSpPr>
            <p:cNvPr id="214" name="圆角矩形 213"/>
            <p:cNvSpPr>
              <a:spLocks noGrp="1"/>
            </p:cNvSpPr>
            <p:nvPr/>
          </p:nvSpPr>
          <p:spPr>
            <a:xfrm>
              <a:off x="1055" y="2261"/>
              <a:ext cx="1890" cy="1561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3B2A"/>
                  </a:solidFill>
                </a:defRPr>
              </a:pPr>
              <a:r>
                <a:rPr sz="135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Raw</a:t>
              </a:r>
              <a:r>
                <a:rPr lang="en-US" sz="135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 Waveform</a:t>
              </a:r>
              <a:endParaRPr sz="135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  <a:p>
              <a:pPr algn="ctr">
                <a:defRPr sz="1350" b="1">
                  <a:solidFill>
                    <a:srgbClr val="113B2A"/>
                  </a:solidFill>
                </a:defRPr>
              </a:pPr>
              <a:endParaRPr sz="135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pic>
          <p:nvPicPr>
            <p:cNvPr id="215" name="图片 21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269" y="2929"/>
              <a:ext cx="1463" cy="1005"/>
            </a:xfrm>
            <a:prstGeom prst="rect">
              <a:avLst/>
            </a:prstGeom>
          </p:spPr>
        </p:pic>
      </p:grpSp>
      <p:grpSp>
        <p:nvGrpSpPr>
          <p:cNvPr id="225" name="组合 224"/>
          <p:cNvGrpSpPr/>
          <p:nvPr>
            <p:custDataLst>
              <p:tags r:id="rId1"/>
            </p:custDataLst>
          </p:nvPr>
        </p:nvGrpSpPr>
        <p:grpSpPr>
          <a:xfrm>
            <a:off x="440690" y="836930"/>
            <a:ext cx="542925" cy="2373630"/>
            <a:chOff x="694" y="1318"/>
            <a:chExt cx="855" cy="3738"/>
          </a:xfrm>
        </p:grpSpPr>
        <p:grpSp>
          <p:nvGrpSpPr>
            <p:cNvPr id="224" name="组合 223"/>
            <p:cNvGrpSpPr/>
            <p:nvPr/>
          </p:nvGrpSpPr>
          <p:grpSpPr>
            <a:xfrm>
              <a:off x="755" y="1318"/>
              <a:ext cx="794" cy="3738"/>
              <a:chOff x="755" y="1318"/>
              <a:chExt cx="794" cy="3738"/>
            </a:xfrm>
          </p:grpSpPr>
          <p:sp>
            <p:nvSpPr>
              <p:cNvPr id="219" name="圆角矩形 218"/>
              <p:cNvSpPr/>
              <p:nvPr>
                <p:custDataLst>
                  <p:tags r:id="rId21"/>
                </p:custDataLst>
              </p:nvPr>
            </p:nvSpPr>
            <p:spPr>
              <a:xfrm>
                <a:off x="755" y="1318"/>
                <a:ext cx="794" cy="3739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任意多边形 106"/>
              <p:cNvSpPr>
                <a:spLocks noGrp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1063" y="2916"/>
                <a:ext cx="0" cy="990"/>
              </a:xfrm>
              <a:custGeom>
                <a:avLst/>
                <a:gdLst/>
                <a:ahLst/>
                <a:cxnLst/>
                <a:rect l="0" t="0" r="0" b="0"/>
                <a:pathLst>
                  <a:path w="47625" h="628650">
                    <a:moveTo>
                      <a:pt x="0" y="0"/>
                    </a:moveTo>
                    <a:lnTo>
                      <a:pt x="47625" y="628650"/>
                    </a:lnTo>
                  </a:path>
                </a:pathLst>
              </a:custGeom>
              <a:noFill/>
              <a:ln w="19050">
                <a:solidFill>
                  <a:srgbClr val="00B050"/>
                </a:solidFill>
                <a:prstDash val="sysDot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18" name="椭圆 217"/>
              <p:cNvSpPr>
                <a:spLocks noGrp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928" y="4266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20" name="椭圆 219"/>
              <p:cNvSpPr>
                <a:spLocks noGrp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939" y="2225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21" name="椭圆 220"/>
              <p:cNvSpPr>
                <a:spLocks noGrp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939" y="1658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sp>
          <p:nvSpPr>
            <p:cNvPr id="222" name="文本框 221"/>
            <p:cNvSpPr txBox="1"/>
            <p:nvPr>
              <p:custDataLst>
                <p:tags r:id="rId20"/>
              </p:custDataLst>
            </p:nvPr>
          </p:nvSpPr>
          <p:spPr>
            <a:xfrm>
              <a:off x="694" y="4606"/>
              <a:ext cx="855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Input</a:t>
              </a:r>
            </a:p>
          </p:txBody>
        </p:sp>
      </p:grpSp>
      <p:grpSp>
        <p:nvGrpSpPr>
          <p:cNvPr id="226" name="组合 225"/>
          <p:cNvGrpSpPr/>
          <p:nvPr>
            <p:custDataLst>
              <p:tags r:id="rId2"/>
            </p:custDataLst>
          </p:nvPr>
        </p:nvGrpSpPr>
        <p:grpSpPr>
          <a:xfrm>
            <a:off x="1449070" y="836930"/>
            <a:ext cx="542925" cy="2374265"/>
            <a:chOff x="694" y="1318"/>
            <a:chExt cx="855" cy="3739"/>
          </a:xfrm>
        </p:grpSpPr>
        <p:grpSp>
          <p:nvGrpSpPr>
            <p:cNvPr id="227" name="组合 226"/>
            <p:cNvGrpSpPr/>
            <p:nvPr/>
          </p:nvGrpSpPr>
          <p:grpSpPr>
            <a:xfrm>
              <a:off x="755" y="1318"/>
              <a:ext cx="794" cy="3739"/>
              <a:chOff x="755" y="1318"/>
              <a:chExt cx="794" cy="3739"/>
            </a:xfrm>
          </p:grpSpPr>
          <p:sp>
            <p:nvSpPr>
              <p:cNvPr id="228" name="圆角矩形 227"/>
              <p:cNvSpPr/>
              <p:nvPr>
                <p:custDataLst>
                  <p:tags r:id="rId15"/>
                </p:custDataLst>
              </p:nvPr>
            </p:nvSpPr>
            <p:spPr>
              <a:xfrm>
                <a:off x="755" y="1318"/>
                <a:ext cx="794" cy="3739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任意多边形 106"/>
              <p:cNvSpPr>
                <a:spLocks noGrp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1063" y="2916"/>
                <a:ext cx="0" cy="737"/>
              </a:xfrm>
              <a:custGeom>
                <a:avLst/>
                <a:gdLst/>
                <a:ahLst/>
                <a:cxnLst/>
                <a:rect l="0" t="0" r="0" b="0"/>
                <a:pathLst>
                  <a:path w="47625" h="628650">
                    <a:moveTo>
                      <a:pt x="0" y="0"/>
                    </a:moveTo>
                    <a:lnTo>
                      <a:pt x="47625" y="628650"/>
                    </a:lnTo>
                  </a:path>
                </a:pathLst>
              </a:custGeom>
              <a:noFill/>
              <a:ln w="19050">
                <a:solidFill>
                  <a:srgbClr val="00B050"/>
                </a:solidFill>
                <a:prstDash val="sysDot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30" name="椭圆 229"/>
              <p:cNvSpPr>
                <a:spLocks noGrp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939" y="4266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31" name="椭圆 230"/>
              <p:cNvSpPr>
                <a:spLocks noGrp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939" y="2225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32" name="椭圆 231"/>
              <p:cNvSpPr>
                <a:spLocks noGrp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39" y="1658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sp>
          <p:nvSpPr>
            <p:cNvPr id="233" name="文本框 232"/>
            <p:cNvSpPr txBox="1"/>
            <p:nvPr>
              <p:custDataLst>
                <p:tags r:id="rId14"/>
              </p:custDataLst>
            </p:nvPr>
          </p:nvSpPr>
          <p:spPr>
            <a:xfrm>
              <a:off x="694" y="4606"/>
              <a:ext cx="855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Inter</a:t>
              </a:r>
            </a:p>
          </p:txBody>
        </p:sp>
      </p:grpSp>
      <p:grpSp>
        <p:nvGrpSpPr>
          <p:cNvPr id="234" name="组合 233"/>
          <p:cNvGrpSpPr/>
          <p:nvPr/>
        </p:nvGrpSpPr>
        <p:grpSpPr>
          <a:xfrm>
            <a:off x="2423795" y="837565"/>
            <a:ext cx="819785" cy="2374265"/>
            <a:chOff x="596" y="1318"/>
            <a:chExt cx="1291" cy="3739"/>
          </a:xfrm>
        </p:grpSpPr>
        <p:grpSp>
          <p:nvGrpSpPr>
            <p:cNvPr id="235" name="组合 234"/>
            <p:cNvGrpSpPr/>
            <p:nvPr/>
          </p:nvGrpSpPr>
          <p:grpSpPr>
            <a:xfrm>
              <a:off x="755" y="1318"/>
              <a:ext cx="794" cy="3739"/>
              <a:chOff x="755" y="1318"/>
              <a:chExt cx="794" cy="3739"/>
            </a:xfrm>
          </p:grpSpPr>
          <p:sp>
            <p:nvSpPr>
              <p:cNvPr id="236" name="圆角矩形 235"/>
              <p:cNvSpPr/>
              <p:nvPr/>
            </p:nvSpPr>
            <p:spPr>
              <a:xfrm>
                <a:off x="755" y="1318"/>
                <a:ext cx="794" cy="3739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任意多边形 106"/>
              <p:cNvSpPr>
                <a:spLocks noGrp="1"/>
              </p:cNvSpPr>
              <p:nvPr/>
            </p:nvSpPr>
            <p:spPr>
              <a:xfrm>
                <a:off x="1063" y="2647"/>
                <a:ext cx="0" cy="990"/>
              </a:xfrm>
              <a:custGeom>
                <a:avLst/>
                <a:gdLst/>
                <a:ahLst/>
                <a:cxnLst/>
                <a:rect l="0" t="0" r="0" b="0"/>
                <a:pathLst>
                  <a:path w="47625" h="628650">
                    <a:moveTo>
                      <a:pt x="0" y="0"/>
                    </a:moveTo>
                    <a:lnTo>
                      <a:pt x="47625" y="628650"/>
                    </a:lnTo>
                  </a:path>
                </a:pathLst>
              </a:custGeom>
              <a:noFill/>
              <a:ln w="19050">
                <a:solidFill>
                  <a:srgbClr val="00B050"/>
                </a:solidFill>
                <a:prstDash val="sysDot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38" name="椭圆 237"/>
              <p:cNvSpPr>
                <a:spLocks noGrp="1"/>
              </p:cNvSpPr>
              <p:nvPr/>
            </p:nvSpPr>
            <p:spPr>
              <a:xfrm>
                <a:off x="928" y="4266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39" name="椭圆 238"/>
              <p:cNvSpPr>
                <a:spLocks noGrp="1"/>
              </p:cNvSpPr>
              <p:nvPr/>
            </p:nvSpPr>
            <p:spPr>
              <a:xfrm>
                <a:off x="939" y="2225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40" name="椭圆 239"/>
              <p:cNvSpPr>
                <a:spLocks noGrp="1"/>
              </p:cNvSpPr>
              <p:nvPr/>
            </p:nvSpPr>
            <p:spPr>
              <a:xfrm>
                <a:off x="939" y="1658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sp>
          <p:nvSpPr>
            <p:cNvPr id="241" name="文本框 240"/>
            <p:cNvSpPr txBox="1"/>
            <p:nvPr/>
          </p:nvSpPr>
          <p:spPr>
            <a:xfrm>
              <a:off x="596" y="4606"/>
              <a:ext cx="1291" cy="362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9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Command</a:t>
              </a:r>
            </a:p>
          </p:txBody>
        </p:sp>
      </p:grpSp>
      <p:grpSp>
        <p:nvGrpSpPr>
          <p:cNvPr id="250" name="组合 249"/>
          <p:cNvGrpSpPr/>
          <p:nvPr>
            <p:custDataLst>
              <p:tags r:id="rId3"/>
            </p:custDataLst>
          </p:nvPr>
        </p:nvGrpSpPr>
        <p:grpSpPr>
          <a:xfrm>
            <a:off x="3423920" y="836930"/>
            <a:ext cx="617855" cy="2374265"/>
            <a:chOff x="694" y="1318"/>
            <a:chExt cx="973" cy="3739"/>
          </a:xfrm>
        </p:grpSpPr>
        <p:grpSp>
          <p:nvGrpSpPr>
            <p:cNvPr id="251" name="组合 250"/>
            <p:cNvGrpSpPr/>
            <p:nvPr/>
          </p:nvGrpSpPr>
          <p:grpSpPr>
            <a:xfrm>
              <a:off x="755" y="1318"/>
              <a:ext cx="794" cy="3739"/>
              <a:chOff x="755" y="1318"/>
              <a:chExt cx="794" cy="3739"/>
            </a:xfrm>
          </p:grpSpPr>
          <p:sp>
            <p:nvSpPr>
              <p:cNvPr id="252" name="圆角矩形 251"/>
              <p:cNvSpPr/>
              <p:nvPr>
                <p:custDataLst>
                  <p:tags r:id="rId9"/>
                </p:custDataLst>
              </p:nvPr>
            </p:nvSpPr>
            <p:spPr>
              <a:xfrm>
                <a:off x="755" y="1318"/>
                <a:ext cx="794" cy="3739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" name="任意多边形 106"/>
              <p:cNvSpPr>
                <a:spLocks noGrp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1063" y="2916"/>
                <a:ext cx="0" cy="765"/>
              </a:xfrm>
              <a:custGeom>
                <a:avLst/>
                <a:gdLst/>
                <a:ahLst/>
                <a:cxnLst/>
                <a:rect l="0" t="0" r="0" b="0"/>
                <a:pathLst>
                  <a:path w="47625" h="628650">
                    <a:moveTo>
                      <a:pt x="0" y="0"/>
                    </a:moveTo>
                    <a:lnTo>
                      <a:pt x="47625" y="628650"/>
                    </a:lnTo>
                  </a:path>
                </a:pathLst>
              </a:custGeom>
              <a:noFill/>
              <a:ln w="19050">
                <a:solidFill>
                  <a:srgbClr val="00B050"/>
                </a:solidFill>
                <a:prstDash val="sysDot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54" name="椭圆 253"/>
              <p:cNvSpPr>
                <a:spLocks noGrp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955" y="4266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55" name="椭圆 254"/>
              <p:cNvSpPr>
                <a:spLocks noGrp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39" y="2225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56" name="椭圆 255"/>
              <p:cNvSpPr>
                <a:spLocks noGrp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939" y="1658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sp>
          <p:nvSpPr>
            <p:cNvPr id="257" name="文本框 256"/>
            <p:cNvSpPr txBox="1"/>
            <p:nvPr>
              <p:custDataLst>
                <p:tags r:id="rId8"/>
              </p:custDataLst>
            </p:nvPr>
          </p:nvSpPr>
          <p:spPr>
            <a:xfrm>
              <a:off x="694" y="4606"/>
              <a:ext cx="973" cy="38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xmlns="" type="text"/>
                </a:ext>
              </a:extLst>
            </a:bodyPr>
            <a:lstStyle/>
            <a:p>
              <a:pPr algn="l"/>
              <a:r>
                <a: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Motor</a:t>
              </a:r>
            </a:p>
          </p:txBody>
        </p:sp>
      </p:grpSp>
      <p:sp>
        <p:nvSpPr>
          <p:cNvPr id="272" name="椭圆 27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610995" y="2421255"/>
            <a:ext cx="171450" cy="171450"/>
          </a:xfrm>
          <a:prstGeom prst="ellipse">
            <a:avLst/>
          </a:prstGeom>
          <a:solidFill>
            <a:srgbClr val="34D399"/>
          </a:solidFill>
          <a:ln w="1143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4832350" y="476885"/>
            <a:ext cx="3831590" cy="5888355"/>
          </a:xfrm>
          <a:custGeom>
            <a:avLst/>
            <a:gdLst>
              <a:gd name="csX0" fmla="*/ 0 w 3831590"/>
              <a:gd name="csY0" fmla="*/ 638611 h 5888355"/>
              <a:gd name="csX1" fmla="*/ 638611 w 3831590"/>
              <a:gd name="csY1" fmla="*/ 0 h 5888355"/>
              <a:gd name="csX2" fmla="*/ 1328290 w 3831590"/>
              <a:gd name="csY2" fmla="*/ 0 h 5888355"/>
              <a:gd name="csX3" fmla="*/ 1941339 w 3831590"/>
              <a:gd name="csY3" fmla="*/ 0 h 5888355"/>
              <a:gd name="csX4" fmla="*/ 2528843 w 3831590"/>
              <a:gd name="csY4" fmla="*/ 0 h 5888355"/>
              <a:gd name="csX5" fmla="*/ 3192979 w 3831590"/>
              <a:gd name="csY5" fmla="*/ 0 h 5888355"/>
              <a:gd name="csX6" fmla="*/ 3831590 w 3831590"/>
              <a:gd name="csY6" fmla="*/ 638611 h 5888355"/>
              <a:gd name="csX7" fmla="*/ 3831590 w 3831590"/>
              <a:gd name="csY7" fmla="*/ 1297344 h 5888355"/>
              <a:gd name="csX8" fmla="*/ 3831590 w 3831590"/>
              <a:gd name="csY8" fmla="*/ 2048300 h 5888355"/>
              <a:gd name="csX9" fmla="*/ 3831590 w 3831590"/>
              <a:gd name="csY9" fmla="*/ 2568700 h 5888355"/>
              <a:gd name="csX10" fmla="*/ 3831590 w 3831590"/>
              <a:gd name="csY10" fmla="*/ 3227433 h 5888355"/>
              <a:gd name="csX11" fmla="*/ 3831590 w 3831590"/>
              <a:gd name="csY11" fmla="*/ 3886166 h 5888355"/>
              <a:gd name="csX12" fmla="*/ 3831590 w 3831590"/>
              <a:gd name="csY12" fmla="*/ 4498788 h 5888355"/>
              <a:gd name="csX13" fmla="*/ 3831590 w 3831590"/>
              <a:gd name="csY13" fmla="*/ 5249744 h 5888355"/>
              <a:gd name="csX14" fmla="*/ 3192979 w 3831590"/>
              <a:gd name="csY14" fmla="*/ 5888355 h 5888355"/>
              <a:gd name="csX15" fmla="*/ 2554387 w 3831590"/>
              <a:gd name="csY15" fmla="*/ 5888355 h 5888355"/>
              <a:gd name="csX16" fmla="*/ 1864708 w 3831590"/>
              <a:gd name="csY16" fmla="*/ 5888355 h 5888355"/>
              <a:gd name="csX17" fmla="*/ 1226116 w 3831590"/>
              <a:gd name="csY17" fmla="*/ 5888355 h 5888355"/>
              <a:gd name="csX18" fmla="*/ 638611 w 3831590"/>
              <a:gd name="csY18" fmla="*/ 5888355 h 5888355"/>
              <a:gd name="csX19" fmla="*/ 0 w 3831590"/>
              <a:gd name="csY19" fmla="*/ 5249744 h 5888355"/>
              <a:gd name="csX20" fmla="*/ 0 w 3831590"/>
              <a:gd name="csY20" fmla="*/ 4544899 h 5888355"/>
              <a:gd name="csX21" fmla="*/ 0 w 3831590"/>
              <a:gd name="csY21" fmla="*/ 3978389 h 5888355"/>
              <a:gd name="csX22" fmla="*/ 0 w 3831590"/>
              <a:gd name="csY22" fmla="*/ 3319655 h 5888355"/>
              <a:gd name="csX23" fmla="*/ 0 w 3831590"/>
              <a:gd name="csY23" fmla="*/ 2799256 h 5888355"/>
              <a:gd name="csX24" fmla="*/ 0 w 3831590"/>
              <a:gd name="csY24" fmla="*/ 2278857 h 5888355"/>
              <a:gd name="csX25" fmla="*/ 0 w 3831590"/>
              <a:gd name="csY25" fmla="*/ 1620124 h 5888355"/>
              <a:gd name="csX26" fmla="*/ 0 w 3831590"/>
              <a:gd name="csY26" fmla="*/ 638611 h 5888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831590" h="5888355" extrusionOk="0">
                <a:moveTo>
                  <a:pt x="0" y="638611"/>
                </a:moveTo>
                <a:cubicBezTo>
                  <a:pt x="-51663" y="254049"/>
                  <a:pt x="218565" y="25278"/>
                  <a:pt x="638611" y="0"/>
                </a:cubicBezTo>
                <a:cubicBezTo>
                  <a:pt x="868773" y="28820"/>
                  <a:pt x="1071988" y="-26586"/>
                  <a:pt x="1328290" y="0"/>
                </a:cubicBezTo>
                <a:cubicBezTo>
                  <a:pt x="1584592" y="26586"/>
                  <a:pt x="1695329" y="1530"/>
                  <a:pt x="1941339" y="0"/>
                </a:cubicBezTo>
                <a:cubicBezTo>
                  <a:pt x="2187349" y="-1530"/>
                  <a:pt x="2349772" y="-12815"/>
                  <a:pt x="2528843" y="0"/>
                </a:cubicBezTo>
                <a:cubicBezTo>
                  <a:pt x="2707914" y="12815"/>
                  <a:pt x="2962722" y="32311"/>
                  <a:pt x="3192979" y="0"/>
                </a:cubicBezTo>
                <a:cubicBezTo>
                  <a:pt x="3556809" y="-22915"/>
                  <a:pt x="3793987" y="280158"/>
                  <a:pt x="3831590" y="638611"/>
                </a:cubicBezTo>
                <a:cubicBezTo>
                  <a:pt x="3819437" y="951065"/>
                  <a:pt x="3851680" y="1093479"/>
                  <a:pt x="3831590" y="1297344"/>
                </a:cubicBezTo>
                <a:cubicBezTo>
                  <a:pt x="3811500" y="1501209"/>
                  <a:pt x="3800198" y="1789414"/>
                  <a:pt x="3831590" y="2048300"/>
                </a:cubicBezTo>
                <a:cubicBezTo>
                  <a:pt x="3862982" y="2307186"/>
                  <a:pt x="3826503" y="2333970"/>
                  <a:pt x="3831590" y="2568700"/>
                </a:cubicBezTo>
                <a:cubicBezTo>
                  <a:pt x="3836677" y="2803430"/>
                  <a:pt x="3841198" y="2994282"/>
                  <a:pt x="3831590" y="3227433"/>
                </a:cubicBezTo>
                <a:cubicBezTo>
                  <a:pt x="3821982" y="3460584"/>
                  <a:pt x="3817901" y="3622947"/>
                  <a:pt x="3831590" y="3886166"/>
                </a:cubicBezTo>
                <a:cubicBezTo>
                  <a:pt x="3845279" y="4149385"/>
                  <a:pt x="3842561" y="4333306"/>
                  <a:pt x="3831590" y="4498788"/>
                </a:cubicBezTo>
                <a:cubicBezTo>
                  <a:pt x="3820619" y="4664270"/>
                  <a:pt x="3847484" y="4992123"/>
                  <a:pt x="3831590" y="5249744"/>
                </a:cubicBezTo>
                <a:cubicBezTo>
                  <a:pt x="3877396" y="5545575"/>
                  <a:pt x="3484935" y="5864875"/>
                  <a:pt x="3192979" y="5888355"/>
                </a:cubicBezTo>
                <a:cubicBezTo>
                  <a:pt x="2874649" y="5867594"/>
                  <a:pt x="2812068" y="5893526"/>
                  <a:pt x="2554387" y="5888355"/>
                </a:cubicBezTo>
                <a:cubicBezTo>
                  <a:pt x="2296706" y="5883184"/>
                  <a:pt x="2144120" y="5875141"/>
                  <a:pt x="1864708" y="5888355"/>
                </a:cubicBezTo>
                <a:cubicBezTo>
                  <a:pt x="1585296" y="5901569"/>
                  <a:pt x="1448723" y="5877739"/>
                  <a:pt x="1226116" y="5888355"/>
                </a:cubicBezTo>
                <a:cubicBezTo>
                  <a:pt x="1003509" y="5898971"/>
                  <a:pt x="778918" y="5860713"/>
                  <a:pt x="638611" y="5888355"/>
                </a:cubicBezTo>
                <a:cubicBezTo>
                  <a:pt x="242491" y="5890143"/>
                  <a:pt x="32342" y="5544137"/>
                  <a:pt x="0" y="5249744"/>
                </a:cubicBezTo>
                <a:cubicBezTo>
                  <a:pt x="-20236" y="4992887"/>
                  <a:pt x="23680" y="4878763"/>
                  <a:pt x="0" y="4544899"/>
                </a:cubicBezTo>
                <a:cubicBezTo>
                  <a:pt x="-23680" y="4211036"/>
                  <a:pt x="4433" y="4164259"/>
                  <a:pt x="0" y="3978389"/>
                </a:cubicBezTo>
                <a:cubicBezTo>
                  <a:pt x="-4433" y="3792519"/>
                  <a:pt x="31472" y="3538848"/>
                  <a:pt x="0" y="3319655"/>
                </a:cubicBezTo>
                <a:cubicBezTo>
                  <a:pt x="-31472" y="3100462"/>
                  <a:pt x="-7217" y="2930079"/>
                  <a:pt x="0" y="2799256"/>
                </a:cubicBezTo>
                <a:cubicBezTo>
                  <a:pt x="7217" y="2668433"/>
                  <a:pt x="1059" y="2535592"/>
                  <a:pt x="0" y="2278857"/>
                </a:cubicBezTo>
                <a:cubicBezTo>
                  <a:pt x="-1059" y="2022122"/>
                  <a:pt x="-23122" y="1827857"/>
                  <a:pt x="0" y="1620124"/>
                </a:cubicBezTo>
                <a:cubicBezTo>
                  <a:pt x="23122" y="1412391"/>
                  <a:pt x="-35486" y="1121813"/>
                  <a:pt x="0" y="638611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4" name="直接箭头连接符 273"/>
          <p:cNvCxnSpPr>
            <a:stCxn id="221" idx="6"/>
            <a:endCxn id="232" idx="2"/>
          </p:cNvCxnSpPr>
          <p:nvPr/>
        </p:nvCxnSpPr>
        <p:spPr>
          <a:xfrm>
            <a:off x="767715" y="1138555"/>
            <a:ext cx="8369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5" name="直接箭头连接符 274"/>
          <p:cNvCxnSpPr>
            <a:stCxn id="221" idx="5"/>
            <a:endCxn id="272" idx="2"/>
          </p:cNvCxnSpPr>
          <p:nvPr/>
        </p:nvCxnSpPr>
        <p:spPr>
          <a:xfrm>
            <a:off x="742315" y="1198880"/>
            <a:ext cx="868680" cy="1308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6" name="直接箭头连接符 275"/>
          <p:cNvCxnSpPr>
            <a:stCxn id="220" idx="6"/>
            <a:endCxn id="231" idx="2"/>
          </p:cNvCxnSpPr>
          <p:nvPr/>
        </p:nvCxnSpPr>
        <p:spPr>
          <a:xfrm>
            <a:off x="767715" y="1498600"/>
            <a:ext cx="83693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8" name="直接箭头连接符 277"/>
          <p:cNvCxnSpPr>
            <a:stCxn id="218" idx="6"/>
            <a:endCxn id="230" idx="2"/>
          </p:cNvCxnSpPr>
          <p:nvPr/>
        </p:nvCxnSpPr>
        <p:spPr>
          <a:xfrm>
            <a:off x="760730" y="2794635"/>
            <a:ext cx="8439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9" name="直接箭头连接符 278"/>
          <p:cNvCxnSpPr>
            <a:stCxn id="272" idx="6"/>
            <a:endCxn id="240" idx="2"/>
          </p:cNvCxnSpPr>
          <p:nvPr/>
        </p:nvCxnSpPr>
        <p:spPr>
          <a:xfrm flipV="1">
            <a:off x="1782445" y="1139190"/>
            <a:ext cx="859155" cy="13677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3" name="直接箭头连接符 282"/>
          <p:cNvCxnSpPr>
            <a:stCxn id="272" idx="6"/>
            <a:endCxn id="238" idx="2"/>
          </p:cNvCxnSpPr>
          <p:nvPr/>
        </p:nvCxnSpPr>
        <p:spPr>
          <a:xfrm>
            <a:off x="1782445" y="2506980"/>
            <a:ext cx="852170" cy="28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4" name="直接箭头连接符 283"/>
          <p:cNvCxnSpPr>
            <a:stCxn id="240" idx="6"/>
            <a:endCxn id="256" idx="2"/>
          </p:cNvCxnSpPr>
          <p:nvPr/>
        </p:nvCxnSpPr>
        <p:spPr>
          <a:xfrm flipV="1">
            <a:off x="2813050" y="1138555"/>
            <a:ext cx="7664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5" name="直接箭头连接符 284"/>
          <p:cNvCxnSpPr>
            <a:stCxn id="240" idx="5"/>
            <a:endCxn id="255" idx="2"/>
          </p:cNvCxnSpPr>
          <p:nvPr/>
        </p:nvCxnSpPr>
        <p:spPr>
          <a:xfrm>
            <a:off x="2787650" y="1199515"/>
            <a:ext cx="791845" cy="2990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6" name="椭圆 28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89655" y="2421255"/>
            <a:ext cx="171450" cy="171450"/>
          </a:xfrm>
          <a:prstGeom prst="ellipse">
            <a:avLst/>
          </a:prstGeom>
          <a:solidFill>
            <a:srgbClr val="34D399"/>
          </a:solidFill>
          <a:ln w="1143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287" name="直接箭头连接符 286"/>
          <p:cNvCxnSpPr>
            <a:stCxn id="239" idx="6"/>
            <a:endCxn id="255" idx="2"/>
          </p:cNvCxnSpPr>
          <p:nvPr/>
        </p:nvCxnSpPr>
        <p:spPr>
          <a:xfrm flipV="1">
            <a:off x="2813050" y="1498600"/>
            <a:ext cx="76644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8" name="直接箭头连接符 287"/>
          <p:cNvCxnSpPr>
            <a:stCxn id="239" idx="5"/>
            <a:endCxn id="254" idx="3"/>
          </p:cNvCxnSpPr>
          <p:nvPr/>
        </p:nvCxnSpPr>
        <p:spPr>
          <a:xfrm>
            <a:off x="2787650" y="1559560"/>
            <a:ext cx="827405" cy="1295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9" name="直接箭头连接符 288"/>
          <p:cNvCxnSpPr>
            <a:stCxn id="238" idx="6"/>
            <a:endCxn id="286" idx="2"/>
          </p:cNvCxnSpPr>
          <p:nvPr/>
        </p:nvCxnSpPr>
        <p:spPr>
          <a:xfrm flipV="1">
            <a:off x="2806065" y="2506980"/>
            <a:ext cx="783590" cy="28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0" name="曲线连接符 289"/>
          <p:cNvCxnSpPr/>
          <p:nvPr/>
        </p:nvCxnSpPr>
        <p:spPr>
          <a:xfrm flipV="1">
            <a:off x="2279650" y="2637155"/>
            <a:ext cx="791845" cy="360045"/>
          </a:xfrm>
          <a:prstGeom prst="curvedConnector3">
            <a:avLst>
              <a:gd name="adj1" fmla="val 50040"/>
            </a:avLst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1" name="文本框 290"/>
          <p:cNvSpPr txBox="1"/>
          <p:nvPr>
            <p:custDataLst>
              <p:tags r:id="rId6"/>
            </p:custDataLst>
          </p:nvPr>
        </p:nvSpPr>
        <p:spPr>
          <a:xfrm>
            <a:off x="2423795" y="2238375"/>
            <a:ext cx="81978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000">
                <a:solidFill>
                  <a:schemeClr val="accent2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recurrent synapses</a:t>
            </a:r>
          </a:p>
        </p:txBody>
      </p:sp>
      <p:sp>
        <p:nvSpPr>
          <p:cNvPr id="292" name="矩形 291"/>
          <p:cNvSpPr/>
          <p:nvPr/>
        </p:nvSpPr>
        <p:spPr>
          <a:xfrm>
            <a:off x="2783839" y="4077335"/>
            <a:ext cx="1736081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3" name="直接箭头连接符 292"/>
          <p:cNvCxnSpPr/>
          <p:nvPr/>
        </p:nvCxnSpPr>
        <p:spPr>
          <a:xfrm flipH="1">
            <a:off x="2554902" y="3888361"/>
            <a:ext cx="0" cy="1343025"/>
          </a:xfrm>
          <a:prstGeom prst="straightConnector1">
            <a:avLst/>
          </a:prstGeom>
          <a:ln>
            <a:solidFill>
              <a:srgbClr val="18B7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4" name="文本框 293"/>
          <p:cNvSpPr txBox="1"/>
          <p:nvPr>
            <p:custDataLst>
              <p:tags r:id="rId7"/>
            </p:custDataLst>
          </p:nvPr>
        </p:nvSpPr>
        <p:spPr>
          <a:xfrm>
            <a:off x="2351405" y="5300980"/>
            <a:ext cx="81978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altLang="zh-CN" sz="1000">
                <a:solidFill>
                  <a:srgbClr val="18B76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time</a:t>
            </a:r>
          </a:p>
        </p:txBody>
      </p:sp>
      <p:sp>
        <p:nvSpPr>
          <p:cNvPr id="299" name="圆角矩形 298"/>
          <p:cNvSpPr/>
          <p:nvPr/>
        </p:nvSpPr>
        <p:spPr>
          <a:xfrm>
            <a:off x="8832215" y="404495"/>
            <a:ext cx="3060883" cy="4175125"/>
          </a:xfrm>
          <a:custGeom>
            <a:avLst/>
            <a:gdLst>
              <a:gd name="csX0" fmla="*/ 0 w 3060883"/>
              <a:gd name="csY0" fmla="*/ 510157 h 4175125"/>
              <a:gd name="csX1" fmla="*/ 510157 w 3060883"/>
              <a:gd name="csY1" fmla="*/ 0 h 4175125"/>
              <a:gd name="csX2" fmla="*/ 1231158 w 3060883"/>
              <a:gd name="csY2" fmla="*/ 0 h 4175125"/>
              <a:gd name="csX3" fmla="*/ 1890942 w 3060883"/>
              <a:gd name="csY3" fmla="*/ 0 h 4175125"/>
              <a:gd name="csX4" fmla="*/ 2550726 w 3060883"/>
              <a:gd name="csY4" fmla="*/ 0 h 4175125"/>
              <a:gd name="csX5" fmla="*/ 3060883 w 3060883"/>
              <a:gd name="csY5" fmla="*/ 510157 h 4175125"/>
              <a:gd name="csX6" fmla="*/ 3060883 w 3060883"/>
              <a:gd name="csY6" fmla="*/ 1078023 h 4175125"/>
              <a:gd name="csX7" fmla="*/ 3060883 w 3060883"/>
              <a:gd name="csY7" fmla="*/ 1645889 h 4175125"/>
              <a:gd name="csX8" fmla="*/ 3060883 w 3060883"/>
              <a:gd name="csY8" fmla="*/ 2339947 h 4175125"/>
              <a:gd name="csX9" fmla="*/ 3060883 w 3060883"/>
              <a:gd name="csY9" fmla="*/ 2876265 h 4175125"/>
              <a:gd name="csX10" fmla="*/ 3060883 w 3060883"/>
              <a:gd name="csY10" fmla="*/ 3664968 h 4175125"/>
              <a:gd name="csX11" fmla="*/ 2550726 w 3060883"/>
              <a:gd name="csY11" fmla="*/ 4175125 h 4175125"/>
              <a:gd name="csX12" fmla="*/ 1931753 w 3060883"/>
              <a:gd name="csY12" fmla="*/ 4175125 h 4175125"/>
              <a:gd name="csX13" fmla="*/ 1210752 w 3060883"/>
              <a:gd name="csY13" fmla="*/ 4175125 h 4175125"/>
              <a:gd name="csX14" fmla="*/ 510157 w 3060883"/>
              <a:gd name="csY14" fmla="*/ 4175125 h 4175125"/>
              <a:gd name="csX15" fmla="*/ 0 w 3060883"/>
              <a:gd name="csY15" fmla="*/ 3664968 h 4175125"/>
              <a:gd name="csX16" fmla="*/ 0 w 3060883"/>
              <a:gd name="csY16" fmla="*/ 3002458 h 4175125"/>
              <a:gd name="csX17" fmla="*/ 0 w 3060883"/>
              <a:gd name="csY17" fmla="*/ 2466140 h 4175125"/>
              <a:gd name="csX18" fmla="*/ 0 w 3060883"/>
              <a:gd name="csY18" fmla="*/ 1898274 h 4175125"/>
              <a:gd name="csX19" fmla="*/ 0 w 3060883"/>
              <a:gd name="csY19" fmla="*/ 1204215 h 4175125"/>
              <a:gd name="csX20" fmla="*/ 0 w 3060883"/>
              <a:gd name="csY20" fmla="*/ 510157 h 4175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060883" h="4175125" extrusionOk="0">
                <a:moveTo>
                  <a:pt x="0" y="510157"/>
                </a:moveTo>
                <a:cubicBezTo>
                  <a:pt x="-34941" y="206853"/>
                  <a:pt x="194520" y="12718"/>
                  <a:pt x="510157" y="0"/>
                </a:cubicBezTo>
                <a:cubicBezTo>
                  <a:pt x="712320" y="15654"/>
                  <a:pt x="927741" y="26163"/>
                  <a:pt x="1231158" y="0"/>
                </a:cubicBezTo>
                <a:cubicBezTo>
                  <a:pt x="1534575" y="-26163"/>
                  <a:pt x="1717705" y="-7340"/>
                  <a:pt x="1890942" y="0"/>
                </a:cubicBezTo>
                <a:cubicBezTo>
                  <a:pt x="2064179" y="7340"/>
                  <a:pt x="2222092" y="25888"/>
                  <a:pt x="2550726" y="0"/>
                </a:cubicBezTo>
                <a:cubicBezTo>
                  <a:pt x="2825781" y="-21570"/>
                  <a:pt x="3064204" y="216114"/>
                  <a:pt x="3060883" y="510157"/>
                </a:cubicBezTo>
                <a:cubicBezTo>
                  <a:pt x="3076703" y="697532"/>
                  <a:pt x="3078383" y="857811"/>
                  <a:pt x="3060883" y="1078023"/>
                </a:cubicBezTo>
                <a:cubicBezTo>
                  <a:pt x="3043383" y="1298235"/>
                  <a:pt x="3083914" y="1501533"/>
                  <a:pt x="3060883" y="1645889"/>
                </a:cubicBezTo>
                <a:cubicBezTo>
                  <a:pt x="3037852" y="1790245"/>
                  <a:pt x="3079388" y="2015577"/>
                  <a:pt x="3060883" y="2339947"/>
                </a:cubicBezTo>
                <a:cubicBezTo>
                  <a:pt x="3042378" y="2664317"/>
                  <a:pt x="3052091" y="2702925"/>
                  <a:pt x="3060883" y="2876265"/>
                </a:cubicBezTo>
                <a:cubicBezTo>
                  <a:pt x="3069675" y="3049605"/>
                  <a:pt x="3038396" y="3327064"/>
                  <a:pt x="3060883" y="3664968"/>
                </a:cubicBezTo>
                <a:cubicBezTo>
                  <a:pt x="3088612" y="3987997"/>
                  <a:pt x="2834347" y="4194478"/>
                  <a:pt x="2550726" y="4175125"/>
                </a:cubicBezTo>
                <a:cubicBezTo>
                  <a:pt x="2283843" y="4153355"/>
                  <a:pt x="2158987" y="4144763"/>
                  <a:pt x="1931753" y="4175125"/>
                </a:cubicBezTo>
                <a:cubicBezTo>
                  <a:pt x="1704519" y="4205487"/>
                  <a:pt x="1531445" y="4183958"/>
                  <a:pt x="1210752" y="4175125"/>
                </a:cubicBezTo>
                <a:cubicBezTo>
                  <a:pt x="890059" y="4166292"/>
                  <a:pt x="809631" y="4146091"/>
                  <a:pt x="510157" y="4175125"/>
                </a:cubicBezTo>
                <a:cubicBezTo>
                  <a:pt x="207139" y="4155088"/>
                  <a:pt x="-30932" y="3900480"/>
                  <a:pt x="0" y="3664968"/>
                </a:cubicBezTo>
                <a:cubicBezTo>
                  <a:pt x="6417" y="3494494"/>
                  <a:pt x="-1534" y="3252211"/>
                  <a:pt x="0" y="3002458"/>
                </a:cubicBezTo>
                <a:cubicBezTo>
                  <a:pt x="1534" y="2752705"/>
                  <a:pt x="-12983" y="2606772"/>
                  <a:pt x="0" y="2466140"/>
                </a:cubicBezTo>
                <a:cubicBezTo>
                  <a:pt x="12983" y="2325508"/>
                  <a:pt x="15967" y="2153683"/>
                  <a:pt x="0" y="1898274"/>
                </a:cubicBezTo>
                <a:cubicBezTo>
                  <a:pt x="-15967" y="1642865"/>
                  <a:pt x="4713" y="1427698"/>
                  <a:pt x="0" y="1204215"/>
                </a:cubicBezTo>
                <a:cubicBezTo>
                  <a:pt x="-4713" y="980732"/>
                  <a:pt x="-17279" y="773324"/>
                  <a:pt x="0" y="510157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圆角矩形 299"/>
          <p:cNvSpPr>
            <a:spLocks noGrp="1"/>
          </p:cNvSpPr>
          <p:nvPr/>
        </p:nvSpPr>
        <p:spPr>
          <a:xfrm>
            <a:off x="8976360" y="5232400"/>
            <a:ext cx="1257300" cy="514350"/>
          </a:xfrm>
          <a:prstGeom prst="roundRect">
            <a:avLst>
              <a:gd name="adj" fmla="val 14815"/>
            </a:avLst>
          </a:prstGeom>
          <a:solidFill>
            <a:srgbClr val="047857"/>
          </a:solidFill>
          <a:ln w="15240">
            <a:solidFill>
              <a:srgbClr val="04785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Comic Sans MS" panose="030F0702030302020204" charset="0"/>
                <a:cs typeface="Comic Sans MS" panose="030F0702030302020204" charset="0"/>
              </a:rPr>
              <a:t>Classifier</a:t>
            </a:r>
          </a:p>
        </p:txBody>
      </p:sp>
      <p:grpSp>
        <p:nvGrpSpPr>
          <p:cNvPr id="316" name="组合 315"/>
          <p:cNvGrpSpPr/>
          <p:nvPr/>
        </p:nvGrpSpPr>
        <p:grpSpPr>
          <a:xfrm>
            <a:off x="5012569" y="1008098"/>
            <a:ext cx="1838444" cy="914658"/>
            <a:chOff x="8765" y="1514"/>
            <a:chExt cx="3641" cy="1920"/>
          </a:xfrm>
          <a:solidFill>
            <a:srgbClr val="C0E587"/>
          </a:solidFill>
        </p:grpSpPr>
        <p:grpSp>
          <p:nvGrpSpPr>
            <p:cNvPr id="304" name="组合 303"/>
            <p:cNvGrpSpPr/>
            <p:nvPr/>
          </p:nvGrpSpPr>
          <p:grpSpPr>
            <a:xfrm>
              <a:off x="8765" y="1514"/>
              <a:ext cx="3423" cy="1649"/>
              <a:chOff x="8765" y="1514"/>
              <a:chExt cx="3423" cy="1649"/>
            </a:xfrm>
            <a:grpFill/>
          </p:grpSpPr>
          <p:sp>
            <p:nvSpPr>
              <p:cNvPr id="295" name="平行四边形 294"/>
              <p:cNvSpPr/>
              <p:nvPr/>
            </p:nvSpPr>
            <p:spPr>
              <a:xfrm>
                <a:off x="8765" y="1514"/>
                <a:ext cx="2990" cy="1195"/>
              </a:xfrm>
              <a:prstGeom prst="parallelogram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" name="平行四边形 300"/>
              <p:cNvSpPr/>
              <p:nvPr/>
            </p:nvSpPr>
            <p:spPr>
              <a:xfrm>
                <a:off x="8960" y="1732"/>
                <a:ext cx="2990" cy="1195"/>
              </a:xfrm>
              <a:prstGeom prst="parallelogram">
                <a:avLst/>
              </a:prstGeom>
              <a:solidFill>
                <a:srgbClr val="ECFDF5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2" name="平行四边形 301"/>
              <p:cNvSpPr/>
              <p:nvPr/>
            </p:nvSpPr>
            <p:spPr>
              <a:xfrm>
                <a:off x="9198" y="1968"/>
                <a:ext cx="2990" cy="1195"/>
              </a:xfrm>
              <a:prstGeom prst="parallelogram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5" name="平行四边形 314"/>
            <p:cNvSpPr/>
            <p:nvPr/>
          </p:nvSpPr>
          <p:spPr>
            <a:xfrm>
              <a:off x="9416" y="2239"/>
              <a:ext cx="2990" cy="1195"/>
            </a:xfrm>
            <a:prstGeom prst="parallelogram">
              <a:avLst/>
            </a:prstGeom>
            <a:solidFill>
              <a:srgbClr val="ECFDF5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36" name="直接箭头连接符 335"/>
          <p:cNvCxnSpPr>
            <a:stCxn id="214" idx="0"/>
          </p:cNvCxnSpPr>
          <p:nvPr/>
        </p:nvCxnSpPr>
        <p:spPr>
          <a:xfrm flipV="1">
            <a:off x="1322705" y="5013325"/>
            <a:ext cx="0" cy="4324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7" name="圆角矩形 336"/>
          <p:cNvSpPr>
            <a:spLocks noGrp="1"/>
          </p:cNvSpPr>
          <p:nvPr/>
        </p:nvSpPr>
        <p:spPr>
          <a:xfrm>
            <a:off x="767715" y="3789045"/>
            <a:ext cx="1200150" cy="99123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CNN</a:t>
            </a:r>
          </a:p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encoder</a:t>
            </a: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904605" y="6093460"/>
            <a:ext cx="2724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47857"/>
                </a:solidFill>
              </a:defRPr>
            </a:pPr>
            <a:r>
              <a:rPr lang="en-US" sz="20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(b)Student Model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F3C0F-8167-F311-EA5D-7779E0885EDA}"/>
              </a:ext>
            </a:extLst>
          </p:cNvPr>
          <p:cNvSpPr txBox="1"/>
          <p:nvPr/>
        </p:nvSpPr>
        <p:spPr>
          <a:xfrm>
            <a:off x="5027294" y="594791"/>
            <a:ext cx="1804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BPCSCFC</a:t>
            </a:r>
          </a:p>
          <a:p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E7CFA3B-0C3F-766C-D20A-A4CACAFAD09A}"/>
              </a:ext>
            </a:extLst>
          </p:cNvPr>
          <p:cNvCxnSpPr>
            <a:stCxn id="232" idx="6"/>
            <a:endCxn id="239" idx="2"/>
          </p:cNvCxnSpPr>
          <p:nvPr/>
        </p:nvCxnSpPr>
        <p:spPr>
          <a:xfrm>
            <a:off x="1776095" y="1138555"/>
            <a:ext cx="865505" cy="360680"/>
          </a:xfrm>
          <a:prstGeom prst="straightConnector1">
            <a:avLst/>
          </a:prstGeom>
          <a:ln w="190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84E568E-F6B3-D914-312E-2607CEF92568}"/>
              </a:ext>
            </a:extLst>
          </p:cNvPr>
          <p:cNvSpPr txBox="1"/>
          <p:nvPr/>
        </p:nvSpPr>
        <p:spPr>
          <a:xfrm>
            <a:off x="9000489" y="528278"/>
            <a:ext cx="1804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DRASP</a:t>
            </a:r>
          </a:p>
          <a:p>
            <a:endParaRPr lang="zh-CN" altLang="en-US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C7CFCC7-2B2B-B19E-EA2F-EB9C9325DFBA}"/>
              </a:ext>
            </a:extLst>
          </p:cNvPr>
          <p:cNvGrpSpPr/>
          <p:nvPr/>
        </p:nvGrpSpPr>
        <p:grpSpPr>
          <a:xfrm>
            <a:off x="5071061" y="2232692"/>
            <a:ext cx="1838444" cy="914658"/>
            <a:chOff x="8765" y="1514"/>
            <a:chExt cx="3641" cy="1920"/>
          </a:xfrm>
          <a:solidFill>
            <a:srgbClr val="C0E587"/>
          </a:solidFill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D9B805E-21DD-B538-42F8-6CC74A73CF23}"/>
                </a:ext>
              </a:extLst>
            </p:cNvPr>
            <p:cNvGrpSpPr/>
            <p:nvPr/>
          </p:nvGrpSpPr>
          <p:grpSpPr>
            <a:xfrm>
              <a:off x="8765" y="1514"/>
              <a:ext cx="3423" cy="1649"/>
              <a:chOff x="8765" y="1514"/>
              <a:chExt cx="3423" cy="1649"/>
            </a:xfrm>
            <a:grpFill/>
          </p:grpSpPr>
          <p:sp>
            <p:nvSpPr>
              <p:cNvPr id="23" name="平行四边形 22">
                <a:extLst>
                  <a:ext uri="{FF2B5EF4-FFF2-40B4-BE49-F238E27FC236}">
                    <a16:creationId xmlns:a16="http://schemas.microsoft.com/office/drawing/2014/main" id="{037FEF34-C82C-50C6-13F6-A11E3BAFA28B}"/>
                  </a:ext>
                </a:extLst>
              </p:cNvPr>
              <p:cNvSpPr/>
              <p:nvPr/>
            </p:nvSpPr>
            <p:spPr>
              <a:xfrm>
                <a:off x="8765" y="1514"/>
                <a:ext cx="2990" cy="1195"/>
              </a:xfrm>
              <a:prstGeom prst="parallelogram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7BF77F52-B9A2-EE76-E4B9-20A593742B39}"/>
                  </a:ext>
                </a:extLst>
              </p:cNvPr>
              <p:cNvSpPr/>
              <p:nvPr/>
            </p:nvSpPr>
            <p:spPr>
              <a:xfrm>
                <a:off x="8960" y="1732"/>
                <a:ext cx="2990" cy="1195"/>
              </a:xfrm>
              <a:prstGeom prst="parallelogram">
                <a:avLst/>
              </a:prstGeom>
              <a:solidFill>
                <a:srgbClr val="ECFDF5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F01C13A6-B8E5-F89C-20E5-1625B06862DB}"/>
                  </a:ext>
                </a:extLst>
              </p:cNvPr>
              <p:cNvSpPr/>
              <p:nvPr/>
            </p:nvSpPr>
            <p:spPr>
              <a:xfrm>
                <a:off x="9198" y="1968"/>
                <a:ext cx="2990" cy="1195"/>
              </a:xfrm>
              <a:prstGeom prst="parallelogram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26523C77-FC27-C073-B871-3BF576EB21D7}"/>
                </a:ext>
              </a:extLst>
            </p:cNvPr>
            <p:cNvSpPr/>
            <p:nvPr/>
          </p:nvSpPr>
          <p:spPr>
            <a:xfrm>
              <a:off x="9416" y="2239"/>
              <a:ext cx="2990" cy="1195"/>
            </a:xfrm>
            <a:prstGeom prst="parallelogram">
              <a:avLst/>
            </a:prstGeom>
            <a:solidFill>
              <a:srgbClr val="ECFDF5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25B929A-1C97-9B49-0219-8245320FBC1D}"/>
              </a:ext>
            </a:extLst>
          </p:cNvPr>
          <p:cNvGrpSpPr/>
          <p:nvPr/>
        </p:nvGrpSpPr>
        <p:grpSpPr>
          <a:xfrm>
            <a:off x="5168330" y="3463263"/>
            <a:ext cx="1838444" cy="914658"/>
            <a:chOff x="8765" y="1514"/>
            <a:chExt cx="3641" cy="1920"/>
          </a:xfrm>
          <a:solidFill>
            <a:srgbClr val="C0E587"/>
          </a:solidFill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57EF8E4-7F86-D0E3-ED76-681D0244B406}"/>
                </a:ext>
              </a:extLst>
            </p:cNvPr>
            <p:cNvGrpSpPr/>
            <p:nvPr/>
          </p:nvGrpSpPr>
          <p:grpSpPr>
            <a:xfrm>
              <a:off x="8765" y="1514"/>
              <a:ext cx="3423" cy="1649"/>
              <a:chOff x="8765" y="1514"/>
              <a:chExt cx="3423" cy="1649"/>
            </a:xfrm>
            <a:grpFill/>
          </p:grpSpPr>
          <p:sp>
            <p:nvSpPr>
              <p:cNvPr id="29" name="平行四边形 28">
                <a:extLst>
                  <a:ext uri="{FF2B5EF4-FFF2-40B4-BE49-F238E27FC236}">
                    <a16:creationId xmlns:a16="http://schemas.microsoft.com/office/drawing/2014/main" id="{F561E2C4-F3BD-EE23-191C-EF9AE4203520}"/>
                  </a:ext>
                </a:extLst>
              </p:cNvPr>
              <p:cNvSpPr/>
              <p:nvPr/>
            </p:nvSpPr>
            <p:spPr>
              <a:xfrm>
                <a:off x="8765" y="1514"/>
                <a:ext cx="2990" cy="1195"/>
              </a:xfrm>
              <a:prstGeom prst="parallelogram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平行四边形 29">
                <a:extLst>
                  <a:ext uri="{FF2B5EF4-FFF2-40B4-BE49-F238E27FC236}">
                    <a16:creationId xmlns:a16="http://schemas.microsoft.com/office/drawing/2014/main" id="{5D92C238-D43A-E861-35A3-029C96FE7923}"/>
                  </a:ext>
                </a:extLst>
              </p:cNvPr>
              <p:cNvSpPr/>
              <p:nvPr/>
            </p:nvSpPr>
            <p:spPr>
              <a:xfrm>
                <a:off x="8960" y="1732"/>
                <a:ext cx="2990" cy="1195"/>
              </a:xfrm>
              <a:prstGeom prst="parallelogram">
                <a:avLst/>
              </a:prstGeom>
              <a:solidFill>
                <a:srgbClr val="ECFDF5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平行四边形 30">
                <a:extLst>
                  <a:ext uri="{FF2B5EF4-FFF2-40B4-BE49-F238E27FC236}">
                    <a16:creationId xmlns:a16="http://schemas.microsoft.com/office/drawing/2014/main" id="{B93BB1F7-CA83-C8D4-85A7-45E9493450A4}"/>
                  </a:ext>
                </a:extLst>
              </p:cNvPr>
              <p:cNvSpPr/>
              <p:nvPr/>
            </p:nvSpPr>
            <p:spPr>
              <a:xfrm>
                <a:off x="9198" y="1968"/>
                <a:ext cx="2990" cy="1195"/>
              </a:xfrm>
              <a:prstGeom prst="parallelogram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" name="平行四边形 27">
              <a:extLst>
                <a:ext uri="{FF2B5EF4-FFF2-40B4-BE49-F238E27FC236}">
                  <a16:creationId xmlns:a16="http://schemas.microsoft.com/office/drawing/2014/main" id="{62066F47-2525-D567-7C88-A6D78E7412DF}"/>
                </a:ext>
              </a:extLst>
            </p:cNvPr>
            <p:cNvSpPr/>
            <p:nvPr/>
          </p:nvSpPr>
          <p:spPr>
            <a:xfrm>
              <a:off x="9416" y="2239"/>
              <a:ext cx="2990" cy="1195"/>
            </a:xfrm>
            <a:prstGeom prst="parallelogram">
              <a:avLst/>
            </a:prstGeom>
            <a:solidFill>
              <a:srgbClr val="ECFDF5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D4373B3-BB27-CD7D-2603-FB07F26DC7AC}"/>
              </a:ext>
            </a:extLst>
          </p:cNvPr>
          <p:cNvGrpSpPr/>
          <p:nvPr/>
        </p:nvGrpSpPr>
        <p:grpSpPr>
          <a:xfrm>
            <a:off x="5190555" y="4662107"/>
            <a:ext cx="1838444" cy="914658"/>
            <a:chOff x="8765" y="1514"/>
            <a:chExt cx="3641" cy="1920"/>
          </a:xfrm>
          <a:solidFill>
            <a:srgbClr val="C0E587"/>
          </a:solidFill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94DE5A85-0F5D-BDDC-2C17-00F2DCEEF93D}"/>
                </a:ext>
              </a:extLst>
            </p:cNvPr>
            <p:cNvGrpSpPr/>
            <p:nvPr/>
          </p:nvGrpSpPr>
          <p:grpSpPr>
            <a:xfrm>
              <a:off x="8765" y="1514"/>
              <a:ext cx="3423" cy="1649"/>
              <a:chOff x="8765" y="1514"/>
              <a:chExt cx="3423" cy="1649"/>
            </a:xfrm>
            <a:grpFill/>
          </p:grpSpPr>
          <p:sp>
            <p:nvSpPr>
              <p:cNvPr id="35" name="平行四边形 34">
                <a:extLst>
                  <a:ext uri="{FF2B5EF4-FFF2-40B4-BE49-F238E27FC236}">
                    <a16:creationId xmlns:a16="http://schemas.microsoft.com/office/drawing/2014/main" id="{20104A8C-484F-8F21-FAE5-DC1B5C115D06}"/>
                  </a:ext>
                </a:extLst>
              </p:cNvPr>
              <p:cNvSpPr/>
              <p:nvPr/>
            </p:nvSpPr>
            <p:spPr>
              <a:xfrm>
                <a:off x="8765" y="1514"/>
                <a:ext cx="2990" cy="1195"/>
              </a:xfrm>
              <a:prstGeom prst="parallelogram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平行四边形 35">
                <a:extLst>
                  <a:ext uri="{FF2B5EF4-FFF2-40B4-BE49-F238E27FC236}">
                    <a16:creationId xmlns:a16="http://schemas.microsoft.com/office/drawing/2014/main" id="{9966F67C-6BB3-E9D4-B23F-9B66953A086A}"/>
                  </a:ext>
                </a:extLst>
              </p:cNvPr>
              <p:cNvSpPr/>
              <p:nvPr/>
            </p:nvSpPr>
            <p:spPr>
              <a:xfrm>
                <a:off x="8960" y="1732"/>
                <a:ext cx="2990" cy="1195"/>
              </a:xfrm>
              <a:prstGeom prst="parallelogram">
                <a:avLst/>
              </a:prstGeom>
              <a:solidFill>
                <a:srgbClr val="ECFDF5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平行四边形 36">
                <a:extLst>
                  <a:ext uri="{FF2B5EF4-FFF2-40B4-BE49-F238E27FC236}">
                    <a16:creationId xmlns:a16="http://schemas.microsoft.com/office/drawing/2014/main" id="{BD26F7C7-6195-77F4-0835-CC1D7BA6A5F5}"/>
                  </a:ext>
                </a:extLst>
              </p:cNvPr>
              <p:cNvSpPr/>
              <p:nvPr/>
            </p:nvSpPr>
            <p:spPr>
              <a:xfrm>
                <a:off x="9198" y="1968"/>
                <a:ext cx="2990" cy="1195"/>
              </a:xfrm>
              <a:prstGeom prst="parallelogram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7A0C2394-8DB0-0F02-EAF3-970CE6D9525B}"/>
                </a:ext>
              </a:extLst>
            </p:cNvPr>
            <p:cNvSpPr/>
            <p:nvPr/>
          </p:nvSpPr>
          <p:spPr>
            <a:xfrm>
              <a:off x="9416" y="2239"/>
              <a:ext cx="2990" cy="1195"/>
            </a:xfrm>
            <a:prstGeom prst="parallelogram">
              <a:avLst/>
            </a:prstGeom>
            <a:solidFill>
              <a:srgbClr val="ECFDF5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D085B91-0D7B-4915-4D13-FBC95DC38820}"/>
              </a:ext>
            </a:extLst>
          </p:cNvPr>
          <p:cNvCxnSpPr/>
          <p:nvPr/>
        </p:nvCxnSpPr>
        <p:spPr>
          <a:xfrm>
            <a:off x="4859020" y="1635028"/>
            <a:ext cx="429996" cy="402214"/>
          </a:xfrm>
          <a:prstGeom prst="straightConnector1">
            <a:avLst/>
          </a:prstGeom>
          <a:ln w="19050">
            <a:solidFill>
              <a:srgbClr val="18B7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4407B42-0D3E-12FB-5B2B-4843EF69052E}"/>
              </a:ext>
            </a:extLst>
          </p:cNvPr>
          <p:cNvCxnSpPr/>
          <p:nvPr/>
        </p:nvCxnSpPr>
        <p:spPr>
          <a:xfrm>
            <a:off x="4930674" y="2900222"/>
            <a:ext cx="429996" cy="402214"/>
          </a:xfrm>
          <a:prstGeom prst="straightConnector1">
            <a:avLst/>
          </a:prstGeom>
          <a:ln w="19050">
            <a:solidFill>
              <a:srgbClr val="18B7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85BC0F0-9D7E-162C-134E-3F57C8CBF60F}"/>
              </a:ext>
            </a:extLst>
          </p:cNvPr>
          <p:cNvCxnSpPr/>
          <p:nvPr/>
        </p:nvCxnSpPr>
        <p:spPr>
          <a:xfrm>
            <a:off x="4944588" y="4020649"/>
            <a:ext cx="429996" cy="402214"/>
          </a:xfrm>
          <a:prstGeom prst="straightConnector1">
            <a:avLst/>
          </a:prstGeom>
          <a:ln w="19050">
            <a:solidFill>
              <a:srgbClr val="18B7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DBD0284-077A-4C0A-D284-31951E6A1D01}"/>
              </a:ext>
            </a:extLst>
          </p:cNvPr>
          <p:cNvCxnSpPr/>
          <p:nvPr/>
        </p:nvCxnSpPr>
        <p:spPr>
          <a:xfrm>
            <a:off x="5002428" y="5303416"/>
            <a:ext cx="429996" cy="402214"/>
          </a:xfrm>
          <a:prstGeom prst="straightConnector1">
            <a:avLst/>
          </a:prstGeom>
          <a:ln w="19050">
            <a:solidFill>
              <a:srgbClr val="18B7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平行四边形 43">
            <a:extLst>
              <a:ext uri="{FF2B5EF4-FFF2-40B4-BE49-F238E27FC236}">
                <a16:creationId xmlns:a16="http://schemas.microsoft.com/office/drawing/2014/main" id="{67FCA9ED-263E-B8D2-7CD5-1590D381B00E}"/>
              </a:ext>
            </a:extLst>
          </p:cNvPr>
          <p:cNvSpPr/>
          <p:nvPr/>
        </p:nvSpPr>
        <p:spPr>
          <a:xfrm>
            <a:off x="4848070" y="892717"/>
            <a:ext cx="2368705" cy="581483"/>
          </a:xfrm>
          <a:prstGeom prst="parallelogram">
            <a:avLst>
              <a:gd name="adj" fmla="val 44194"/>
            </a:avLst>
          </a:prstGeom>
          <a:noFill/>
          <a:ln>
            <a:solidFill>
              <a:srgbClr val="E6A15A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平行四边形 45">
            <a:extLst>
              <a:ext uri="{FF2B5EF4-FFF2-40B4-BE49-F238E27FC236}">
                <a16:creationId xmlns:a16="http://schemas.microsoft.com/office/drawing/2014/main" id="{3DC6428C-31BC-6C10-46A2-B1D31617800B}"/>
              </a:ext>
            </a:extLst>
          </p:cNvPr>
          <p:cNvSpPr/>
          <p:nvPr/>
        </p:nvSpPr>
        <p:spPr>
          <a:xfrm>
            <a:off x="4966891" y="1045019"/>
            <a:ext cx="2368705" cy="581483"/>
          </a:xfrm>
          <a:prstGeom prst="parallelogram">
            <a:avLst>
              <a:gd name="adj" fmla="val 44194"/>
            </a:avLst>
          </a:prstGeom>
          <a:noFill/>
          <a:ln>
            <a:solidFill>
              <a:srgbClr val="E6A15A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平行四边形 47">
            <a:extLst>
              <a:ext uri="{FF2B5EF4-FFF2-40B4-BE49-F238E27FC236}">
                <a16:creationId xmlns:a16="http://schemas.microsoft.com/office/drawing/2014/main" id="{94375437-85ED-557D-071C-BACE194358C8}"/>
              </a:ext>
            </a:extLst>
          </p:cNvPr>
          <p:cNvSpPr/>
          <p:nvPr/>
        </p:nvSpPr>
        <p:spPr>
          <a:xfrm>
            <a:off x="5085712" y="1220426"/>
            <a:ext cx="2368705" cy="581483"/>
          </a:xfrm>
          <a:prstGeom prst="parallelogram">
            <a:avLst>
              <a:gd name="adj" fmla="val 44194"/>
            </a:avLst>
          </a:prstGeom>
          <a:noFill/>
          <a:ln>
            <a:solidFill>
              <a:srgbClr val="E6A15A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34.7,&quot;top&quot;:65.9,&quot;width&quot;:122.1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6"/>
          </a:solidFill>
          <a:prstDash val="dash"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</Words>
  <Application>Microsoft Office PowerPoint</Application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Comic Sans MS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洋 岳</cp:lastModifiedBy>
  <cp:revision>40</cp:revision>
  <dcterms:created xsi:type="dcterms:W3CDTF">2026-07-07T08:50:00Z</dcterms:created>
  <dcterms:modified xsi:type="dcterms:W3CDTF">2026-07-09T16:54:42Z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B19321D44F3446A58AC947E3D4A7639B_13</vt:lpwstr>
  </property>
  <property fmtid="{D5CDD505-2E9C-101B-9397-08002B2CF9AE}" pid="3" name="KSOProductBuildVer">
    <vt:lpwstr>2052-12.1.0.23542</vt:lpwstr>
  </property>
</Properties>
</file>