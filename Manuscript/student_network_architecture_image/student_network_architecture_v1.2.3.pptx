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64e8c7e7634d02" /><Relationship Type="http://schemas.openxmlformats.org/officeDocument/2006/relationships/extended-properties" Target="/docProps/app.xml" Id="R90a0e794e4e5439a" /><Relationship Type="http://schemas.openxmlformats.org/officeDocument/2006/relationships/officeDocument" Target="/ppt/presentation.xml" Id="R7204fdef670149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42d7d096f744ca"/>
  </p:sldMasterIdLst>
  <p:notesMasterIdLst>
    <p:notesMasterId xmlns:r="http://schemas.openxmlformats.org/officeDocument/2006/relationships" r:id="Rdbe14eb110f04b05"/>
  </p:notesMasterIdLst>
  <p:sldIdLst>
    <p:sldId xmlns:r="http://schemas.openxmlformats.org/officeDocument/2006/relationships" id="256" r:id="Rd8dd57bae0184980"/>
  </p:sldIdLst>
  <p:sldSz cx="2519997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b50019533846b3" /><Relationship Type="http://schemas.openxmlformats.org/officeDocument/2006/relationships/slideMaster" Target="/ppt/slideMasters/slideMaster1.xml" Id="R6242d7d096f744ca" /><Relationship Type="http://schemas.openxmlformats.org/officeDocument/2006/relationships/notesMaster" Target="/ppt/notesMasters/notesMaster1.xml" Id="Rdbe14eb110f04b05" /><Relationship Type="http://schemas.openxmlformats.org/officeDocument/2006/relationships/presProps" Target="/ppt/presProps.xml" Id="Rdbb7bddbe44e472b" /><Relationship Type="http://schemas.openxmlformats.org/officeDocument/2006/relationships/viewProps" Target="/ppt/viewProps.xml" Id="Rc9445837588742a7" /><Relationship Type="http://schemas.openxmlformats.org/officeDocument/2006/relationships/tableStyles" Target="/ppt/tableStyles.xml" Id="R87b8fd65e4dd47c0" /><Relationship Type="http://schemas.openxmlformats.org/officeDocument/2006/relationships/slide" Target="/ppt/slides/slide1.xml" Id="Rd8dd57bae01849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2973f4a76645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5c05d4b3794573" /><Relationship Type="http://schemas.openxmlformats.org/officeDocument/2006/relationships/notesMaster" Target="/ppt/notesMasters/notesMaster1.xml" Id="R1c0745770bce4a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f9881ffa540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ac0e40aed04101" /><Relationship Type="http://schemas.openxmlformats.org/officeDocument/2006/relationships/slideLayout" Target="/ppt/slideLayouts/slideLayout1.xml" Id="R8beb3e272d5c4c9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eb3e272d5c4c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cf8c084914969" /><Relationship Type="http://schemas.openxmlformats.org/officeDocument/2006/relationships/image" Target="/ppt/media/image.png" Id="Rdbf3b164068f402f" /><Relationship Type="http://schemas.openxmlformats.org/officeDocument/2006/relationships/image" Target="/ppt/media/image2.png" Id="R4096ad1c9f3e4dfc" /><Relationship Type="http://schemas.openxmlformats.org/officeDocument/2006/relationships/notesSlide" Target="/ppt/notesSlides/notesSlide1.xml" Id="R27faefa7108046e7" /></Relationships>
</file>

<file path=ppt/slides/slide1.xml><?xml version="1.0" encoding="utf-8"?>
<p:sld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9" name="圆角矩形 298">
            <a:extLst xmlns:a="http://schemas.openxmlformats.org/drawingml/2006/main">
              <a:ext uri="{FF2B5EF4-FFF2-40B4-BE49-F238E27FC236}">
                <a16:creationId xmlns:a16="http://schemas.microsoft.com/office/drawing/2014/main" id="{75E393F7-3C57-441D-B62C-218276D2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5930" y="384175"/>
            <a:ext cx="4662805" cy="4403725"/>
          </a:xfrm>
          <a:custGeom xmlns:a="http://schemas.openxmlformats.org/drawingml/2006/main">
            <a:gdLst>
              <a:gd name="csX0" fmla="*/ 0 w 3060883"/>
              <a:gd name="csY0" fmla="*/ 510157 h 4175125"/>
              <a:gd name="csX1" fmla="*/ 510157 w 3060883"/>
              <a:gd name="csY1" fmla="*/ 0 h 4175125"/>
              <a:gd name="csX2" fmla="*/ 1231158 w 3060883"/>
              <a:gd name="csY2" fmla="*/ 0 h 4175125"/>
              <a:gd name="csX3" fmla="*/ 1890942 w 3060883"/>
              <a:gd name="csY3" fmla="*/ 0 h 4175125"/>
              <a:gd name="csX4" fmla="*/ 2550726 w 3060883"/>
              <a:gd name="csY4" fmla="*/ 0 h 4175125"/>
              <a:gd name="csX5" fmla="*/ 3060883 w 3060883"/>
              <a:gd name="csY5" fmla="*/ 510157 h 4175125"/>
              <a:gd name="csX6" fmla="*/ 3060883 w 3060883"/>
              <a:gd name="csY6" fmla="*/ 1078023 h 4175125"/>
              <a:gd name="csX7" fmla="*/ 3060883 w 3060883"/>
              <a:gd name="csY7" fmla="*/ 1645889 h 4175125"/>
              <a:gd name="csX8" fmla="*/ 3060883 w 3060883"/>
              <a:gd name="csY8" fmla="*/ 2339947 h 4175125"/>
              <a:gd name="csX9" fmla="*/ 3060883 w 3060883"/>
              <a:gd name="csY9" fmla="*/ 2876265 h 4175125"/>
              <a:gd name="csX10" fmla="*/ 3060883 w 3060883"/>
              <a:gd name="csY10" fmla="*/ 3664968 h 4175125"/>
              <a:gd name="csX11" fmla="*/ 2550726 w 3060883"/>
              <a:gd name="csY11" fmla="*/ 4175125 h 4175125"/>
              <a:gd name="csX12" fmla="*/ 1931753 w 3060883"/>
              <a:gd name="csY12" fmla="*/ 4175125 h 4175125"/>
              <a:gd name="csX13" fmla="*/ 1210752 w 3060883"/>
              <a:gd name="csY13" fmla="*/ 4175125 h 4175125"/>
              <a:gd name="csX14" fmla="*/ 510157 w 3060883"/>
              <a:gd name="csY14" fmla="*/ 4175125 h 4175125"/>
              <a:gd name="csX15" fmla="*/ 0 w 3060883"/>
              <a:gd name="csY15" fmla="*/ 3664968 h 4175125"/>
              <a:gd name="csX16" fmla="*/ 0 w 3060883"/>
              <a:gd name="csY16" fmla="*/ 3002458 h 4175125"/>
              <a:gd name="csX17" fmla="*/ 0 w 3060883"/>
              <a:gd name="csY17" fmla="*/ 2466140 h 4175125"/>
              <a:gd name="csX18" fmla="*/ 0 w 3060883"/>
              <a:gd name="csY18" fmla="*/ 1898274 h 4175125"/>
              <a:gd name="csX19" fmla="*/ 0 w 3060883"/>
              <a:gd name="csY19" fmla="*/ 1204215 h 4175125"/>
              <a:gd name="csX20" fmla="*/ 0 w 3060883"/>
              <a:gd name="csY20" fmla="*/ 510157 h 4175125"/>
            </a:gdLst>
            <a:rect l="l" t="t" r="r" b="b"/>
            <a:pathLst>
              <a:path w="3060883" h="4175125">
                <a:moveTo>
                  <a:pt x="0" y="510157"/>
                </a:moveTo>
                <a:cubicBezTo>
                  <a:pt x="-34941" y="206853"/>
                  <a:pt x="194520" y="12718"/>
                  <a:pt x="510157" y="0"/>
                </a:cubicBezTo>
                <a:cubicBezTo>
                  <a:pt x="712320" y="15654"/>
                  <a:pt x="927741" y="26163"/>
                  <a:pt x="1231158" y="0"/>
                </a:cubicBezTo>
                <a:cubicBezTo>
                  <a:pt x="1534575" y="-26163"/>
                  <a:pt x="1717705" y="-7340"/>
                  <a:pt x="1890942" y="0"/>
                </a:cubicBezTo>
                <a:cubicBezTo>
                  <a:pt x="2064179" y="7340"/>
                  <a:pt x="2222092" y="25888"/>
                  <a:pt x="2550726" y="0"/>
                </a:cubicBezTo>
                <a:cubicBezTo>
                  <a:pt x="2825781" y="-21570"/>
                  <a:pt x="3064204" y="216114"/>
                  <a:pt x="3060883" y="510157"/>
                </a:cubicBezTo>
                <a:cubicBezTo>
                  <a:pt x="3076703" y="697532"/>
                  <a:pt x="3078383" y="857811"/>
                  <a:pt x="3060883" y="1078023"/>
                </a:cubicBezTo>
                <a:cubicBezTo>
                  <a:pt x="3043383" y="1298235"/>
                  <a:pt x="3083914" y="1501533"/>
                  <a:pt x="3060883" y="1645889"/>
                </a:cubicBezTo>
                <a:cubicBezTo>
                  <a:pt x="3037852" y="1790245"/>
                  <a:pt x="3079388" y="2015577"/>
                  <a:pt x="3060883" y="2339947"/>
                </a:cubicBezTo>
                <a:cubicBezTo>
                  <a:pt x="3042378" y="2664317"/>
                  <a:pt x="3052091" y="2702925"/>
                  <a:pt x="3060883" y="2876265"/>
                </a:cubicBezTo>
                <a:cubicBezTo>
                  <a:pt x="3069675" y="3049605"/>
                  <a:pt x="3038396" y="3327064"/>
                  <a:pt x="3060883" y="3664968"/>
                </a:cubicBezTo>
                <a:cubicBezTo>
                  <a:pt x="3088612" y="3987997"/>
                  <a:pt x="2834347" y="4194478"/>
                  <a:pt x="2550726" y="4175125"/>
                </a:cubicBezTo>
                <a:cubicBezTo>
                  <a:pt x="2283843" y="4153355"/>
                  <a:pt x="2158987" y="4144763"/>
                  <a:pt x="1931753" y="4175125"/>
                </a:cubicBezTo>
                <a:cubicBezTo>
                  <a:pt x="1704519" y="4205487"/>
                  <a:pt x="1531445" y="4183958"/>
                  <a:pt x="1210752" y="4175125"/>
                </a:cubicBezTo>
                <a:cubicBezTo>
                  <a:pt x="890059" y="4166292"/>
                  <a:pt x="809631" y="4146091"/>
                  <a:pt x="510157" y="4175125"/>
                </a:cubicBezTo>
                <a:cubicBezTo>
                  <a:pt x="207139" y="4155088"/>
                  <a:pt x="-30932" y="3900480"/>
                  <a:pt x="0" y="3664968"/>
                </a:cubicBezTo>
                <a:cubicBezTo>
                  <a:pt x="6417" y="3494494"/>
                  <a:pt x="-1534" y="3252211"/>
                  <a:pt x="0" y="3002458"/>
                </a:cubicBezTo>
                <a:cubicBezTo>
                  <a:pt x="1534" y="2752705"/>
                  <a:pt x="-12983" y="2606772"/>
                  <a:pt x="0" y="2466140"/>
                </a:cubicBezTo>
                <a:cubicBezTo>
                  <a:pt x="12983" y="2325508"/>
                  <a:pt x="15967" y="2153683"/>
                  <a:pt x="0" y="1898274"/>
                </a:cubicBezTo>
                <a:cubicBezTo>
                  <a:pt x="-15967" y="1642865"/>
                  <a:pt x="4713" y="1427698"/>
                  <a:pt x="0" y="1204215"/>
                </a:cubicBezTo>
                <a:cubicBezTo>
                  <a:pt x="-4713" y="980732"/>
                  <a:pt x="-17279" y="773324"/>
                  <a:pt x="0" y="5101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4" name="圆角矩形 213">
            <a:extLst xmlns:a="http://schemas.openxmlformats.org/drawingml/2006/main">
              <a:ext uri="{FF2B5EF4-FFF2-40B4-BE49-F238E27FC236}">
                <a16:creationId xmlns:a16="http://schemas.microsoft.com/office/drawing/2014/main" id="{28A3C97A-103C-4240-BFCB-C073F19D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8327" y="5534660"/>
            <a:ext cx="1295400" cy="99123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3B2A"/>
                </a:solidFill>
              </a:defRPr>
            </a:pPr>
            <a:r>
              <a:rPr sz="1600" b="1">
                <a:solidFill>
                  <a:srgbClr val="113B2A"/>
                </a:solidFill>
                <a:latin typeface="Comic Sans MS"/>
                <a:ea typeface="Comic Sans MS"/>
                <a:cs typeface="Comic Sans MS"/>
              </a:rPr>
              <a:t>Raw</a:t>
            </a:r>
            <a:r>
              <a:rPr sz="1600" b="1">
                <a:solidFill>
                  <a:srgbClr val="113B2A"/>
                </a:solidFill>
                <a:latin typeface="Comic Sans MS"/>
                <a:ea typeface="Comic Sans MS"/>
                <a:cs typeface="Comic Sans MS"/>
              </a:rPr>
              <a:t> Waveform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3B2A"/>
                </a:solidFill>
              </a:defRPr>
            </a:pPr>
          </a:p>
        </p:txBody>
      </p:sp>
      <p:pic>
        <p:nvPicPr>
          <p:cNvPr id="890" name="图片 2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3b164068f40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354217" y="5958840"/>
            <a:ext cx="929005" cy="638175"/>
          </a:xfrm>
          <a:prstGeom xmlns:a="http://schemas.openxmlformats.org/drawingml/2006/main" prst="rect">
            <a:avLst/>
          </a:prstGeom>
        </p:spPr>
      </p:pic>
      <p:sp>
        <p:nvSpPr>
          <p:cNvPr id="273" name="圆角矩形 272">
            <a:extLst xmlns:a="http://schemas.openxmlformats.org/drawingml/2006/main">
              <a:ext uri="{FF2B5EF4-FFF2-40B4-BE49-F238E27FC236}">
                <a16:creationId xmlns:a16="http://schemas.microsoft.com/office/drawing/2014/main" id="{90551648-536E-4349-B882-B2772AF2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442" y="476885"/>
            <a:ext cx="6685280" cy="5382651"/>
          </a:xfrm>
          <a:custGeom xmlns:a="http://schemas.openxmlformats.org/drawingml/2006/main">
            <a:gdLst>
              <a:gd name="csX0" fmla="*/ 0 w 3831590"/>
              <a:gd name="csY0" fmla="*/ 638611 h 5888355"/>
              <a:gd name="csX1" fmla="*/ 638611 w 3831590"/>
              <a:gd name="csY1" fmla="*/ 0 h 5888355"/>
              <a:gd name="csX2" fmla="*/ 1328290 w 3831590"/>
              <a:gd name="csY2" fmla="*/ 0 h 5888355"/>
              <a:gd name="csX3" fmla="*/ 1941339 w 3831590"/>
              <a:gd name="csY3" fmla="*/ 0 h 5888355"/>
              <a:gd name="csX4" fmla="*/ 2528843 w 3831590"/>
              <a:gd name="csY4" fmla="*/ 0 h 5888355"/>
              <a:gd name="csX5" fmla="*/ 3192979 w 3831590"/>
              <a:gd name="csY5" fmla="*/ 0 h 5888355"/>
              <a:gd name="csX6" fmla="*/ 3831590 w 3831590"/>
              <a:gd name="csY6" fmla="*/ 638611 h 5888355"/>
              <a:gd name="csX7" fmla="*/ 3831590 w 3831590"/>
              <a:gd name="csY7" fmla="*/ 1297344 h 5888355"/>
              <a:gd name="csX8" fmla="*/ 3831590 w 3831590"/>
              <a:gd name="csY8" fmla="*/ 2048300 h 5888355"/>
              <a:gd name="csX9" fmla="*/ 3831590 w 3831590"/>
              <a:gd name="csY9" fmla="*/ 2568700 h 5888355"/>
              <a:gd name="csX10" fmla="*/ 3831590 w 3831590"/>
              <a:gd name="csY10" fmla="*/ 3227433 h 5888355"/>
              <a:gd name="csX11" fmla="*/ 3831590 w 3831590"/>
              <a:gd name="csY11" fmla="*/ 3886166 h 5888355"/>
              <a:gd name="csX12" fmla="*/ 3831590 w 3831590"/>
              <a:gd name="csY12" fmla="*/ 4498788 h 5888355"/>
              <a:gd name="csX13" fmla="*/ 3831590 w 3831590"/>
              <a:gd name="csY13" fmla="*/ 5249744 h 5888355"/>
              <a:gd name="csX14" fmla="*/ 3192979 w 3831590"/>
              <a:gd name="csY14" fmla="*/ 5888355 h 5888355"/>
              <a:gd name="csX15" fmla="*/ 2554387 w 3831590"/>
              <a:gd name="csY15" fmla="*/ 5888355 h 5888355"/>
              <a:gd name="csX16" fmla="*/ 1864708 w 3831590"/>
              <a:gd name="csY16" fmla="*/ 5888355 h 5888355"/>
              <a:gd name="csX17" fmla="*/ 1226116 w 3831590"/>
              <a:gd name="csY17" fmla="*/ 5888355 h 5888355"/>
              <a:gd name="csX18" fmla="*/ 638611 w 3831590"/>
              <a:gd name="csY18" fmla="*/ 5888355 h 5888355"/>
              <a:gd name="csX19" fmla="*/ 0 w 3831590"/>
              <a:gd name="csY19" fmla="*/ 5249744 h 5888355"/>
              <a:gd name="csX20" fmla="*/ 0 w 3831590"/>
              <a:gd name="csY20" fmla="*/ 4544899 h 5888355"/>
              <a:gd name="csX21" fmla="*/ 0 w 3831590"/>
              <a:gd name="csY21" fmla="*/ 3978389 h 5888355"/>
              <a:gd name="csX22" fmla="*/ 0 w 3831590"/>
              <a:gd name="csY22" fmla="*/ 3319655 h 5888355"/>
              <a:gd name="csX23" fmla="*/ 0 w 3831590"/>
              <a:gd name="csY23" fmla="*/ 2799256 h 5888355"/>
              <a:gd name="csX24" fmla="*/ 0 w 3831590"/>
              <a:gd name="csY24" fmla="*/ 2278857 h 5888355"/>
              <a:gd name="csX25" fmla="*/ 0 w 3831590"/>
              <a:gd name="csY25" fmla="*/ 1620124 h 5888355"/>
              <a:gd name="csX26" fmla="*/ 0 w 3831590"/>
              <a:gd name="csY26" fmla="*/ 638611 h 5888355"/>
            </a:gdLst>
            <a:rect l="l" t="t" r="r" b="b"/>
            <a:pathLst>
              <a:path w="3831590" h="5888355">
                <a:moveTo>
                  <a:pt x="0" y="638611"/>
                </a:moveTo>
                <a:cubicBezTo>
                  <a:pt x="-51663" y="254049"/>
                  <a:pt x="218565" y="25278"/>
                  <a:pt x="638611" y="0"/>
                </a:cubicBezTo>
                <a:cubicBezTo>
                  <a:pt x="868773" y="28820"/>
                  <a:pt x="1071988" y="-26586"/>
                  <a:pt x="1328290" y="0"/>
                </a:cubicBezTo>
                <a:cubicBezTo>
                  <a:pt x="1584592" y="26586"/>
                  <a:pt x="1695329" y="1530"/>
                  <a:pt x="1941339" y="0"/>
                </a:cubicBezTo>
                <a:cubicBezTo>
                  <a:pt x="2187349" y="-1530"/>
                  <a:pt x="2349772" y="-12815"/>
                  <a:pt x="2528843" y="0"/>
                </a:cubicBezTo>
                <a:cubicBezTo>
                  <a:pt x="2707914" y="12815"/>
                  <a:pt x="2962722" y="32311"/>
                  <a:pt x="3192979" y="0"/>
                </a:cubicBezTo>
                <a:cubicBezTo>
                  <a:pt x="3556809" y="-22915"/>
                  <a:pt x="3793987" y="280158"/>
                  <a:pt x="3831590" y="638611"/>
                </a:cubicBezTo>
                <a:cubicBezTo>
                  <a:pt x="3819437" y="951065"/>
                  <a:pt x="3851680" y="1093479"/>
                  <a:pt x="3831590" y="1297344"/>
                </a:cubicBezTo>
                <a:cubicBezTo>
                  <a:pt x="3811500" y="1501209"/>
                  <a:pt x="3800198" y="1789414"/>
                  <a:pt x="3831590" y="2048300"/>
                </a:cubicBezTo>
                <a:cubicBezTo>
                  <a:pt x="3862982" y="2307186"/>
                  <a:pt x="3826503" y="2333970"/>
                  <a:pt x="3831590" y="2568700"/>
                </a:cubicBezTo>
                <a:cubicBezTo>
                  <a:pt x="3836677" y="2803430"/>
                  <a:pt x="3841198" y="2994282"/>
                  <a:pt x="3831590" y="3227433"/>
                </a:cubicBezTo>
                <a:cubicBezTo>
                  <a:pt x="3821982" y="3460584"/>
                  <a:pt x="3817901" y="3622947"/>
                  <a:pt x="3831590" y="3886166"/>
                </a:cubicBezTo>
                <a:cubicBezTo>
                  <a:pt x="3845279" y="4149385"/>
                  <a:pt x="3842561" y="4333306"/>
                  <a:pt x="3831590" y="4498788"/>
                </a:cubicBezTo>
                <a:cubicBezTo>
                  <a:pt x="3820619" y="4664270"/>
                  <a:pt x="3847484" y="4992123"/>
                  <a:pt x="3831590" y="5249744"/>
                </a:cubicBezTo>
                <a:cubicBezTo>
                  <a:pt x="3877396" y="5545575"/>
                  <a:pt x="3484935" y="5864875"/>
                  <a:pt x="3192979" y="5888355"/>
                </a:cubicBezTo>
                <a:cubicBezTo>
                  <a:pt x="2874649" y="5867594"/>
                  <a:pt x="2812068" y="5893526"/>
                  <a:pt x="2554387" y="5888355"/>
                </a:cubicBezTo>
                <a:cubicBezTo>
                  <a:pt x="2296706" y="5883184"/>
                  <a:pt x="2144120" y="5875141"/>
                  <a:pt x="1864708" y="5888355"/>
                </a:cubicBezTo>
                <a:cubicBezTo>
                  <a:pt x="1585296" y="5901569"/>
                  <a:pt x="1448723" y="5877739"/>
                  <a:pt x="1226116" y="5888355"/>
                </a:cubicBezTo>
                <a:cubicBezTo>
                  <a:pt x="1003509" y="5898971"/>
                  <a:pt x="778918" y="5860713"/>
                  <a:pt x="638611" y="5888355"/>
                </a:cubicBezTo>
                <a:cubicBezTo>
                  <a:pt x="242491" y="5890143"/>
                  <a:pt x="32342" y="5544137"/>
                  <a:pt x="0" y="5249744"/>
                </a:cubicBezTo>
                <a:cubicBezTo>
                  <a:pt x="-20236" y="4992887"/>
                  <a:pt x="23680" y="4878763"/>
                  <a:pt x="0" y="4544899"/>
                </a:cubicBezTo>
                <a:cubicBezTo>
                  <a:pt x="-23680" y="4211036"/>
                  <a:pt x="4433" y="4164259"/>
                  <a:pt x="0" y="3978389"/>
                </a:cubicBezTo>
                <a:cubicBezTo>
                  <a:pt x="-4433" y="3792519"/>
                  <a:pt x="31472" y="3538848"/>
                  <a:pt x="0" y="3319655"/>
                </a:cubicBezTo>
                <a:cubicBezTo>
                  <a:pt x="-31472" y="3100462"/>
                  <a:pt x="-7217" y="2930079"/>
                  <a:pt x="0" y="2799256"/>
                </a:cubicBezTo>
                <a:cubicBezTo>
                  <a:pt x="7217" y="2668433"/>
                  <a:pt x="1059" y="2535592"/>
                  <a:pt x="0" y="2278857"/>
                </a:cubicBezTo>
                <a:cubicBezTo>
                  <a:pt x="-1059" y="2022122"/>
                  <a:pt x="-23122" y="1827857"/>
                  <a:pt x="0" y="1620124"/>
                </a:cubicBezTo>
                <a:cubicBezTo>
                  <a:pt x="23122" y="1412391"/>
                  <a:pt x="-35486" y="1121813"/>
                  <a:pt x="0" y="63861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892" name="直接箭头连接符 292"/>
          <p:cNvCxnSpPr/>
          <p:nvPr/>
        </p:nvCxnSpPr>
        <p:spPr>
          <a:xfrm xmlns:a="http://schemas.openxmlformats.org/drawingml/2006/main" flipH="1">
            <a:off x="7930672" y="3507996"/>
            <a:ext cx="3175" cy="55626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18B760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94" name="文本框 293">
            <a:extLst xmlns:a="http://schemas.openxmlformats.org/drawingml/2006/main">
              <a:ext uri="{FF2B5EF4-FFF2-40B4-BE49-F238E27FC236}">
                <a16:creationId xmlns:a16="http://schemas.microsoft.com/office/drawing/2014/main" id="{DF94DC36-9428-42BD-875E-AE4B8F6D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557" y="4050030"/>
            <a:ext cx="461645" cy="22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18B760"/>
                </a:solidFill>
                <a:latin typeface="Comic Sans MS"/>
                <a:ea typeface="Comic Sans MS"/>
                <a:cs typeface="Comic Sans MS"/>
              </a:rPr>
              <a:t>time</a:t>
            </a:r>
          </a:p>
        </p:txBody>
      </p:sp>
      <p:sp>
        <p:nvSpPr>
          <p:cNvPr id="300" name="圆角矩形 299">
            <a:extLst xmlns:a="http://schemas.openxmlformats.org/drawingml/2006/main">
              <a:ext uri="{FF2B5EF4-FFF2-40B4-BE49-F238E27FC236}">
                <a16:creationId xmlns:a16="http://schemas.microsoft.com/office/drawing/2014/main" id="{236CACA5-58C6-426C-ADA6-7BEDD24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0067" y="4988560"/>
            <a:ext cx="1257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15240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Classifier</a:t>
            </a:r>
          </a:p>
        </p:txBody>
      </p:sp>
      <p:cxnSp>
        <p:nvCxnSpPr>
          <p:cNvPr id="895" name="直接箭头连接符 335"/>
          <p:cNvCxnSpPr/>
          <p:nvPr/>
        </p:nvCxnSpPr>
        <p:spPr>
          <a:xfrm xmlns:a="http://schemas.openxmlformats.org/drawingml/2006/main" flipV="1">
            <a:off x="8818402" y="5102225"/>
            <a:ext cx="0" cy="4324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37" name="圆角矩形 336">
            <a:extLst xmlns:a="http://schemas.openxmlformats.org/drawingml/2006/main">
              <a:ext uri="{FF2B5EF4-FFF2-40B4-BE49-F238E27FC236}">
                <a16:creationId xmlns:a16="http://schemas.microsoft.com/office/drawing/2014/main" id="{B2310EDA-BCF1-4989-9322-9B0D7C9D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327" y="4572000"/>
            <a:ext cx="1200150" cy="53022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3B2A"/>
                </a:solidFill>
              </a:defRPr>
            </a:pPr>
            <a:r>
              <a:rPr sz="1350" b="1">
                <a:solidFill>
                  <a:srgbClr val="113B2A"/>
                </a:solidFill>
                <a:latin typeface="Comic Sans MS"/>
                <a:ea typeface="Comic Sans MS"/>
                <a:cs typeface="Comic Sans MS"/>
              </a:rPr>
              <a:t>CNN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3B2A"/>
                </a:solidFill>
              </a:defRPr>
            </a:pPr>
            <a:r>
              <a:rPr sz="1350" b="1">
                <a:solidFill>
                  <a:srgbClr val="113B2A"/>
                </a:solidFill>
                <a:latin typeface="Comic Sans MS"/>
                <a:ea typeface="Comic Sans MS"/>
                <a:cs typeface="Comic Sans MS"/>
              </a:rPr>
              <a:t>encoder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13B2A"/>
                </a:solidFill>
              </a:defRPr>
            </a:p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EA78018-DB2F-4B31-9ECA-C8C2E9EA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532" y="6068695"/>
            <a:ext cx="37934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47857"/>
                </a:solidFill>
              </a:defRPr>
            </a:pPr>
            <a:r>
              <a:rPr sz="1800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(c)Student Model based on LNN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F0171961-0276-47A4-A15B-11835AD9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390" y="476885"/>
            <a:ext cx="1535430" cy="361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47857"/>
                </a:solidFill>
                <a:latin typeface="Comic Sans MS"/>
                <a:ea typeface="Comic Sans MS"/>
                <a:cs typeface="Comic Sans MS"/>
              </a:rPr>
              <a:t>BPCSCFC</a:t>
            </a:r>
          </a:p>
          <a:p xmlns:a="http://schemas.openxmlformats.org/drawingml/2006/main"/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3D22F4F-152C-4DB7-9A3A-F97152FB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8375" y="476885"/>
            <a:ext cx="1221740" cy="309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47857"/>
                </a:solidFill>
                <a:latin typeface="Comic Sans MS"/>
                <a:ea typeface="Comic Sans MS"/>
                <a:cs typeface="Comic Sans MS"/>
              </a:rPr>
              <a:t>DRASP</a:t>
            </a:r>
          </a:p>
          <a:p xmlns:a="http://schemas.openxmlformats.org/drawingml/2006/main"/>
        </p:txBody>
      </p:sp>
      <p:sp>
        <p:nvSpPr>
          <p:cNvPr id="186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98BE33AB-2A66-41A1-9A32-A28725D3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93502" y="3839845"/>
            <a:ext cx="3400428" cy="2843530"/>
          </a:xfrm>
          <a:custGeom xmlns:a="http://schemas.openxmlformats.org/drawingml/2006/main">
            <a:gdLst>
              <a:gd name="csX0" fmla="*/ 0 w 10000"/>
              <a:gd name="csY0" fmla="*/ 569 h 10000"/>
              <a:gd name="csX1" fmla="*/ 364 w 10000"/>
              <a:gd name="csY1" fmla="*/ 0 h 10000"/>
              <a:gd name="csX2" fmla="*/ 9636 w 10000"/>
              <a:gd name="csY2" fmla="*/ 0 h 10000"/>
              <a:gd name="csX3" fmla="*/ 10000 w 10000"/>
              <a:gd name="csY3" fmla="*/ 569 h 10000"/>
              <a:gd name="csX4" fmla="*/ 10000 w 10000"/>
              <a:gd name="csY4" fmla="*/ 9431 h 10000"/>
              <a:gd name="csX5" fmla="*/ 9636 w 10000"/>
              <a:gd name="csY5" fmla="*/ 10000 h 10000"/>
              <a:gd name="csX6" fmla="*/ 364 w 10000"/>
              <a:gd name="csY6" fmla="*/ 10000 h 10000"/>
              <a:gd name="csX7" fmla="*/ 0 w 10000"/>
              <a:gd name="csY7" fmla="*/ 9431 h 10000"/>
              <a:gd name="csX8" fmla="*/ 0 w 10000"/>
              <a:gd name="csY8" fmla="*/ 569 h 10000"/>
            </a:gdLst>
            <a:rect l="l" t="t" r="r" b="b"/>
            <a:pathLst>
              <a:path w="10000" h="10000">
                <a:moveTo>
                  <a:pt x="0" y="569"/>
                </a:moveTo>
                <a:cubicBezTo>
                  <a:pt x="15" y="278"/>
                  <a:pt x="168" y="48"/>
                  <a:pt x="364" y="0"/>
                </a:cubicBezTo>
                <a:cubicBezTo>
                  <a:pt x="4976" y="85"/>
                  <a:pt x="6979" y="-128"/>
                  <a:pt x="9636" y="0"/>
                </a:cubicBezTo>
                <a:cubicBezTo>
                  <a:pt x="9868" y="-38"/>
                  <a:pt x="9967" y="242"/>
                  <a:pt x="10000" y="569"/>
                </a:cubicBezTo>
                <a:cubicBezTo>
                  <a:pt x="9908" y="2925"/>
                  <a:pt x="10239" y="6826"/>
                  <a:pt x="10000" y="9431"/>
                </a:cubicBezTo>
                <a:cubicBezTo>
                  <a:pt x="9979" y="9702"/>
                  <a:pt x="9839" y="9972"/>
                  <a:pt x="9636" y="10000"/>
                </a:cubicBezTo>
                <a:cubicBezTo>
                  <a:pt x="6365" y="9708"/>
                  <a:pt x="2772" y="9664"/>
                  <a:pt x="364" y="10000"/>
                </a:cubicBezTo>
                <a:cubicBezTo>
                  <a:pt x="116" y="10002"/>
                  <a:pt x="33" y="9686"/>
                  <a:pt x="0" y="9431"/>
                </a:cubicBezTo>
                <a:cubicBezTo>
                  <a:pt x="13" y="7438"/>
                  <a:pt x="171" y="2858"/>
                  <a:pt x="0" y="569"/>
                </a:cubicBezTo>
                <a:close/>
              </a:path>
              <a:path w="10000" h="10000">
                <a:moveTo>
                  <a:pt x="0" y="569"/>
                </a:moveTo>
                <a:cubicBezTo>
                  <a:pt x="-7" y="250"/>
                  <a:pt x="129" y="13"/>
                  <a:pt x="364" y="0"/>
                </a:cubicBezTo>
                <a:cubicBezTo>
                  <a:pt x="3953" y="-71"/>
                  <a:pt x="6087" y="-273"/>
                  <a:pt x="9636" y="0"/>
                </a:cubicBezTo>
                <a:cubicBezTo>
                  <a:pt x="9796" y="-31"/>
                  <a:pt x="9984" y="287"/>
                  <a:pt x="10000" y="569"/>
                </a:cubicBezTo>
                <a:cubicBezTo>
                  <a:pt x="10326" y="3697"/>
                  <a:pt x="10190" y="5062"/>
                  <a:pt x="10000" y="9431"/>
                </a:cubicBezTo>
                <a:cubicBezTo>
                  <a:pt x="10015" y="9713"/>
                  <a:pt x="9807" y="9995"/>
                  <a:pt x="9636" y="10000"/>
                </a:cubicBezTo>
                <a:cubicBezTo>
                  <a:pt x="6828" y="10191"/>
                  <a:pt x="2479" y="10453"/>
                  <a:pt x="364" y="10000"/>
                </a:cubicBezTo>
                <a:cubicBezTo>
                  <a:pt x="150" y="10021"/>
                  <a:pt x="-36" y="9703"/>
                  <a:pt x="0" y="9431"/>
                </a:cubicBezTo>
                <a:cubicBezTo>
                  <a:pt x="244" y="6696"/>
                  <a:pt x="-115" y="4121"/>
                  <a:pt x="0" y="569"/>
                </a:cubicBezTo>
                <a:close/>
              </a:path>
            </a:pathLst>
          </a:custGeom>
          <a:solidFill xmlns:a="http://schemas.openxmlformats.org/drawingml/2006/main">
            <a:srgbClr val="ECFDF5"/>
          </a:solidFill>
          <a:ln xmlns:a="http://schemas.openxmlformats.org/drawingml/2006/main" w="13335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0" name="矩形 209">
            <a:extLst xmlns:a="http://schemas.openxmlformats.org/drawingml/2006/main">
              <a:ext uri="{FF2B5EF4-FFF2-40B4-BE49-F238E27FC236}">
                <a16:creationId xmlns:a16="http://schemas.microsoft.com/office/drawing/2014/main" id="{42D94BA6-2D56-45CE-8EF6-E2AA25F4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3553" y="3351530"/>
            <a:ext cx="3277332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47857"/>
                </a:solidFill>
              </a:defRPr>
            </a:pPr>
            <a:r>
              <a:rPr sz="1800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(b)</a:t>
            </a:r>
            <a:r>
              <a:rPr sz="1800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AutoNCP</a:t>
            </a:r>
            <a:r>
              <a:rPr sz="1800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1800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Sparse Wiring</a:t>
            </a:r>
          </a:p>
        </p:txBody>
      </p:sp>
      <p:sp>
        <p:nvSpPr>
          <p:cNvPr id="228" name="圆角矩形 227">
            <a:extLst xmlns:a="http://schemas.openxmlformats.org/drawingml/2006/main">
              <a:ext uri="{FF2B5EF4-FFF2-40B4-BE49-F238E27FC236}">
                <a16:creationId xmlns:a16="http://schemas.microsoft.com/office/drawing/2014/main" id="{2D204957-C207-4A75-9983-2C419759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6528" y="3908425"/>
            <a:ext cx="458861" cy="23742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6">
              <a:lumMod val="40000"/>
              <a:lumOff val="60000"/>
            </a:schemeClr>
          </a:solidFill>
          <a:ln xmlns:a="http://schemas.openxmlformats.org/drawingml/2006/main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9" name="任意多边形 106">
            <a:extLst xmlns:a="http://schemas.openxmlformats.org/drawingml/2006/main">
              <a:ext uri="{FF2B5EF4-FFF2-40B4-BE49-F238E27FC236}">
                <a16:creationId xmlns:a16="http://schemas.microsoft.com/office/drawing/2014/main" id="{A9EDDA46-7C41-4BB5-ACD4-FA46B704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4525" y="4923155"/>
            <a:ext cx="0" cy="467995"/>
          </a:xfrm>
          <a:custGeom xmlns:a="http://schemas.openxmlformats.org/drawingml/2006/main">
            <a:rect l="0" t="0" r="0" b="0"/>
            <a:pathLst>
              <a:path w="47625" h="628650">
                <a:moveTo>
                  <a:pt x="0" y="0"/>
                </a:moveTo>
                <a:lnTo>
                  <a:pt x="47625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B050"/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2" name="椭圆 231">
            <a:extLst xmlns:a="http://schemas.openxmlformats.org/drawingml/2006/main">
              <a:ext uri="{FF2B5EF4-FFF2-40B4-BE49-F238E27FC236}">
                <a16:creationId xmlns:a16="http://schemas.microsoft.com/office/drawing/2014/main" id="{D80D1E8D-F442-4BCC-A550-244351E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9448" y="4118610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3" name="文本框 232">
            <a:extLst xmlns:a="http://schemas.openxmlformats.org/drawingml/2006/main">
              <a:ext uri="{FF2B5EF4-FFF2-40B4-BE49-F238E27FC236}">
                <a16:creationId xmlns:a16="http://schemas.microsoft.com/office/drawing/2014/main" id="{BBF70AE9-8770-4BA2-AE77-11B6E206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1276" y="5996305"/>
            <a:ext cx="494113" cy="398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latin typeface="Comic Sans MS"/>
                <a:ea typeface="Comic Sans MS"/>
                <a:cs typeface="Comic Sans MS"/>
              </a:rPr>
              <a:t>Inter</a:t>
            </a:r>
          </a:p>
        </p:txBody>
      </p:sp>
      <p:sp>
        <p:nvSpPr>
          <p:cNvPr id="219" name="圆角矩形 218">
            <a:extLst xmlns:a="http://schemas.openxmlformats.org/drawingml/2006/main">
              <a:ext uri="{FF2B5EF4-FFF2-40B4-BE49-F238E27FC236}">
                <a16:creationId xmlns:a16="http://schemas.microsoft.com/office/drawing/2014/main" id="{1B078236-8BE0-468F-9E87-868124A6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805" y="3908425"/>
            <a:ext cx="458861" cy="23742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6">
              <a:lumMod val="40000"/>
              <a:lumOff val="60000"/>
            </a:schemeClr>
          </a:solidFill>
          <a:ln xmlns:a="http://schemas.openxmlformats.org/drawingml/2006/main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6" name="任意多边形 106">
            <a:extLst xmlns:a="http://schemas.openxmlformats.org/drawingml/2006/main">
              <a:ext uri="{FF2B5EF4-FFF2-40B4-BE49-F238E27FC236}">
                <a16:creationId xmlns:a16="http://schemas.microsoft.com/office/drawing/2014/main" id="{E9D4DEE1-50DA-4E8C-9913-36C13055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36802" y="4923155"/>
            <a:ext cx="0" cy="628650"/>
          </a:xfrm>
          <a:custGeom xmlns:a="http://schemas.openxmlformats.org/drawingml/2006/main">
            <a:rect l="0" t="0" r="0" b="0"/>
            <a:pathLst>
              <a:path w="47625" h="628650">
                <a:moveTo>
                  <a:pt x="0" y="0"/>
                </a:moveTo>
                <a:lnTo>
                  <a:pt x="47625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B050"/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8" name="椭圆 217">
            <a:extLst xmlns:a="http://schemas.openxmlformats.org/drawingml/2006/main">
              <a:ext uri="{FF2B5EF4-FFF2-40B4-BE49-F238E27FC236}">
                <a16:creationId xmlns:a16="http://schemas.microsoft.com/office/drawing/2014/main" id="{FE6DA8B2-E939-432C-A667-92295667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58784" y="5780405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0" name="椭圆 219">
            <a:extLst xmlns:a="http://schemas.openxmlformats.org/drawingml/2006/main">
              <a:ext uri="{FF2B5EF4-FFF2-40B4-BE49-F238E27FC236}">
                <a16:creationId xmlns:a16="http://schemas.microsoft.com/office/drawing/2014/main" id="{8B63F136-992D-4656-BA93-F350894F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5141" y="4484370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1" name="椭圆 220">
            <a:extLst xmlns:a="http://schemas.openxmlformats.org/drawingml/2006/main">
              <a:ext uri="{FF2B5EF4-FFF2-40B4-BE49-F238E27FC236}">
                <a16:creationId xmlns:a16="http://schemas.microsoft.com/office/drawing/2014/main" id="{CABA65EA-81E0-40F4-A8F6-1AC4D04B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65141" y="4124325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2" name="文本框 221">
            <a:extLst xmlns:a="http://schemas.openxmlformats.org/drawingml/2006/main">
              <a:ext uri="{FF2B5EF4-FFF2-40B4-BE49-F238E27FC236}">
                <a16:creationId xmlns:a16="http://schemas.microsoft.com/office/drawing/2014/main" id="{3850A974-B5D0-4755-A120-AAECA9A4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3553" y="5996305"/>
            <a:ext cx="554794" cy="245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latin typeface="Comic Sans MS"/>
                <a:ea typeface="Comic Sans MS"/>
                <a:cs typeface="Comic Sans MS"/>
              </a:rPr>
              <a:t>Input</a:t>
            </a:r>
          </a:p>
        </p:txBody>
      </p:sp>
      <p:sp>
        <p:nvSpPr>
          <p:cNvPr id="236" name="圆角矩形 235">
            <a:extLst xmlns:a="http://schemas.openxmlformats.org/drawingml/2006/main">
              <a:ext uri="{FF2B5EF4-FFF2-40B4-BE49-F238E27FC236}">
                <a16:creationId xmlns:a16="http://schemas.microsoft.com/office/drawing/2014/main" id="{D776DAA9-FFAA-4775-9CD3-6542F904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20256" y="3909060"/>
            <a:ext cx="458861" cy="23742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6">
              <a:lumMod val="40000"/>
              <a:lumOff val="60000"/>
            </a:schemeClr>
          </a:solidFill>
          <a:ln xmlns:a="http://schemas.openxmlformats.org/drawingml/2006/main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7" name="任意多边形 106">
            <a:extLst xmlns:a="http://schemas.openxmlformats.org/drawingml/2006/main">
              <a:ext uri="{FF2B5EF4-FFF2-40B4-BE49-F238E27FC236}">
                <a16:creationId xmlns:a16="http://schemas.microsoft.com/office/drawing/2014/main" id="{1A6397A5-435B-48CF-A25B-BB6DE306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8253" y="4752975"/>
            <a:ext cx="0" cy="628650"/>
          </a:xfrm>
          <a:custGeom xmlns:a="http://schemas.openxmlformats.org/drawingml/2006/main">
            <a:rect l="0" t="0" r="0" b="0"/>
            <a:pathLst>
              <a:path w="47625" h="628650">
                <a:moveTo>
                  <a:pt x="0" y="0"/>
                </a:moveTo>
                <a:lnTo>
                  <a:pt x="47625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B050"/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1" name="文本框 240">
            <a:extLst xmlns:a="http://schemas.openxmlformats.org/drawingml/2006/main">
              <a:ext uri="{FF2B5EF4-FFF2-40B4-BE49-F238E27FC236}">
                <a16:creationId xmlns:a16="http://schemas.microsoft.com/office/drawing/2014/main" id="{9F49D8CB-BC9E-47F6-A3E3-894086E3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8368" y="5996940"/>
            <a:ext cx="746083" cy="2298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latin typeface="Comic Sans MS"/>
                <a:ea typeface="Comic Sans MS"/>
                <a:cs typeface="Comic Sans MS"/>
              </a:rPr>
              <a:t>Command</a:t>
            </a:r>
          </a:p>
        </p:txBody>
      </p:sp>
      <p:sp>
        <p:nvSpPr>
          <p:cNvPr id="252" name="圆角矩形 251">
            <a:extLst xmlns:a="http://schemas.openxmlformats.org/drawingml/2006/main">
              <a:ext uri="{FF2B5EF4-FFF2-40B4-BE49-F238E27FC236}">
                <a16:creationId xmlns:a16="http://schemas.microsoft.com/office/drawing/2014/main" id="{E0A83BA2-DEFE-4845-9C77-2C7EF430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3831" y="3908425"/>
            <a:ext cx="458861" cy="237426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6">
              <a:lumMod val="40000"/>
              <a:lumOff val="60000"/>
            </a:schemeClr>
          </a:solidFill>
          <a:ln xmlns:a="http://schemas.openxmlformats.org/drawingml/2006/main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3" name="任意多边形 106">
            <a:extLst xmlns:a="http://schemas.openxmlformats.org/drawingml/2006/main">
              <a:ext uri="{FF2B5EF4-FFF2-40B4-BE49-F238E27FC236}">
                <a16:creationId xmlns:a16="http://schemas.microsoft.com/office/drawing/2014/main" id="{AFFAD0A4-9C68-46D1-BA6B-FEFDA5F5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51828" y="4923155"/>
            <a:ext cx="0" cy="485775"/>
          </a:xfrm>
          <a:custGeom xmlns:a="http://schemas.openxmlformats.org/drawingml/2006/main">
            <a:rect l="0" t="0" r="0" b="0"/>
            <a:pathLst>
              <a:path w="47625" h="628650">
                <a:moveTo>
                  <a:pt x="0" y="0"/>
                </a:moveTo>
                <a:lnTo>
                  <a:pt x="47625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B050"/>
            </a:solidFill>
            <a:prstDash val="sysDot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7" name="文本框 256">
            <a:extLst xmlns:a="http://schemas.openxmlformats.org/drawingml/2006/main">
              <a:ext uri="{FF2B5EF4-FFF2-40B4-BE49-F238E27FC236}">
                <a16:creationId xmlns:a16="http://schemas.microsoft.com/office/drawing/2014/main" id="{E854918E-63CE-4E69-BD28-E61989F6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38579" y="5996305"/>
            <a:ext cx="562307" cy="245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latin typeface="Comic Sans MS"/>
                <a:ea typeface="Comic Sans MS"/>
                <a:cs typeface="Comic Sans MS"/>
              </a:rPr>
              <a:t>Motor</a:t>
            </a:r>
          </a:p>
        </p:txBody>
      </p:sp>
      <p:cxnSp>
        <p:nvCxnSpPr>
          <p:cNvPr id="918" name="直接箭头连接符 273"/>
          <p:cNvCxnSpPr>
            <a:stCxn xmlns:a="http://schemas.openxmlformats.org/drawingml/2006/main" id="221" idx="6"/>
            <a:endCxn xmlns:a="http://schemas.openxmlformats.org/drawingml/2006/main" id="232" idx="2"/>
          </p:cNvCxnSpPr>
          <p:nvPr/>
        </p:nvCxnSpPr>
        <p:spPr>
          <a:xfrm xmlns:a="http://schemas.openxmlformats.org/drawingml/2006/main" rot="0" flipH="0" flipV="1">
            <a:off x="4121178" y="4204335"/>
            <a:ext cx="788270" cy="571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19" name="直接箭头连接符 274"/>
          <p:cNvCxnSpPr>
            <a:stCxn xmlns:a="http://schemas.openxmlformats.org/drawingml/2006/main" id="221" idx="5"/>
            <a:endCxn xmlns:a="http://schemas.openxmlformats.org/drawingml/2006/main" id="272" idx="2"/>
          </p:cNvCxnSpPr>
          <p:nvPr/>
        </p:nvCxnSpPr>
        <p:spPr>
          <a:xfrm xmlns:a="http://schemas.openxmlformats.org/drawingml/2006/main" rot="0" flipH="0" flipV="0">
            <a:off x="4098061" y="4270375"/>
            <a:ext cx="790582" cy="130810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20" name="直接箭头连接符 275"/>
          <p:cNvCxnSpPr>
            <a:stCxn xmlns:a="http://schemas.openxmlformats.org/drawingml/2006/main" id="220" idx="6"/>
            <a:endCxn xmlns:a="http://schemas.openxmlformats.org/drawingml/2006/main" id="231" idx="2"/>
          </p:cNvCxnSpPr>
          <p:nvPr/>
        </p:nvCxnSpPr>
        <p:spPr>
          <a:xfrm xmlns:a="http://schemas.openxmlformats.org/drawingml/2006/main" rot="0" flipH="0" flipV="0">
            <a:off x="4121178" y="4570095"/>
            <a:ext cx="761686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21" name="直接箭头连接符 277"/>
          <p:cNvCxnSpPr>
            <a:stCxn xmlns:a="http://schemas.openxmlformats.org/drawingml/2006/main" id="218" idx="6"/>
            <a:endCxn xmlns:a="http://schemas.openxmlformats.org/drawingml/2006/main" id="230" idx="2"/>
          </p:cNvCxnSpPr>
          <p:nvPr/>
        </p:nvCxnSpPr>
        <p:spPr>
          <a:xfrm xmlns:a="http://schemas.openxmlformats.org/drawingml/2006/main" rot="0" flipH="0" flipV="0">
            <a:off x="4114821" y="5866130"/>
            <a:ext cx="768043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22" name="直接箭头连接符 278"/>
          <p:cNvCxnSpPr>
            <a:stCxn xmlns:a="http://schemas.openxmlformats.org/drawingml/2006/main" id="272" idx="6"/>
            <a:endCxn xmlns:a="http://schemas.openxmlformats.org/drawingml/2006/main" id="240" idx="2"/>
          </p:cNvCxnSpPr>
          <p:nvPr/>
        </p:nvCxnSpPr>
        <p:spPr>
          <a:xfrm xmlns:a="http://schemas.openxmlformats.org/drawingml/2006/main" rot="0" flipH="0" flipV="1">
            <a:off x="5044679" y="4210685"/>
            <a:ext cx="781913" cy="136779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23" name="直接箭头连接符 282"/>
          <p:cNvCxnSpPr>
            <a:stCxn xmlns:a="http://schemas.openxmlformats.org/drawingml/2006/main" id="272" idx="6"/>
            <a:endCxn xmlns:a="http://schemas.openxmlformats.org/drawingml/2006/main" id="238" idx="2"/>
          </p:cNvCxnSpPr>
          <p:nvPr/>
        </p:nvCxnSpPr>
        <p:spPr>
          <a:xfrm xmlns:a="http://schemas.openxmlformats.org/drawingml/2006/main" rot="0" flipH="0" flipV="0">
            <a:off x="5044679" y="5578475"/>
            <a:ext cx="775556" cy="28829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24" name="直接箭头连接符 286"/>
          <p:cNvCxnSpPr>
            <a:stCxn xmlns:a="http://schemas.openxmlformats.org/drawingml/2006/main" id="239" idx="6"/>
            <a:endCxn xmlns:a="http://schemas.openxmlformats.org/drawingml/2006/main" id="255" idx="2"/>
          </p:cNvCxnSpPr>
          <p:nvPr/>
        </p:nvCxnSpPr>
        <p:spPr>
          <a:xfrm xmlns:a="http://schemas.openxmlformats.org/drawingml/2006/main" rot="0" flipH="0" flipV="1">
            <a:off x="5982629" y="4570095"/>
            <a:ext cx="697538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25" name="直接箭头连接符 287"/>
          <p:cNvCxnSpPr>
            <a:stCxn xmlns:a="http://schemas.openxmlformats.org/drawingml/2006/main" id="239" idx="5"/>
            <a:endCxn xmlns:a="http://schemas.openxmlformats.org/drawingml/2006/main" id="167" idx="1"/>
          </p:cNvCxnSpPr>
          <p:nvPr/>
        </p:nvCxnSpPr>
        <p:spPr>
          <a:xfrm xmlns:a="http://schemas.openxmlformats.org/drawingml/2006/main" rot="0" flipH="0" flipV="0">
            <a:off x="5959512" y="4631055"/>
            <a:ext cx="748972" cy="122999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26" name="直接箭头连接符 288"/>
          <p:cNvCxnSpPr>
            <a:stCxn xmlns:a="http://schemas.openxmlformats.org/drawingml/2006/main" id="238" idx="6"/>
            <a:endCxn xmlns:a="http://schemas.openxmlformats.org/drawingml/2006/main" id="286" idx="2"/>
          </p:cNvCxnSpPr>
          <p:nvPr/>
        </p:nvCxnSpPr>
        <p:spPr>
          <a:xfrm xmlns:a="http://schemas.openxmlformats.org/drawingml/2006/main" rot="0" flipH="0" flipV="1">
            <a:off x="5976272" y="5578475"/>
            <a:ext cx="713142" cy="28829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91" name="文本框 290">
            <a:extLst xmlns:a="http://schemas.openxmlformats.org/drawingml/2006/main">
              <a:ext uri="{FF2B5EF4-FFF2-40B4-BE49-F238E27FC236}">
                <a16:creationId xmlns:a16="http://schemas.microsoft.com/office/drawing/2014/main" id="{EF2D5C25-0841-465B-A9F5-1F7D8AC1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8369" y="5294630"/>
            <a:ext cx="877846" cy="398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chemeClr val="accent2"/>
                </a:solidFill>
                <a:latin typeface="Comic Sans MS"/>
                <a:ea typeface="Comic Sans MS"/>
                <a:cs typeface="Comic Sans MS"/>
              </a:rPr>
              <a:t>recurrent synapses</a:t>
            </a:r>
          </a:p>
        </p:txBody>
      </p:sp>
      <p:cxnSp>
        <p:nvCxnSpPr>
          <p:cNvPr id="928" name="直接箭头连接符 4"/>
          <p:cNvCxnSpPr>
            <a:stCxn xmlns:a="http://schemas.openxmlformats.org/drawingml/2006/main" id="232" idx="6"/>
            <a:endCxn xmlns:a="http://schemas.openxmlformats.org/drawingml/2006/main" id="239" idx="2"/>
          </p:cNvCxnSpPr>
          <p:nvPr/>
        </p:nvCxnSpPr>
        <p:spPr>
          <a:xfrm xmlns:a="http://schemas.openxmlformats.org/drawingml/2006/main" rot="0" flipH="0" flipV="0">
            <a:off x="5065484" y="4204335"/>
            <a:ext cx="761108" cy="3663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headEnd type="none"/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5" name="椭圆 134">
            <a:extLst xmlns:a="http://schemas.openxmlformats.org/drawingml/2006/main">
              <a:ext uri="{FF2B5EF4-FFF2-40B4-BE49-F238E27FC236}">
                <a16:creationId xmlns:a16="http://schemas.microsoft.com/office/drawing/2014/main" id="{F8413A66-C4FC-4DF0-8B1C-0BCBDCF1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4525" y="4168140"/>
            <a:ext cx="65303" cy="71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9" name="椭圆 138">
            <a:extLst xmlns:a="http://schemas.openxmlformats.org/drawingml/2006/main">
              <a:ext uri="{FF2B5EF4-FFF2-40B4-BE49-F238E27FC236}">
                <a16:creationId xmlns:a16="http://schemas.microsoft.com/office/drawing/2014/main" id="{ABFD1F92-E6DB-4AE9-8F41-8BEA259F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065" y="5502910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0" name="椭圆 139">
            <a:extLst xmlns:a="http://schemas.openxmlformats.org/drawingml/2006/main">
              <a:ext uri="{FF2B5EF4-FFF2-40B4-BE49-F238E27FC236}">
                <a16:creationId xmlns:a16="http://schemas.microsoft.com/office/drawing/2014/main" id="{A028412F-319F-4A87-BD4D-E10284E5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3720" y="5553075"/>
            <a:ext cx="65303" cy="71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3" name="椭圆 142">
            <a:extLst xmlns:a="http://schemas.openxmlformats.org/drawingml/2006/main">
              <a:ext uri="{FF2B5EF4-FFF2-40B4-BE49-F238E27FC236}">
                <a16:creationId xmlns:a16="http://schemas.microsoft.com/office/drawing/2014/main" id="{E0F2B130-7EBC-4585-B17A-696B6415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065" y="4483735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4" name="椭圆 143">
            <a:extLst xmlns:a="http://schemas.openxmlformats.org/drawingml/2006/main">
              <a:ext uri="{FF2B5EF4-FFF2-40B4-BE49-F238E27FC236}">
                <a16:creationId xmlns:a16="http://schemas.microsoft.com/office/drawing/2014/main" id="{A6F2A5E8-B1D8-43DC-8247-5CC966AD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3720" y="4533900"/>
            <a:ext cx="65303" cy="71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6" name="椭圆 145">
            <a:extLst xmlns:a="http://schemas.openxmlformats.org/drawingml/2006/main">
              <a:ext uri="{FF2B5EF4-FFF2-40B4-BE49-F238E27FC236}">
                <a16:creationId xmlns:a16="http://schemas.microsoft.com/office/drawing/2014/main" id="{E247E9E0-AF65-4F05-AF3C-B918915D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88065" y="5782945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7" name="椭圆 146">
            <a:extLst xmlns:a="http://schemas.openxmlformats.org/drawingml/2006/main">
              <a:ext uri="{FF2B5EF4-FFF2-40B4-BE49-F238E27FC236}">
                <a16:creationId xmlns:a16="http://schemas.microsoft.com/office/drawing/2014/main" id="{6B846E83-7C22-4523-BF0B-70C03FE9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3720" y="5833110"/>
            <a:ext cx="65303" cy="71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9" name="椭圆 148">
            <a:extLst xmlns:a="http://schemas.openxmlformats.org/drawingml/2006/main">
              <a:ext uri="{FF2B5EF4-FFF2-40B4-BE49-F238E27FC236}">
                <a16:creationId xmlns:a16="http://schemas.microsoft.com/office/drawing/2014/main" id="{109AF5D9-15A7-45CB-BB85-BD4BDC9A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0235" y="4138295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0" name="椭圆 149">
            <a:extLst xmlns:a="http://schemas.openxmlformats.org/drawingml/2006/main">
              <a:ext uri="{FF2B5EF4-FFF2-40B4-BE49-F238E27FC236}">
                <a16:creationId xmlns:a16="http://schemas.microsoft.com/office/drawing/2014/main" id="{A5E711FC-1B64-4379-8E2C-8BC873C7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65890" y="4188460"/>
            <a:ext cx="65303" cy="71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5" name="椭圆 154">
            <a:extLst xmlns:a="http://schemas.openxmlformats.org/drawingml/2006/main">
              <a:ext uri="{FF2B5EF4-FFF2-40B4-BE49-F238E27FC236}">
                <a16:creationId xmlns:a16="http://schemas.microsoft.com/office/drawing/2014/main" id="{5E5B1740-3850-48CE-B88F-2334ABAB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0235" y="5782945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6" name="椭圆 155">
            <a:extLst xmlns:a="http://schemas.openxmlformats.org/drawingml/2006/main">
              <a:ext uri="{FF2B5EF4-FFF2-40B4-BE49-F238E27FC236}">
                <a16:creationId xmlns:a16="http://schemas.microsoft.com/office/drawing/2014/main" id="{92F95CDF-FB51-4BE1-A192-728F7826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65890" y="5833110"/>
            <a:ext cx="65303" cy="71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2" name="椭圆 151">
            <a:extLst xmlns:a="http://schemas.openxmlformats.org/drawingml/2006/main">
              <a:ext uri="{FF2B5EF4-FFF2-40B4-BE49-F238E27FC236}">
                <a16:creationId xmlns:a16="http://schemas.microsoft.com/office/drawing/2014/main" id="{9869F39E-3879-4F68-AC6E-3D00E4C9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0235" y="4498340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3" name="椭圆 152">
            <a:extLst xmlns:a="http://schemas.openxmlformats.org/drawingml/2006/main">
              <a:ext uri="{FF2B5EF4-FFF2-40B4-BE49-F238E27FC236}">
                <a16:creationId xmlns:a16="http://schemas.microsoft.com/office/drawing/2014/main" id="{E405C07E-579E-40DC-A4CE-CB01076B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65890" y="4548505"/>
            <a:ext cx="65303" cy="71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cxnSp>
        <p:nvCxnSpPr>
          <p:cNvPr id="942" name="曲线连接符 289"/>
          <p:cNvCxnSpPr/>
          <p:nvPr/>
        </p:nvCxnSpPr>
        <p:spPr>
          <a:xfrm xmlns:a="http://schemas.openxmlformats.org/drawingml/2006/main" rot="0" flipH="0" flipV="1">
            <a:off x="5497184" y="5708650"/>
            <a:ext cx="720654" cy="360045"/>
          </a:xfrm>
          <a:prstGeom xmlns:a="http://schemas.openxmlformats.org/drawingml/2006/main" prst="curvedConnector3">
            <a:avLst>
              <a:gd name="adj1" fmla="val 54370"/>
            </a:avLst>
          </a:prstGeom>
          <a:ln xmlns:a="http://schemas.openxmlformats.org/drawingml/2006/main">
            <a:solidFill>
              <a:schemeClr val="accent2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8" name="椭圆 157">
            <a:extLst xmlns:a="http://schemas.openxmlformats.org/drawingml/2006/main">
              <a:ext uri="{FF2B5EF4-FFF2-40B4-BE49-F238E27FC236}">
                <a16:creationId xmlns:a16="http://schemas.microsoft.com/office/drawing/2014/main" id="{032C5AB3-2158-47B8-981D-69BCCF85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5368" y="4117975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9" name="椭圆 158">
            <a:extLst xmlns:a="http://schemas.openxmlformats.org/drawingml/2006/main">
              <a:ext uri="{FF2B5EF4-FFF2-40B4-BE49-F238E27FC236}">
                <a16:creationId xmlns:a16="http://schemas.microsoft.com/office/drawing/2014/main" id="{60CD313C-583C-4085-A210-75C2B70D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1023" y="4168140"/>
            <a:ext cx="65303" cy="71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1" name="椭圆 160">
            <a:extLst xmlns:a="http://schemas.openxmlformats.org/drawingml/2006/main">
              <a:ext uri="{FF2B5EF4-FFF2-40B4-BE49-F238E27FC236}">
                <a16:creationId xmlns:a16="http://schemas.microsoft.com/office/drawing/2014/main" id="{E063893C-04A4-4C13-8B2C-DAAE007F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5368" y="4485640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2" name="椭圆 161">
            <a:extLst xmlns:a="http://schemas.openxmlformats.org/drawingml/2006/main">
              <a:ext uri="{FF2B5EF4-FFF2-40B4-BE49-F238E27FC236}">
                <a16:creationId xmlns:a16="http://schemas.microsoft.com/office/drawing/2014/main" id="{CD8B63ED-8A5C-45DD-BED3-265D8EC5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1023" y="4535805"/>
            <a:ext cx="65303" cy="71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4" name="椭圆 163">
            <a:extLst xmlns:a="http://schemas.openxmlformats.org/drawingml/2006/main">
              <a:ext uri="{FF2B5EF4-FFF2-40B4-BE49-F238E27FC236}">
                <a16:creationId xmlns:a16="http://schemas.microsoft.com/office/drawing/2014/main" id="{02080A6E-B82E-4F90-9B3E-F6FB060F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5368" y="5475605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5" name="椭圆 164">
            <a:extLst xmlns:a="http://schemas.openxmlformats.org/drawingml/2006/main">
              <a:ext uri="{FF2B5EF4-FFF2-40B4-BE49-F238E27FC236}">
                <a16:creationId xmlns:a16="http://schemas.microsoft.com/office/drawing/2014/main" id="{B74119F9-7B63-4460-9F71-702B1297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1023" y="5525770"/>
            <a:ext cx="65303" cy="71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7" name="椭圆 166">
            <a:extLst xmlns:a="http://schemas.openxmlformats.org/drawingml/2006/main">
              <a:ext uri="{FF2B5EF4-FFF2-40B4-BE49-F238E27FC236}">
                <a16:creationId xmlns:a16="http://schemas.microsoft.com/office/drawing/2014/main" id="{4099EFE9-D4BD-4561-92F6-0C70B958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5368" y="5835650"/>
            <a:ext cx="156035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8" name="椭圆 167">
            <a:extLst xmlns:a="http://schemas.openxmlformats.org/drawingml/2006/main">
              <a:ext uri="{FF2B5EF4-FFF2-40B4-BE49-F238E27FC236}">
                <a16:creationId xmlns:a16="http://schemas.microsoft.com/office/drawing/2014/main" id="{FB420BC6-02CB-4EDA-8EA7-23CE7721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1023" y="5885815"/>
            <a:ext cx="65303" cy="71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9" name="任意多边形 168">
            <a:extLst xmlns:a="http://schemas.openxmlformats.org/drawingml/2006/main">
              <a:ext uri="{FF2B5EF4-FFF2-40B4-BE49-F238E27FC236}">
                <a16:creationId xmlns:a16="http://schemas.microsoft.com/office/drawing/2014/main" id="{915A02F5-DCC2-4F87-B34E-B33FBD49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910" y="257192"/>
            <a:ext cx="14184842" cy="6426886"/>
          </a:xfrm>
          <a:custGeom xmlns:a="http://schemas.openxmlformats.org/drawingml/2006/main">
            <a:gdLst>
              <a:gd name="connsiteX0" fmla="*/ 2835 w 22338"/>
              <a:gd name="connsiteY0" fmla="*/ 4948 h 10121"/>
              <a:gd name="connsiteX1" fmla="*/ 4105 w 22338"/>
              <a:gd name="connsiteY1" fmla="*/ 16 h 10121"/>
              <a:gd name="connsiteX2" fmla="*/ 6880 w 22338"/>
              <a:gd name="connsiteY2" fmla="*/ 32 h 10121"/>
              <a:gd name="connsiteX3" fmla="*/ 8332 w 22338"/>
              <a:gd name="connsiteY3" fmla="*/ 34 h 10121"/>
              <a:gd name="connsiteX4" fmla="*/ 9622 w 22338"/>
              <a:gd name="connsiteY4" fmla="*/ 35 h 10121"/>
              <a:gd name="connsiteX5" fmla="*/ 11398 w 22338"/>
              <a:gd name="connsiteY5" fmla="*/ 37 h 10121"/>
              <a:gd name="connsiteX6" fmla="*/ 12848 w 22338"/>
              <a:gd name="connsiteY6" fmla="*/ 39 h 10121"/>
              <a:gd name="connsiteX7" fmla="*/ 14785 w 22338"/>
              <a:gd name="connsiteY7" fmla="*/ 41 h 10121"/>
              <a:gd name="connsiteX8" fmla="*/ 16075 w 22338"/>
              <a:gd name="connsiteY8" fmla="*/ 42 h 10121"/>
              <a:gd name="connsiteX9" fmla="*/ 18012 w 22338"/>
              <a:gd name="connsiteY9" fmla="*/ 45 h 10121"/>
              <a:gd name="connsiteX10" fmla="*/ 19140 w 22338"/>
              <a:gd name="connsiteY10" fmla="*/ 46 h 10121"/>
              <a:gd name="connsiteX11" fmla="*/ 21077 w 22338"/>
              <a:gd name="connsiteY11" fmla="*/ 48 h 10121"/>
              <a:gd name="connsiteX12" fmla="*/ 22192 w 22338"/>
              <a:gd name="connsiteY12" fmla="*/ 1739 h 10121"/>
              <a:gd name="connsiteX13" fmla="*/ 22137 w 22338"/>
              <a:gd name="connsiteY13" fmla="*/ 8503 h 10121"/>
              <a:gd name="connsiteX14" fmla="*/ 21175 w 22338"/>
              <a:gd name="connsiteY14" fmla="*/ 10067 h 10121"/>
              <a:gd name="connsiteX15" fmla="*/ 20010 w 22338"/>
              <a:gd name="connsiteY15" fmla="*/ 10069 h 10121"/>
              <a:gd name="connsiteX16" fmla="*/ 18434 w 22338"/>
              <a:gd name="connsiteY16" fmla="*/ 10072 h 10121"/>
              <a:gd name="connsiteX17" fmla="*/ 17063 w 22338"/>
              <a:gd name="connsiteY17" fmla="*/ 10074 h 10121"/>
              <a:gd name="connsiteX18" fmla="*/ 16101 w 22338"/>
              <a:gd name="connsiteY18" fmla="*/ 10076 h 10121"/>
              <a:gd name="connsiteX19" fmla="*/ 14936 w 22338"/>
              <a:gd name="connsiteY19" fmla="*/ 10078 h 10121"/>
              <a:gd name="connsiteX20" fmla="*/ 13770 w 22338"/>
              <a:gd name="connsiteY20" fmla="*/ 10080 h 10121"/>
              <a:gd name="connsiteX21" fmla="*/ 12400 w 22338"/>
              <a:gd name="connsiteY21" fmla="*/ 10082 h 10121"/>
              <a:gd name="connsiteX22" fmla="*/ 10415 w 22338"/>
              <a:gd name="connsiteY22" fmla="*/ 10086 h 10121"/>
              <a:gd name="connsiteX23" fmla="*/ 8840 w 22338"/>
              <a:gd name="connsiteY23" fmla="*/ 10089 h 10121"/>
              <a:gd name="connsiteX24" fmla="*/ 7468 w 22338"/>
              <a:gd name="connsiteY24" fmla="*/ 10091 h 10121"/>
              <a:gd name="connsiteX25" fmla="*/ 6508 w 22338"/>
              <a:gd name="connsiteY25" fmla="*/ 10093 h 10121"/>
              <a:gd name="connsiteX26" fmla="*/ 5546 w 22338"/>
              <a:gd name="connsiteY26" fmla="*/ 10094 h 10121"/>
              <a:gd name="connsiteX27" fmla="*/ 3767 w 22338"/>
              <a:gd name="connsiteY27" fmla="*/ 10098 h 10121"/>
              <a:gd name="connsiteX28" fmla="*/ 2601 w 22338"/>
              <a:gd name="connsiteY28" fmla="*/ 10100 h 10121"/>
              <a:gd name="connsiteX29" fmla="*/ 694 w 22338"/>
              <a:gd name="connsiteY29" fmla="*/ 10103 h 10121"/>
              <a:gd name="connsiteX30" fmla="*/ 182 w 22338"/>
              <a:gd name="connsiteY30" fmla="*/ 4827 h 10121"/>
              <a:gd name="connsiteX31" fmla="*/ 969 w 22338"/>
              <a:gd name="connsiteY31" fmla="*/ 4890 h 10121"/>
              <a:gd name="connsiteX32" fmla="*/ 2394 w 22338"/>
              <a:gd name="connsiteY32" fmla="*/ 4896 h 10121"/>
              <a:gd name="connsiteX33" fmla="*/ 2835 w 22338"/>
              <a:gd name="connsiteY33" fmla="*/ 4948 h 10121"/>
            </a:gdLst>
            <a:rect l="l" t="t" r="r" b="b"/>
            <a:pathLst>
              <a:path w="22338" h="10121">
                <a:moveTo>
                  <a:pt x="2835" y="4948"/>
                </a:moveTo>
                <a:cubicBezTo>
                  <a:pt x="2630" y="3935"/>
                  <a:pt x="2602" y="49"/>
                  <a:pt x="4105" y="16"/>
                </a:cubicBezTo>
                <a:cubicBezTo>
                  <a:pt x="4896" y="50"/>
                  <a:pt x="6274" y="44"/>
                  <a:pt x="6880" y="32"/>
                </a:cubicBezTo>
                <a:cubicBezTo>
                  <a:pt x="7486" y="21"/>
                  <a:pt x="7779" y="79"/>
                  <a:pt x="8332" y="34"/>
                </a:cubicBezTo>
                <a:cubicBezTo>
                  <a:pt x="8885" y="-12"/>
                  <a:pt x="9102" y="72"/>
                  <a:pt x="9622" y="35"/>
                </a:cubicBezTo>
                <a:cubicBezTo>
                  <a:pt x="10143" y="-1"/>
                  <a:pt x="10916" y="-22"/>
                  <a:pt x="11398" y="37"/>
                </a:cubicBezTo>
                <a:cubicBezTo>
                  <a:pt x="11877" y="96"/>
                  <a:pt x="12305" y="69"/>
                  <a:pt x="12848" y="39"/>
                </a:cubicBezTo>
                <a:cubicBezTo>
                  <a:pt x="13393" y="8"/>
                  <a:pt x="14250" y="73"/>
                  <a:pt x="14785" y="41"/>
                </a:cubicBezTo>
                <a:cubicBezTo>
                  <a:pt x="15319" y="9"/>
                  <a:pt x="15551" y="8"/>
                  <a:pt x="16075" y="42"/>
                </a:cubicBezTo>
                <a:cubicBezTo>
                  <a:pt x="16600" y="77"/>
                  <a:pt x="17463" y="17"/>
                  <a:pt x="18012" y="45"/>
                </a:cubicBezTo>
                <a:cubicBezTo>
                  <a:pt x="18561" y="72"/>
                  <a:pt x="18696" y="36"/>
                  <a:pt x="19140" y="46"/>
                </a:cubicBezTo>
                <a:cubicBezTo>
                  <a:pt x="19584" y="55"/>
                  <a:pt x="20588" y="44"/>
                  <a:pt x="21077" y="48"/>
                </a:cubicBezTo>
                <a:cubicBezTo>
                  <a:pt x="22567" y="167"/>
                  <a:pt x="22203" y="894"/>
                  <a:pt x="22192" y="1739"/>
                </a:cubicBezTo>
                <a:cubicBezTo>
                  <a:pt x="22382" y="4185"/>
                  <a:pt x="22409" y="6482"/>
                  <a:pt x="22137" y="8503"/>
                </a:cubicBezTo>
                <a:cubicBezTo>
                  <a:pt x="22283" y="9343"/>
                  <a:pt x="22592" y="9918"/>
                  <a:pt x="21175" y="10067"/>
                </a:cubicBezTo>
                <a:lnTo>
                  <a:pt x="20010" y="10069"/>
                </a:lnTo>
                <a:cubicBezTo>
                  <a:pt x="19715" y="10080"/>
                  <a:pt x="18873" y="10039"/>
                  <a:pt x="18434" y="10072"/>
                </a:cubicBezTo>
                <a:cubicBezTo>
                  <a:pt x="17995" y="10105"/>
                  <a:pt x="17598" y="10110"/>
                  <a:pt x="17063" y="10074"/>
                </a:cubicBezTo>
                <a:cubicBezTo>
                  <a:pt x="16527" y="10039"/>
                  <a:pt x="16568" y="10101"/>
                  <a:pt x="16101" y="10076"/>
                </a:cubicBezTo>
                <a:cubicBezTo>
                  <a:pt x="15636" y="10051"/>
                  <a:pt x="15367" y="10095"/>
                  <a:pt x="14936" y="10078"/>
                </a:cubicBezTo>
                <a:cubicBezTo>
                  <a:pt x="14507" y="10061"/>
                  <a:pt x="14287" y="10102"/>
                  <a:pt x="13770" y="10080"/>
                </a:cubicBezTo>
                <a:cubicBezTo>
                  <a:pt x="13252" y="10058"/>
                  <a:pt x="12938" y="10122"/>
                  <a:pt x="12400" y="10082"/>
                </a:cubicBezTo>
                <a:cubicBezTo>
                  <a:pt x="11862" y="10043"/>
                  <a:pt x="11102" y="10129"/>
                  <a:pt x="10415" y="10086"/>
                </a:cubicBezTo>
                <a:cubicBezTo>
                  <a:pt x="9727" y="10042"/>
                  <a:pt x="9224" y="10045"/>
                  <a:pt x="8840" y="10089"/>
                </a:cubicBezTo>
                <a:cubicBezTo>
                  <a:pt x="8455" y="10132"/>
                  <a:pt x="8075" y="10094"/>
                  <a:pt x="7468" y="10091"/>
                </a:cubicBezTo>
                <a:cubicBezTo>
                  <a:pt x="6861" y="10088"/>
                  <a:pt x="6900" y="10123"/>
                  <a:pt x="6508" y="10093"/>
                </a:cubicBezTo>
                <a:cubicBezTo>
                  <a:pt x="6116" y="10062"/>
                  <a:pt x="5885" y="10121"/>
                  <a:pt x="5546" y="10094"/>
                </a:cubicBezTo>
                <a:cubicBezTo>
                  <a:pt x="5207" y="10068"/>
                  <a:pt x="4452" y="10096"/>
                  <a:pt x="3767" y="10098"/>
                </a:cubicBezTo>
                <a:cubicBezTo>
                  <a:pt x="3080" y="10099"/>
                  <a:pt x="3041" y="10123"/>
                  <a:pt x="2601" y="10100"/>
                </a:cubicBezTo>
                <a:cubicBezTo>
                  <a:pt x="2160" y="10076"/>
                  <a:pt x="1493" y="10155"/>
                  <a:pt x="694" y="10103"/>
                </a:cubicBezTo>
                <a:cubicBezTo>
                  <a:pt x="-415" y="10249"/>
                  <a:pt x="122" y="5740"/>
                  <a:pt x="182" y="4827"/>
                </a:cubicBezTo>
                <a:cubicBezTo>
                  <a:pt x="534" y="4841"/>
                  <a:pt x="577" y="4866"/>
                  <a:pt x="969" y="4890"/>
                </a:cubicBezTo>
                <a:cubicBezTo>
                  <a:pt x="1361" y="4915"/>
                  <a:pt x="2083" y="4886"/>
                  <a:pt x="2394" y="4896"/>
                </a:cubicBezTo>
                <a:cubicBezTo>
                  <a:pt x="2705" y="4906"/>
                  <a:pt x="2129" y="4913"/>
                  <a:pt x="2835" y="49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chemeClr val="accent3">
                <a:lumMod val="75000"/>
              </a:schemeClr>
            </a:solidFill>
            <a:prstDash val="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上箭头 10">
            <a:extLst xmlns:a="http://schemas.openxmlformats.org/drawingml/2006/main">
              <a:ext uri="{FF2B5EF4-FFF2-40B4-BE49-F238E27FC236}">
                <a16:creationId xmlns:a16="http://schemas.microsoft.com/office/drawing/2014/main" id="{82CC98DA-FDB5-4B5B-A11D-1EC78A9A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422" y="4286885"/>
            <a:ext cx="80010" cy="269240"/>
          </a:xfrm>
          <a:prstGeom xmlns:a="http://schemas.openxmlformats.org/drawingml/2006/main" prst="upArrow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上箭头 11">
            <a:extLst xmlns:a="http://schemas.openxmlformats.org/drawingml/2006/main">
              <a:ext uri="{FF2B5EF4-FFF2-40B4-BE49-F238E27FC236}">
                <a16:creationId xmlns:a16="http://schemas.microsoft.com/office/drawing/2014/main" id="{7F575FEC-B182-4B07-A747-46912B14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88522" y="3810440"/>
            <a:ext cx="72000" cy="269240"/>
          </a:xfrm>
          <a:prstGeom xmlns:a="http://schemas.openxmlformats.org/drawingml/2006/main" prst="upArrow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0D607AB4-043E-485F-A98A-2E4E156B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37" y="2146300"/>
            <a:ext cx="149860" cy="24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latin typeface="Comic Sans MS"/>
                <a:ea typeface="Comic Sans MS"/>
                <a:cs typeface="Comic Sans MS"/>
              </a:rPr>
              <a:t>0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F405D35C-0F44-4424-8078-A8C914C3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22" y="2296160"/>
            <a:ext cx="149860" cy="24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BA5A169-6AE9-4C55-9E61-31F2694A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22" y="2440305"/>
            <a:ext cx="149860" cy="24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B0793A09-9FC9-45CE-BDF2-E483E1D1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22" y="2602230"/>
            <a:ext cx="149860" cy="24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cxnSp>
        <p:nvCxnSpPr>
          <p:cNvPr id="958" name="直接箭头连接符 38"/>
          <p:cNvCxnSpPr/>
          <p:nvPr/>
        </p:nvCxnSpPr>
        <p:spPr>
          <a:xfrm xmlns:a="http://schemas.openxmlformats.org/drawingml/2006/main" rot="0" flipH="0" flipV="0">
            <a:off x="10434332" y="3507740"/>
            <a:ext cx="1801495" cy="946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485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B2A37F40-699B-424D-A929-970F8BE3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9492" y="3395345"/>
            <a:ext cx="657225" cy="273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2F4858"/>
                </a:solidFill>
                <a:latin typeface="Comic Sans MS"/>
                <a:ea typeface="Comic Sans MS"/>
                <a:cs typeface="Comic Sans MS"/>
              </a:rPr>
              <a:t>time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620F475-64CD-41B5-8D89-76F4F3FD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14535" y="1945951"/>
            <a:ext cx="1452880" cy="162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34D399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0D9121E-3DC9-40D5-ABF4-2CF1DD3B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14535" y="2107469"/>
            <a:ext cx="1452880" cy="162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239C3DE-A812-45CB-9168-C2B4068E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14535" y="2273659"/>
            <a:ext cx="1452880" cy="162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34D399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038694B-A636-4B91-A035-58E537B5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14535" y="2441213"/>
            <a:ext cx="1452880" cy="162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3DA641C5-38E3-451F-A233-E28E8A1D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0025" y="1973331"/>
            <a:ext cx="1452880" cy="162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ED872CD-74B2-44CD-A736-9EC2BFD1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0025" y="2134849"/>
            <a:ext cx="1452880" cy="162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952C3C1-5F9D-4060-85FE-D7093D21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0025" y="2301039"/>
            <a:ext cx="1452880" cy="162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203C6972-5ED1-4C71-8B3F-A713EFAB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60025" y="2468593"/>
            <a:ext cx="1452880" cy="162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03DD84-C6A7-4BE0-87E3-71804011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8535" y="2060478"/>
            <a:ext cx="1452880" cy="16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34D399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D962CDF2-5773-4C07-8366-9F573751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8535" y="2221920"/>
            <a:ext cx="1452880" cy="16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0713348-21BF-489C-B4ED-E17F1F6B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8535" y="2388030"/>
            <a:ext cx="1452880" cy="16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34D399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919C22A-1788-4083-953B-938F4ABF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8535" y="2555504"/>
            <a:ext cx="1452880" cy="16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A4F7E687-3C2B-40E0-8A84-23289F4E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4025" y="2087783"/>
            <a:ext cx="1452880" cy="16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C879DCB1-D089-442A-A229-AB0360C4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4025" y="2249225"/>
            <a:ext cx="1452880" cy="16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D090F495-6D2B-404A-952C-45B4C65D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4025" y="2415335"/>
            <a:ext cx="1452880" cy="16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416AA4A6-4484-4D17-8054-D19A782D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4025" y="2582809"/>
            <a:ext cx="1452880" cy="16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976" name="曲线连接符 129"/>
          <p:cNvCxnSpPr/>
          <p:nvPr/>
        </p:nvCxnSpPr>
        <p:spPr>
          <a:xfrm xmlns:a="http://schemas.openxmlformats.org/drawingml/2006/main" rot="5400000" flipH="0" flipV="1">
            <a:off x="10392422" y="2000885"/>
            <a:ext cx="451485" cy="85725"/>
          </a:xfrm>
          <a:prstGeom xmlns:a="http://schemas.openxmlformats.org/drawingml/2006/main" prst="curvedConnector3">
            <a:avLst>
              <a:gd name="adj1" fmla="val 50070"/>
            </a:avLst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77" name="曲线连接符 132"/>
          <p:cNvCxnSpPr/>
          <p:nvPr/>
        </p:nvCxnSpPr>
        <p:spPr>
          <a:xfrm xmlns:a="http://schemas.openxmlformats.org/drawingml/2006/main" rot="5400000" flipH="0" flipV="1">
            <a:off x="11120767" y="2042160"/>
            <a:ext cx="518160" cy="146685"/>
          </a:xfrm>
          <a:prstGeom xmlns:a="http://schemas.openxmlformats.org/drawingml/2006/main" prst="curvedConnector3">
            <a:avLst>
              <a:gd name="adj1" fmla="val 50061"/>
            </a:avLst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78" name="曲线连接符 133"/>
          <p:cNvCxnSpPr/>
          <p:nvPr/>
        </p:nvCxnSpPr>
        <p:spPr>
          <a:xfrm xmlns:a="http://schemas.openxmlformats.org/drawingml/2006/main" rot="5400000" flipH="0" flipV="1">
            <a:off x="11932297" y="2127885"/>
            <a:ext cx="408305" cy="9779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左大括号 7">
            <a:extLst xmlns:a="http://schemas.openxmlformats.org/drawingml/2006/main">
              <a:ext uri="{FF2B5EF4-FFF2-40B4-BE49-F238E27FC236}">
                <a16:creationId xmlns:a16="http://schemas.microsoft.com/office/drawing/2014/main" id="{697BFA23-9827-48E0-865A-2AA5651A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090287" y="1755140"/>
            <a:ext cx="349250" cy="2454275"/>
          </a:xfrm>
          <a:prstGeom xmlns:a="http://schemas.openxmlformats.org/drawingml/2006/main" prst="leftBrace">
            <a:avLst>
              <a:gd name="adj1" fmla="val 8333"/>
              <a:gd name="adj2" fmla="val 50025"/>
            </a:avLst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0B3748B-E007-4258-8567-B1A10866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87" y="3152140"/>
            <a:ext cx="1136650" cy="273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N windows</a:t>
            </a:r>
          </a:p>
        </p:txBody>
      </p:sp>
      <p:cxnSp>
        <p:nvCxnSpPr>
          <p:cNvPr id="981" name="直接箭头连接符 26"/>
          <p:cNvCxnSpPr/>
          <p:nvPr/>
        </p:nvCxnSpPr>
        <p:spPr>
          <a:xfrm xmlns:a="http://schemas.openxmlformats.org/drawingml/2006/main" rot="0" flipH="0" flipV="1">
            <a:off x="9801872" y="1720850"/>
            <a:ext cx="552450" cy="33909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tx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3495D546-8361-489E-ADB8-225BA7BF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5662" y="1504950"/>
            <a:ext cx="1136650" cy="273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W time steps</a:t>
            </a:r>
          </a:p>
        </p:txBody>
      </p:sp>
      <p:sp>
        <p:nvSpPr>
          <p:cNvPr id="178" name="矩形 177">
            <a:extLst xmlns:a="http://schemas.openxmlformats.org/drawingml/2006/main">
              <a:ext uri="{FF2B5EF4-FFF2-40B4-BE49-F238E27FC236}">
                <a16:creationId xmlns:a16="http://schemas.microsoft.com/office/drawing/2014/main" id="{145C9EA2-635E-4749-8AC6-79D3FE73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1344" y="4779570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BB81B5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9" name="矩形 178">
            <a:extLst xmlns:a="http://schemas.openxmlformats.org/drawingml/2006/main">
              <a:ext uri="{FF2B5EF4-FFF2-40B4-BE49-F238E27FC236}">
                <a16:creationId xmlns:a16="http://schemas.microsoft.com/office/drawing/2014/main" id="{BAB49D9B-F42C-4633-A2F5-B9527B3C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1344" y="4932276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8E76AC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0" name="矩形 179">
            <a:extLst xmlns:a="http://schemas.openxmlformats.org/drawingml/2006/main">
              <a:ext uri="{FF2B5EF4-FFF2-40B4-BE49-F238E27FC236}">
                <a16:creationId xmlns:a16="http://schemas.microsoft.com/office/drawing/2014/main" id="{9D56506C-6700-449F-8A60-68881CCE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1344" y="5089399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626B9D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1" name="矩形 180">
            <a:extLst xmlns:a="http://schemas.openxmlformats.org/drawingml/2006/main">
              <a:ext uri="{FF2B5EF4-FFF2-40B4-BE49-F238E27FC236}">
                <a16:creationId xmlns:a16="http://schemas.microsoft.com/office/drawing/2014/main" id="{EEF68211-C868-4575-998F-559773C3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1344" y="5247811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365E8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2" name="文本框 181">
            <a:extLst xmlns:a="http://schemas.openxmlformats.org/drawingml/2006/main">
              <a:ext uri="{FF2B5EF4-FFF2-40B4-BE49-F238E27FC236}">
                <a16:creationId xmlns:a16="http://schemas.microsoft.com/office/drawing/2014/main" id="{DC6E58E2-E4C7-439E-B4D9-4364B90D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41182" y="5460365"/>
            <a:ext cx="75946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𝑩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𝒍𝒐𝒄𝒂𝒍</m:t>
                      </m:r>
                    </m:sub>
                  </m:sSub>
                </m:oMath>
              </m:oMathPara>
            </a14:m>
          </a:p>
        </p:txBody>
      </p:sp>
      <p:sp>
        <p:nvSpPr>
          <p:cNvPr id="183" name="椭圆 182">
            <a:extLst xmlns:a="http://schemas.openxmlformats.org/drawingml/2006/main">
              <a:ext uri="{FF2B5EF4-FFF2-40B4-BE49-F238E27FC236}">
                <a16:creationId xmlns:a16="http://schemas.microsoft.com/office/drawing/2014/main" id="{739931D3-EC23-4B3C-B1D7-CEE96A3E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4455" y="634301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11430">
            <a:solidFill>
              <a:srgbClr val="00B05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5" name="椭圆 184">
            <a:extLst xmlns:a="http://schemas.openxmlformats.org/drawingml/2006/main">
              <a:ext uri="{FF2B5EF4-FFF2-40B4-BE49-F238E27FC236}">
                <a16:creationId xmlns:a16="http://schemas.microsoft.com/office/drawing/2014/main" id="{80C4C494-C17A-4CE6-BCE1-C94B2785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44620" y="6393180"/>
            <a:ext cx="71755" cy="71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7" name="文本框 186">
            <a:extLst xmlns:a="http://schemas.openxmlformats.org/drawingml/2006/main">
              <a:ext uri="{FF2B5EF4-FFF2-40B4-BE49-F238E27FC236}">
                <a16:creationId xmlns:a16="http://schemas.microsoft.com/office/drawing/2014/main" id="{8C02434A-8AC4-4DC4-B53B-77BC20B5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9240" y="6259830"/>
            <a:ext cx="2953385" cy="337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Comic Sans MS"/>
                <a:ea typeface="Comic Sans MS"/>
                <a:cs typeface="Comic Sans MS"/>
              </a:rPr>
              <a:t>CfC-based Liquid Neuron Cell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17879F93-B8AC-43C4-B0AD-7102FE5C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2780" y="3979297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34D399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62CD0E50-317F-4156-8CA8-196C7516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2780" y="4140881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684D6C6-3BAF-47B2-8014-97E813E6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2780" y="4307139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34D399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80FCC877-5E6B-4F71-8844-9273701C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2780" y="4474761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7C2D888D-656F-49C7-A06A-9C34F094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88270" y="4006689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B2AC524-5201-4D16-A20A-E3B0D759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88270" y="4168273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8EB08101-F416-4F20-8F65-3B00F97E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88270" y="4334531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006C3028-5559-49D2-9E77-C41A2DAE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88270" y="4502153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06BF5B25-A23E-4D61-8104-496C6E4D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66780" y="4093953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34D399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A390E063-9B93-408F-A9A9-AAD505A1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66780" y="4255537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488634E6-CB72-44B4-9C05-07DA5F6D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66780" y="4421795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34D399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15B675C3-56E2-4702-BA92-4D875429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66780" y="4589417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447A4E71-38D2-4D80-8DAE-157CEFE4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2270" y="4121345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AFE6075E-0018-4AFF-B302-52BBF3BF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2270" y="4282929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3B3C7A02-B966-4EE8-89AE-10C9DBD0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2270" y="4449187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BE8C867D-C81E-49B9-AA5D-4ACF7AE8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2270" y="4616809"/>
            <a:ext cx="1452880" cy="162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2AA5045-6DAC-4A5D-8D91-5D73F1B8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1344" y="3780715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65C5A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1" name="矩形 130">
            <a:extLst xmlns:a="http://schemas.openxmlformats.org/drawingml/2006/main">
              <a:ext uri="{FF2B5EF4-FFF2-40B4-BE49-F238E27FC236}">
                <a16:creationId xmlns:a16="http://schemas.microsoft.com/office/drawing/2014/main" id="{D82FF335-FF45-4B15-95B9-620C33A9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1344" y="3933421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20A89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2" name="矩形 131">
            <a:extLst xmlns:a="http://schemas.openxmlformats.org/drawingml/2006/main">
              <a:ext uri="{FF2B5EF4-FFF2-40B4-BE49-F238E27FC236}">
                <a16:creationId xmlns:a16="http://schemas.microsoft.com/office/drawing/2014/main" id="{3236DA87-E1D6-4E76-BE1F-D358B7D6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1344" y="4090544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8C8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6" name="矩形 135">
            <a:extLst xmlns:a="http://schemas.openxmlformats.org/drawingml/2006/main">
              <a:ext uri="{FF2B5EF4-FFF2-40B4-BE49-F238E27FC236}">
                <a16:creationId xmlns:a16="http://schemas.microsoft.com/office/drawing/2014/main" id="{96F852E7-1E52-437D-A116-7E15FE46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1344" y="4248956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06F77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7" name="文本框 136">
            <a:extLst xmlns:a="http://schemas.openxmlformats.org/drawingml/2006/main">
              <a:ext uri="{FF2B5EF4-FFF2-40B4-BE49-F238E27FC236}">
                <a16:creationId xmlns:a16="http://schemas.microsoft.com/office/drawing/2014/main" id="{F9F54B31-3CB0-4BFE-815F-01F219CA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2277" y="4382770"/>
            <a:ext cx="74041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𝑭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𝒍𝒐𝒄𝒂𝒍</m:t>
                      </m:r>
                    </m:sub>
                  </m:sSub>
                </m:oMath>
              </m:oMathPara>
            </a14:m>
          </a:p>
        </p:txBody>
      </p:sp>
      <p:cxnSp>
        <p:nvCxnSpPr>
          <p:cNvPr id="1012" name="直接箭头连接符 188"/>
          <p:cNvCxnSpPr/>
          <p:nvPr/>
        </p:nvCxnSpPr>
        <p:spPr>
          <a:xfrm xmlns:a="http://schemas.openxmlformats.org/drawingml/2006/main" flipH="1">
            <a:off x="9757422" y="4202430"/>
            <a:ext cx="5715" cy="5848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65C5A8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1" name="矩形 170">
            <a:extLst xmlns:a="http://schemas.openxmlformats.org/drawingml/2006/main">
              <a:ext uri="{FF2B5EF4-FFF2-40B4-BE49-F238E27FC236}">
                <a16:creationId xmlns:a16="http://schemas.microsoft.com/office/drawing/2014/main" id="{D6F644F4-959B-4884-83C8-9EE3E463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1344" y="2620570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7995DD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2" name="矩形 171">
            <a:extLst xmlns:a="http://schemas.openxmlformats.org/drawingml/2006/main">
              <a:ext uri="{FF2B5EF4-FFF2-40B4-BE49-F238E27FC236}">
                <a16:creationId xmlns:a16="http://schemas.microsoft.com/office/drawing/2014/main" id="{0C799E07-B58F-4932-A1BF-4880BF6D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1344" y="2773276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9076C1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3" name="矩形 172">
            <a:extLst xmlns:a="http://schemas.openxmlformats.org/drawingml/2006/main">
              <a:ext uri="{FF2B5EF4-FFF2-40B4-BE49-F238E27FC236}">
                <a16:creationId xmlns:a16="http://schemas.microsoft.com/office/drawing/2014/main" id="{02C96D18-1D84-4AA4-A2B7-472CDC01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1344" y="2930399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9F569A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4" name="矩形 173">
            <a:extLst xmlns:a="http://schemas.openxmlformats.org/drawingml/2006/main">
              <a:ext uri="{FF2B5EF4-FFF2-40B4-BE49-F238E27FC236}">
                <a16:creationId xmlns:a16="http://schemas.microsoft.com/office/drawing/2014/main" id="{6A1F90C5-455A-45B4-8A29-7FE01938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1344" y="3088811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A1356B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5" name="文本框 174">
            <a:extLst xmlns:a="http://schemas.openxmlformats.org/drawingml/2006/main">
              <a:ext uri="{FF2B5EF4-FFF2-40B4-BE49-F238E27FC236}">
                <a16:creationId xmlns:a16="http://schemas.microsoft.com/office/drawing/2014/main" id="{8DD2684A-3B6A-4A6E-99A5-81E18CB4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2277" y="3301365"/>
            <a:ext cx="888365" cy="356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𝑩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𝒈𝒍𝒐𝒃𝒂𝒍</m:t>
                      </m:r>
                    </m:sub>
                  </m:sSub>
                </m:oMath>
              </m:oMathPara>
            </a14:m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E247CAE1-6E3B-4B83-9D15-4FE0D090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302" y="1156335"/>
            <a:ext cx="1234440" cy="7861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48378"/>
          </a:solidFill>
          <a:ln xmlns:a="http://schemas.openxmlformats.org/drawingml/2006/main">
            <a:solidFill>
              <a:srgbClr val="34837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AutoNCP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–CfC (FG)</a:t>
            </a:r>
          </a:p>
        </p:txBody>
      </p:sp>
      <p:sp>
        <p:nvSpPr>
          <p:cNvPr id="209" name="矩形 208">
            <a:extLst xmlns:a="http://schemas.openxmlformats.org/drawingml/2006/main">
              <a:ext uri="{FF2B5EF4-FFF2-40B4-BE49-F238E27FC236}">
                <a16:creationId xmlns:a16="http://schemas.microsoft.com/office/drawing/2014/main" id="{3205834D-3C5B-4EAA-B432-CBD94813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38942" y="1163880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70B4AF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1" name="矩形 210">
            <a:extLst xmlns:a="http://schemas.openxmlformats.org/drawingml/2006/main">
              <a:ext uri="{FF2B5EF4-FFF2-40B4-BE49-F238E27FC236}">
                <a16:creationId xmlns:a16="http://schemas.microsoft.com/office/drawing/2014/main" id="{EFCA40FA-E613-4CDD-B82F-AB87B1F1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38942" y="1316586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548F9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2" name="矩形 211">
            <a:extLst xmlns:a="http://schemas.openxmlformats.org/drawingml/2006/main">
              <a:ext uri="{FF2B5EF4-FFF2-40B4-BE49-F238E27FC236}">
                <a16:creationId xmlns:a16="http://schemas.microsoft.com/office/drawing/2014/main" id="{D5C435CC-0ABF-4A2C-B77C-DB7D54C7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38942" y="1473709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2F485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7" name="矩形 216">
            <a:extLst xmlns:a="http://schemas.openxmlformats.org/drawingml/2006/main">
              <a:ext uri="{FF2B5EF4-FFF2-40B4-BE49-F238E27FC236}">
                <a16:creationId xmlns:a16="http://schemas.microsoft.com/office/drawing/2014/main" id="{807795A6-75AB-4101-B831-8B20C93E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538942" y="1632121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2F485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3" name="文本框 222">
            <a:extLst xmlns:a="http://schemas.openxmlformats.org/drawingml/2006/main">
              <a:ext uri="{FF2B5EF4-FFF2-40B4-BE49-F238E27FC236}">
                <a16:creationId xmlns:a16="http://schemas.microsoft.com/office/drawing/2014/main" id="{A9267619-A513-49D2-A433-4AD9B6AE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39875" y="1844675"/>
            <a:ext cx="875665" cy="356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𝑭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𝒈𝒍𝒐𝒃𝒂𝒍</m:t>
                      </m:r>
                    </m:sub>
                  </m:sSub>
                </m:oMath>
              </m:oMathPara>
            </a14:m>
          </a:p>
        </p:txBody>
      </p:sp>
      <p:cxnSp>
        <p:nvCxnSpPr>
          <p:cNvPr id="1024" name="直接箭头连接符 229"/>
          <p:cNvCxnSpPr>
            <a:endCxn xmlns:a="http://schemas.openxmlformats.org/drawingml/2006/main" id="209" idx="1"/>
          </p:cNvCxnSpPr>
          <p:nvPr/>
        </p:nvCxnSpPr>
        <p:spPr>
          <a:xfrm xmlns:a="http://schemas.openxmlformats.org/drawingml/2006/main" rot="0" flipH="0" flipV="0">
            <a:off x="14242427" y="1239520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70B4AF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25" name="直接箭头连接符 230"/>
          <p:cNvCxnSpPr/>
          <p:nvPr/>
        </p:nvCxnSpPr>
        <p:spPr>
          <a:xfrm xmlns:a="http://schemas.openxmlformats.org/drawingml/2006/main" rot="0" flipH="0" flipV="0">
            <a:off x="14222742" y="1369060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518B9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26" name="直接箭头连接符 237"/>
          <p:cNvCxnSpPr/>
          <p:nvPr/>
        </p:nvCxnSpPr>
        <p:spPr>
          <a:xfrm xmlns:a="http://schemas.openxmlformats.org/drawingml/2006/main" rot="0" flipH="0" flipV="0">
            <a:off x="14222742" y="1557020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2F4858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27" name="直接箭头连接符 238"/>
          <p:cNvCxnSpPr/>
          <p:nvPr/>
        </p:nvCxnSpPr>
        <p:spPr>
          <a:xfrm xmlns:a="http://schemas.openxmlformats.org/drawingml/2006/main" rot="0" flipH="0" flipV="0">
            <a:off x="14222742" y="1701800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2F4858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28" name="曲线连接符 259"/>
          <p:cNvCxnSpPr>
            <a:endCxn xmlns:a="http://schemas.openxmlformats.org/drawingml/2006/main" id="36" idx="1"/>
          </p:cNvCxnSpPr>
          <p:nvPr/>
        </p:nvCxnSpPr>
        <p:spPr>
          <a:xfrm xmlns:a="http://schemas.openxmlformats.org/drawingml/2006/main" rot="16200000">
            <a:off x="12582537" y="1605915"/>
            <a:ext cx="462280" cy="349250"/>
          </a:xfrm>
          <a:prstGeom xmlns:a="http://schemas.openxmlformats.org/drawingml/2006/main" prst="curvedConnector2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61" name="圆角矩形 260">
            <a:extLst xmlns:a="http://schemas.openxmlformats.org/drawingml/2006/main">
              <a:ext uri="{FF2B5EF4-FFF2-40B4-BE49-F238E27FC236}">
                <a16:creationId xmlns:a16="http://schemas.microsoft.com/office/drawing/2014/main" id="{E8B0B472-6C92-485E-B7C1-5C672CFA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8302" y="2549525"/>
            <a:ext cx="1234440" cy="7861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48378"/>
          </a:solidFill>
          <a:ln xmlns:a="http://schemas.openxmlformats.org/drawingml/2006/main">
            <a:solidFill>
              <a:srgbClr val="34837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AutoNCP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–CfC (BG)</a:t>
            </a:r>
          </a:p>
        </p:txBody>
      </p:sp>
      <p:cxnSp>
        <p:nvCxnSpPr>
          <p:cNvPr id="1030" name="曲线连接符 261"/>
          <p:cNvCxnSpPr>
            <a:endCxn xmlns:a="http://schemas.openxmlformats.org/drawingml/2006/main" id="261" idx="0"/>
          </p:cNvCxnSpPr>
          <p:nvPr/>
        </p:nvCxnSpPr>
        <p:spPr>
          <a:xfrm xmlns:a="http://schemas.openxmlformats.org/drawingml/2006/main">
            <a:off x="12849872" y="1988820"/>
            <a:ext cx="755650" cy="560705"/>
          </a:xfrm>
          <a:prstGeom xmlns:a="http://schemas.openxmlformats.org/drawingml/2006/main" prst="curvedConnector2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31" name="直接箭头连接符 264"/>
          <p:cNvCxnSpPr/>
          <p:nvPr/>
        </p:nvCxnSpPr>
        <p:spPr>
          <a:xfrm xmlns:a="http://schemas.openxmlformats.org/drawingml/2006/main">
            <a:off x="14222742" y="2683510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7995DD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32" name="直接箭头连接符 265"/>
          <p:cNvCxnSpPr/>
          <p:nvPr/>
        </p:nvCxnSpPr>
        <p:spPr>
          <a:xfrm xmlns:a="http://schemas.openxmlformats.org/drawingml/2006/main">
            <a:off x="14228457" y="2819400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9076C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33" name="直接箭头连接符 266"/>
          <p:cNvCxnSpPr/>
          <p:nvPr/>
        </p:nvCxnSpPr>
        <p:spPr>
          <a:xfrm xmlns:a="http://schemas.openxmlformats.org/drawingml/2006/main">
            <a:off x="14228457" y="3007360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9F569A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34" name="直接箭头连接符 267"/>
          <p:cNvCxnSpPr/>
          <p:nvPr/>
        </p:nvCxnSpPr>
        <p:spPr>
          <a:xfrm xmlns:a="http://schemas.openxmlformats.org/drawingml/2006/main">
            <a:off x="14228457" y="3152140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A1356B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70" name="上弧形箭头 269">
            <a:extLst xmlns:a="http://schemas.openxmlformats.org/drawingml/2006/main">
              <a:ext uri="{FF2B5EF4-FFF2-40B4-BE49-F238E27FC236}">
                <a16:creationId xmlns:a16="http://schemas.microsoft.com/office/drawing/2014/main" id="{4F4E8370-2F2A-4125-AD97-C856EF72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2009" y="2117396"/>
            <a:ext cx="279942" cy="188458"/>
          </a:xfrm>
          <a:prstGeom xmlns:a="http://schemas.openxmlformats.org/drawingml/2006/main" prst="curvedDownArrow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1" name="文本框 270">
            <a:extLst xmlns:a="http://schemas.openxmlformats.org/drawingml/2006/main">
              <a:ext uri="{FF2B5EF4-FFF2-40B4-BE49-F238E27FC236}">
                <a16:creationId xmlns:a16="http://schemas.microsoft.com/office/drawing/2014/main" id="{63F97B82-C8A6-40BB-AB50-CE20F237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" flipH="0" flipV="0">
            <a:off x="13655117" y="2117031"/>
            <a:ext cx="459905" cy="2757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latin typeface="Comic Sans MS"/>
                <a:ea typeface="Comic Sans MS"/>
                <a:cs typeface="Comic Sans MS"/>
              </a:rPr>
              <a:t>flip</a:t>
            </a:r>
          </a:p>
        </p:txBody>
      </p:sp>
      <p:sp>
        <p:nvSpPr>
          <p:cNvPr id="280" name="上弧形箭头 279">
            <a:extLst xmlns:a="http://schemas.openxmlformats.org/drawingml/2006/main">
              <a:ext uri="{FF2B5EF4-FFF2-40B4-BE49-F238E27FC236}">
                <a16:creationId xmlns:a16="http://schemas.microsoft.com/office/drawing/2014/main" id="{1C7054EA-A085-497D-A57E-22341D70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28619" y="2326946"/>
            <a:ext cx="279942" cy="188458"/>
          </a:xfrm>
          <a:prstGeom xmlns:a="http://schemas.openxmlformats.org/drawingml/2006/main" prst="curvedDownArrow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1" name="文本框 280">
            <a:extLst xmlns:a="http://schemas.openxmlformats.org/drawingml/2006/main">
              <a:ext uri="{FF2B5EF4-FFF2-40B4-BE49-F238E27FC236}">
                <a16:creationId xmlns:a16="http://schemas.microsoft.com/office/drawing/2014/main" id="{448C88C4-A790-403D-9FF3-82249F82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71727" y="2326581"/>
            <a:ext cx="459905" cy="2757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latin typeface="Comic Sans MS"/>
                <a:ea typeface="Comic Sans MS"/>
                <a:cs typeface="Comic Sans MS"/>
              </a:rPr>
              <a:t>flip</a:t>
            </a:r>
          </a:p>
        </p:txBody>
      </p:sp>
      <p:sp>
        <p:nvSpPr>
          <p:cNvPr id="282" name="圆角矩形 281">
            <a:extLst xmlns:a="http://schemas.openxmlformats.org/drawingml/2006/main">
              <a:ext uri="{FF2B5EF4-FFF2-40B4-BE49-F238E27FC236}">
                <a16:creationId xmlns:a16="http://schemas.microsoft.com/office/drawing/2014/main" id="{54D52379-2BA7-44AE-962B-15F83C0E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4017" y="3715385"/>
            <a:ext cx="1234440" cy="7861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48378"/>
          </a:solidFill>
          <a:ln xmlns:a="http://schemas.openxmlformats.org/drawingml/2006/main">
            <a:solidFill>
              <a:srgbClr val="34837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AutoNCP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–CfC (FL)</a:t>
            </a:r>
          </a:p>
        </p:txBody>
      </p:sp>
      <p:sp>
        <p:nvSpPr>
          <p:cNvPr id="286" name="圆角矩形 285">
            <a:extLst xmlns:a="http://schemas.openxmlformats.org/drawingml/2006/main">
              <a:ext uri="{FF2B5EF4-FFF2-40B4-BE49-F238E27FC236}">
                <a16:creationId xmlns:a16="http://schemas.microsoft.com/office/drawing/2014/main" id="{A89CEABB-1F7A-4327-A061-3AFEB4AE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87" y="4716780"/>
            <a:ext cx="1234440" cy="78613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48378"/>
          </a:solidFill>
          <a:ln xmlns:a="http://schemas.openxmlformats.org/drawingml/2006/main">
            <a:solidFill>
              <a:srgbClr val="34837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AutoNCP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–CfC (BL)</a:t>
            </a:r>
          </a:p>
        </p:txBody>
      </p:sp>
      <p:sp>
        <p:nvSpPr>
          <p:cNvPr id="301" name="任意多边形 300">
            <a:extLst xmlns:a="http://schemas.openxmlformats.org/drawingml/2006/main">
              <a:ext uri="{FF2B5EF4-FFF2-40B4-BE49-F238E27FC236}">
                <a16:creationId xmlns:a16="http://schemas.microsoft.com/office/drawing/2014/main" id="{51899E19-BEA4-47A2-A8DB-B15C5D8C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9577" y="3702050"/>
            <a:ext cx="2489200" cy="160020"/>
          </a:xfrm>
          <a:custGeom xmlns:a="http://schemas.openxmlformats.org/drawingml/2006/main">
            <a:gdLst>
              <a:gd name="connisteX0" fmla="*/ 0 w 2489200"/>
              <a:gd name="connsiteY0" fmla="*/ 160113 h 160113"/>
              <a:gd name="connisteX1" fmla="*/ 535940 w 2489200"/>
              <a:gd name="connsiteY1" fmla="*/ 93 h 160113"/>
              <a:gd name="connisteX2" fmla="*/ 2489200 w 2489200"/>
              <a:gd name="connsiteY2" fmla="*/ 142333 h 160113"/>
            </a:gdLst>
            <a:rect l="l" t="t" r="r" b="b"/>
            <a:pathLst>
              <a:path w="2489200" h="160113">
                <a:moveTo>
                  <a:pt x="0" y="160113"/>
                </a:moveTo>
                <a:cubicBezTo>
                  <a:pt x="67945" y="125188"/>
                  <a:pt x="38100" y="3903"/>
                  <a:pt x="535940" y="93"/>
                </a:cubicBezTo>
                <a:cubicBezTo>
                  <a:pt x="1033780" y="-3717"/>
                  <a:pt x="2109470" y="110583"/>
                  <a:pt x="2489200" y="1423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 cmpd="sng">
            <a:solidFill>
              <a:srgbClr val="65C5A8"/>
            </a:solidFill>
            <a:prstDash val="solid"/>
            <a:tailEnd type="arrow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042" name="直接箭头连接符 302"/>
          <p:cNvCxnSpPr/>
          <p:nvPr/>
        </p:nvCxnSpPr>
        <p:spPr>
          <a:xfrm xmlns:a="http://schemas.openxmlformats.org/drawingml/2006/main" rot="0" flipH="0" flipV="0">
            <a:off x="14228457" y="3841115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70B4AF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3" name="直接箭头连接符 303"/>
          <p:cNvCxnSpPr/>
          <p:nvPr/>
        </p:nvCxnSpPr>
        <p:spPr>
          <a:xfrm xmlns:a="http://schemas.openxmlformats.org/drawingml/2006/main" rot="0" flipH="0" flipV="0">
            <a:off x="14234172" y="3977005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518B9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4" name="直接箭头连接符 304"/>
          <p:cNvCxnSpPr/>
          <p:nvPr/>
        </p:nvCxnSpPr>
        <p:spPr>
          <a:xfrm xmlns:a="http://schemas.openxmlformats.org/drawingml/2006/main" rot="0" flipH="0" flipV="0">
            <a:off x="14234172" y="4164965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2F4858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5" name="直接箭头连接符 305"/>
          <p:cNvCxnSpPr/>
          <p:nvPr/>
        </p:nvCxnSpPr>
        <p:spPr>
          <a:xfrm xmlns:a="http://schemas.openxmlformats.org/drawingml/2006/main" rot="0" flipH="0" flipV="0">
            <a:off x="14234172" y="4309745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2F4858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6" name="直接箭头连接符 307"/>
          <p:cNvCxnSpPr/>
          <p:nvPr/>
        </p:nvCxnSpPr>
        <p:spPr>
          <a:xfrm xmlns:a="http://schemas.openxmlformats.org/drawingml/2006/main" rot="0" flipH="0" flipV="0">
            <a:off x="14234172" y="4912995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70B4AF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7" name="直接箭头连接符 308"/>
          <p:cNvCxnSpPr/>
          <p:nvPr/>
        </p:nvCxnSpPr>
        <p:spPr>
          <a:xfrm xmlns:a="http://schemas.openxmlformats.org/drawingml/2006/main" rot="0" flipH="0" flipV="0">
            <a:off x="14239887" y="5048885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518B91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8" name="直接箭头连接符 309"/>
          <p:cNvCxnSpPr/>
          <p:nvPr/>
        </p:nvCxnSpPr>
        <p:spPr>
          <a:xfrm xmlns:a="http://schemas.openxmlformats.org/drawingml/2006/main" rot="0" flipH="0" flipV="0">
            <a:off x="14239887" y="5236845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2F4858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9" name="直接箭头连接符 310"/>
          <p:cNvCxnSpPr/>
          <p:nvPr/>
        </p:nvCxnSpPr>
        <p:spPr>
          <a:xfrm xmlns:a="http://schemas.openxmlformats.org/drawingml/2006/main" rot="0" flipH="0" flipV="0">
            <a:off x="14239887" y="5381625"/>
            <a:ext cx="295910" cy="63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2F4858"/>
            </a:solidFill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14" name="上弧形箭头 313">
            <a:extLst xmlns:a="http://schemas.openxmlformats.org/drawingml/2006/main">
              <a:ext uri="{FF2B5EF4-FFF2-40B4-BE49-F238E27FC236}">
                <a16:creationId xmlns:a16="http://schemas.microsoft.com/office/drawing/2014/main" id="{ABD8DD65-CB5E-4EAC-9297-99798864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3692" y="5504815"/>
            <a:ext cx="280035" cy="188595"/>
          </a:xfrm>
          <a:prstGeom xmlns:a="http://schemas.openxmlformats.org/drawingml/2006/main" prst="curvedDownArrow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5" name="文本框 314">
            <a:extLst xmlns:a="http://schemas.openxmlformats.org/drawingml/2006/main">
              <a:ext uri="{FF2B5EF4-FFF2-40B4-BE49-F238E27FC236}">
                <a16:creationId xmlns:a16="http://schemas.microsoft.com/office/drawing/2014/main" id="{42C74DA5-6A4B-4263-9ACE-D5CE16EC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743940" y="5483860"/>
            <a:ext cx="459740" cy="275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latin typeface="Comic Sans MS"/>
                <a:ea typeface="Comic Sans MS"/>
                <a:cs typeface="Comic Sans MS"/>
              </a:rPr>
              <a:t>flip</a:t>
            </a:r>
          </a:p>
        </p:txBody>
      </p:sp>
      <p:sp>
        <p:nvSpPr>
          <p:cNvPr id="6" name="任意多边形: 形状 5">
            <a:extLst xmlns:a="http://schemas.openxmlformats.org/drawingml/2006/main">
              <a:ext uri="{FF2B5EF4-FFF2-40B4-BE49-F238E27FC236}">
                <a16:creationId xmlns:a16="http://schemas.microsoft.com/office/drawing/2014/main" id="{C582B859-D76B-45ED-847F-1F85F6BC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737" y="3886200"/>
            <a:ext cx="45719" cy="1071880"/>
          </a:xfrm>
          <a:custGeom xmlns:a="http://schemas.openxmlformats.org/drawingml/2006/main">
            <a:gdLst>
              <a:gd name="csX0" fmla="*/ 0 w 60960"/>
              <a:gd name="csY0" fmla="*/ 0 h 1242060"/>
              <a:gd name="csX1" fmla="*/ 60960 w 60960"/>
              <a:gd name="csY1" fmla="*/ 1242060 h 1242060"/>
            </a:gdLst>
            <a:rect l="l" t="t" r="r" b="b"/>
            <a:pathLst>
              <a:path w="60960" h="1242060">
                <a:moveTo>
                  <a:pt x="0" y="0"/>
                </a:moveTo>
                <a:lnTo>
                  <a:pt x="60960" y="124206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rgbClr val="65C5A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053" name="连接符: 曲线 32"/>
          <p:cNvCxnSpPr>
            <a:stCxn xmlns:a="http://schemas.openxmlformats.org/drawingml/2006/main" id="6" idx="1"/>
            <a:endCxn xmlns:a="http://schemas.openxmlformats.org/drawingml/2006/main" id="286" idx="1"/>
          </p:cNvCxnSpPr>
          <p:nvPr/>
        </p:nvCxnSpPr>
        <p:spPr>
          <a:xfrm xmlns:a="http://schemas.openxmlformats.org/drawingml/2006/main">
            <a:off x="10545456" y="4958080"/>
            <a:ext cx="2437131" cy="151765"/>
          </a:xfrm>
          <a:prstGeom xmlns:a="http://schemas.openxmlformats.org/drawingml/2006/main" prst="curvedConnector3">
            <a:avLst/>
          </a:prstGeom>
          <a:ln xmlns:a="http://schemas.openxmlformats.org/drawingml/2006/main">
            <a:solidFill>
              <a:srgbClr val="65C5A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6" name="上弧形箭头 269">
            <a:extLst xmlns:a="http://schemas.openxmlformats.org/drawingml/2006/main">
              <a:ext uri="{FF2B5EF4-FFF2-40B4-BE49-F238E27FC236}">
                <a16:creationId xmlns:a16="http://schemas.microsoft.com/office/drawing/2014/main" id="{0137CF84-588E-4CB1-A6F6-57DC50B6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98345" y="5169968"/>
            <a:ext cx="279942" cy="188458"/>
          </a:xfrm>
          <a:prstGeom xmlns:a="http://schemas.openxmlformats.org/drawingml/2006/main" prst="curvedDownArrow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64A96205-407A-4EB0-9BC3-51757DD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 flipH="0" flipV="0">
            <a:off x="12341453" y="5169603"/>
            <a:ext cx="459905" cy="2757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latin typeface="Comic Sans MS"/>
                <a:ea typeface="Comic Sans MS"/>
                <a:cs typeface="Comic Sans MS"/>
              </a:rPr>
              <a:t>flip</a:t>
            </a:r>
          </a:p>
        </p:txBody>
      </p:sp>
      <p:cxnSp>
        <p:nvCxnSpPr>
          <p:cNvPr id="1056" name="肘形连接符 13"/>
          <p:cNvCxnSpPr/>
          <p:nvPr/>
        </p:nvCxnSpPr>
        <p:spPr>
          <a:xfrm xmlns:a="http://schemas.openxmlformats.org/drawingml/2006/main" rot="5400000" flipV="1">
            <a:off x="14210042" y="2211070"/>
            <a:ext cx="1883410" cy="399415"/>
          </a:xfrm>
          <a:prstGeom xmlns:a="http://schemas.openxmlformats.org/drawingml/2006/main" prst="bentConnector3">
            <a:avLst>
              <a:gd name="adj1" fmla="val 421"/>
            </a:avLst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4788A1CB-D67F-49EB-9DA8-CD9B31CB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0772" y="2914650"/>
            <a:ext cx="38100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4EF16B21-F2EA-46C7-882C-261B2F7D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0772" y="4093845"/>
            <a:ext cx="38100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02E12D68-9396-439C-BDE9-6BB535D3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0772" y="5085080"/>
            <a:ext cx="38100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619364A6-FC3E-4C8D-9520-D5D7ABF1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5348597" y="3669665"/>
            <a:ext cx="3175" cy="141922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22C2F500-053A-401B-A9D4-42B66E9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2966" y="1819565"/>
            <a:ext cx="309880" cy="3098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7EAABD2A-BF2D-47DB-A828-60AE2913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08681" y="1781465"/>
            <a:ext cx="310515" cy="334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C</a:t>
            </a:r>
          </a:p>
        </p:txBody>
      </p:sp>
      <p:cxnSp>
        <p:nvCxnSpPr>
          <p:cNvPr id="1063" name="直接箭头连接符 83"/>
          <p:cNvCxnSpPr/>
          <p:nvPr/>
        </p:nvCxnSpPr>
        <p:spPr>
          <a:xfrm xmlns:a="http://schemas.openxmlformats.org/drawingml/2006/main" flipV="1">
            <a:off x="16201402" y="3496310"/>
            <a:ext cx="386715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FFE49C03-0949-4AE0-B735-DD0156BA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88722" y="3183815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70B4AF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A25B3DBE-0481-421C-8182-70CBA899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88722" y="3336521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548F9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5C708D65-241B-4222-A235-7402F10F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88722" y="3493644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2F485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8DE81B9A-FD71-4556-BEDF-49AF3D07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88722" y="3652056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2F485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2" name="文本框 91">
            <a:extLst xmlns:a="http://schemas.openxmlformats.org/drawingml/2006/main">
              <a:ext uri="{FF2B5EF4-FFF2-40B4-BE49-F238E27FC236}">
                <a16:creationId xmlns:a16="http://schemas.microsoft.com/office/drawing/2014/main" id="{9254AB79-91AE-4769-AA3E-638F07D4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94760" y="3855085"/>
            <a:ext cx="445770" cy="370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𝑭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𝑺</m:t>
                      </m:r>
                    </m:sub>
                    <m:sup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</m:sup>
                  </m:sSubSup>
                </m:oMath>
              </m:oMathPara>
            </a14:m>
          </a:p>
        </p:txBody>
      </p:sp>
      <p:sp>
        <p:nvSpPr>
          <p:cNvPr id="93" name="矩形: 圆角 89">
            <a:extLst xmlns:a="http://schemas.openxmlformats.org/drawingml/2006/main">
              <a:ext uri="{FF2B5EF4-FFF2-40B4-BE49-F238E27FC236}">
                <a16:creationId xmlns:a16="http://schemas.microsoft.com/office/drawing/2014/main" id="{5CE7EF7E-FF0D-4A15-B3A9-BC305058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3105150"/>
            <a:ext cx="876300" cy="800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>
            <a:solidFill>
              <a:srgbClr val="15608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3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863" b="1" i="0" u="none" cap="none">
                <a:ln>
                  <a:noFill/>
                </a:ln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Fₛᵗ = GELU{LN[</a:t>
            </a:r>
          </a:p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3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863" b="1" i="0" u="none" cap="none">
                <a:ln>
                  <a:noFill/>
                </a:ln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Wₚ·[Fₗ;F_g;</a:t>
            </a:r>
          </a:p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3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863" b="1" i="0" u="none" cap="none">
                <a:ln>
                  <a:noFill/>
                </a:ln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Bₗ;B_g]+bₚ]}</a:t>
            </a:r>
          </a:p>
        </p:txBody>
      </p:sp>
      <p:cxnSp>
        <p:nvCxnSpPr>
          <p:cNvPr id="1070" name="直接连接符 93"/>
          <p:cNvCxnSpPr>
            <a:stCxn xmlns:a="http://schemas.openxmlformats.org/drawingml/2006/main" id="93" idx="1"/>
          </p:cNvCxnSpPr>
          <p:nvPr/>
        </p:nvCxnSpPr>
        <p:spPr>
          <a:xfrm xmlns:a="http://schemas.openxmlformats.org/drawingml/2006/main" flipH="1" flipV="1">
            <a:off x="15511157" y="3491230"/>
            <a:ext cx="12573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8" name="椭圆 97">
            <a:extLst xmlns:a="http://schemas.openxmlformats.org/drawingml/2006/main">
              <a:ext uri="{FF2B5EF4-FFF2-40B4-BE49-F238E27FC236}">
                <a16:creationId xmlns:a16="http://schemas.microsoft.com/office/drawing/2014/main" id="{54F5C1AC-D1B4-4221-A2C0-DC7DF9C5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2352" y="6197282"/>
            <a:ext cx="309880" cy="3098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9" name="文本框 98">
            <a:extLst xmlns:a="http://schemas.openxmlformats.org/drawingml/2006/main">
              <a:ext uri="{FF2B5EF4-FFF2-40B4-BE49-F238E27FC236}">
                <a16:creationId xmlns:a16="http://schemas.microsoft.com/office/drawing/2014/main" id="{9151A56C-51FC-407F-85E0-DBAB6C8C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2352" y="6185217"/>
            <a:ext cx="310515" cy="334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C</a:t>
            </a:r>
          </a:p>
        </p:txBody>
      </p:sp>
      <p:sp>
        <p:nvSpPr>
          <p:cNvPr id="100" name="文本框 99">
            <a:extLst xmlns:a="http://schemas.openxmlformats.org/drawingml/2006/main">
              <a:ext uri="{FF2B5EF4-FFF2-40B4-BE49-F238E27FC236}">
                <a16:creationId xmlns:a16="http://schemas.microsoft.com/office/drawing/2014/main" id="{323D1901-3035-4D42-A5A3-A956377C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8580" y="6208712"/>
            <a:ext cx="110553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omic Sans MS"/>
                <a:ea typeface="Comic Sans MS"/>
                <a:cs typeface="Comic Sans MS"/>
              </a:rPr>
              <a:t>Concat</a:t>
            </a:r>
          </a:p>
        </p:txBody>
      </p:sp>
      <p:sp>
        <p:nvSpPr>
          <p:cNvPr id="101" name="直接连接符 100">
            <a:extLst xmlns:a="http://schemas.openxmlformats.org/drawingml/2006/main">
              <a:ext uri="{FF2B5EF4-FFF2-40B4-BE49-F238E27FC236}">
                <a16:creationId xmlns:a16="http://schemas.microsoft.com/office/drawing/2014/main" id="{A821106A-ECCD-4538-B955-3ECF8888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9147" y="2110740"/>
            <a:ext cx="20574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accent1">
                <a:shade val="50000"/>
              </a:schemeClr>
            </a:solidFill>
            <a:prstDash val="sys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1AD95739-4906-41AF-88C8-60C6AC6C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173712" y="1019810"/>
            <a:ext cx="273685" cy="153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70B4AF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69415DAE-1347-4765-87CB-6A03FF4F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326747" y="1019810"/>
            <a:ext cx="273685" cy="153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548F9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F1961F7C-7A59-4F72-9B2A-59A19D50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483592" y="1019810"/>
            <a:ext cx="273685" cy="153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2F485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7" name="矩形 106">
            <a:extLst xmlns:a="http://schemas.openxmlformats.org/drawingml/2006/main">
              <a:ext uri="{FF2B5EF4-FFF2-40B4-BE49-F238E27FC236}">
                <a16:creationId xmlns:a16="http://schemas.microsoft.com/office/drawing/2014/main" id="{832302E7-B50E-425E-96EC-09841A26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886182" y="1018540"/>
            <a:ext cx="273685" cy="153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2F485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0" name="矩形 109">
            <a:extLst xmlns:a="http://schemas.openxmlformats.org/drawingml/2006/main">
              <a:ext uri="{FF2B5EF4-FFF2-40B4-BE49-F238E27FC236}">
                <a16:creationId xmlns:a16="http://schemas.microsoft.com/office/drawing/2014/main" id="{E11FF92B-428B-43A9-BF18-C3D7F1E5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173712" y="1489075"/>
            <a:ext cx="273685" cy="153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70B4AF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1" name="矩形 110">
            <a:extLst xmlns:a="http://schemas.openxmlformats.org/drawingml/2006/main">
              <a:ext uri="{FF2B5EF4-FFF2-40B4-BE49-F238E27FC236}">
                <a16:creationId xmlns:a16="http://schemas.microsoft.com/office/drawing/2014/main" id="{61E2912C-5AAC-4C7F-BE96-C1C90D80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326747" y="1489075"/>
            <a:ext cx="273685" cy="153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548F9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2" name="矩形 111">
            <a:extLst xmlns:a="http://schemas.openxmlformats.org/drawingml/2006/main">
              <a:ext uri="{FF2B5EF4-FFF2-40B4-BE49-F238E27FC236}">
                <a16:creationId xmlns:a16="http://schemas.microsoft.com/office/drawing/2014/main" id="{BF034CF5-28E7-4C3A-85BE-2CFE14CF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483592" y="1489075"/>
            <a:ext cx="273685" cy="153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2F485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3" name="矩形 112">
            <a:extLst xmlns:a="http://schemas.openxmlformats.org/drawingml/2006/main">
              <a:ext uri="{FF2B5EF4-FFF2-40B4-BE49-F238E27FC236}">
                <a16:creationId xmlns:a16="http://schemas.microsoft.com/office/drawing/2014/main" id="{F673EBDF-15EC-4B3C-91D7-8E295F76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886182" y="1489075"/>
            <a:ext cx="273685" cy="153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2F485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文本框 113">
            <a:extLst xmlns:a="http://schemas.openxmlformats.org/drawingml/2006/main">
              <a:ext uri="{FF2B5EF4-FFF2-40B4-BE49-F238E27FC236}">
                <a16:creationId xmlns:a16="http://schemas.microsoft.com/office/drawing/2014/main" id="{5002FA46-58A2-4BF9-ABE3-E0FA5925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8255" y="871855"/>
            <a:ext cx="84264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omic Sans MS"/>
                <a:ea typeface="Comic Sans MS"/>
                <a:cs typeface="Comic Sans MS"/>
              </a:rPr>
              <a:t>Mean</a:t>
            </a:r>
          </a:p>
        </p:txBody>
      </p:sp>
      <p:sp>
        <p:nvSpPr>
          <p:cNvPr id="115" name="文本框 114">
            <a:extLst xmlns:a="http://schemas.openxmlformats.org/drawingml/2006/main">
              <a:ext uri="{FF2B5EF4-FFF2-40B4-BE49-F238E27FC236}">
                <a16:creationId xmlns:a16="http://schemas.microsoft.com/office/drawing/2014/main" id="{1DBCD84D-7983-4546-BA9D-FC23D227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165" y="1348105"/>
            <a:ext cx="84264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Comic Sans MS"/>
                <a:ea typeface="Comic Sans MS"/>
                <a:cs typeface="Comic Sans MS"/>
              </a:rPr>
              <a:t>Std</a:t>
            </a:r>
          </a:p>
        </p:txBody>
      </p:sp>
      <p:sp>
        <p:nvSpPr>
          <p:cNvPr id="119" name="矩形: 圆角 89">
            <a:extLst xmlns:a="http://schemas.openxmlformats.org/drawingml/2006/main">
              <a:ext uri="{FF2B5EF4-FFF2-40B4-BE49-F238E27FC236}">
                <a16:creationId xmlns:a16="http://schemas.microsoft.com/office/drawing/2014/main" id="{3897E7BB-95CC-46FA-A1B6-632B78CB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5027" y="1085850"/>
            <a:ext cx="776605" cy="53403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56082"/>
          </a:solidFill>
          <a:ln xmlns:a="http://schemas.openxmlformats.org/drawingml/2006/main">
            <a:solidFill>
              <a:srgbClr val="15608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global ASP</a:t>
            </a:r>
          </a:p>
        </p:txBody>
      </p:sp>
      <p:cxnSp>
        <p:nvCxnSpPr>
          <p:cNvPr id="1086" name="肘形连接符 119"/>
          <p:cNvCxnSpPr>
            <a:endCxn xmlns:a="http://schemas.openxmlformats.org/drawingml/2006/main" id="119" idx="1"/>
          </p:cNvCxnSpPr>
          <p:nvPr/>
        </p:nvCxnSpPr>
        <p:spPr>
          <a:xfrm xmlns:a="http://schemas.openxmlformats.org/drawingml/2006/main" rot="16200000">
            <a:off x="16093452" y="1996440"/>
            <a:ext cx="1814830" cy="528320"/>
          </a:xfrm>
          <a:prstGeom xmlns:a="http://schemas.openxmlformats.org/drawingml/2006/main" prst="bentConnector2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1" name="左大括号 120">
            <a:extLst xmlns:a="http://schemas.openxmlformats.org/drawingml/2006/main">
              <a:ext uri="{FF2B5EF4-FFF2-40B4-BE49-F238E27FC236}">
                <a16:creationId xmlns:a16="http://schemas.microsoft.com/office/drawing/2014/main" id="{6220DDE2-3C68-40B9-AB08-C1E407FE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2907" y="1051560"/>
            <a:ext cx="121920" cy="609600"/>
          </a:xfrm>
          <a:prstGeom xmlns:a="http://schemas.openxmlformats.org/drawingml/2006/main" prst="leftBrac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3" name="teacher dots">
            <a:extLst xmlns:a="http://schemas.openxmlformats.org/drawingml/2006/main">
              <a:ext uri="{FF2B5EF4-FFF2-40B4-BE49-F238E27FC236}">
                <a16:creationId xmlns:a16="http://schemas.microsoft.com/office/drawing/2014/main" id="{EFB5684C-E558-422E-B770-54A1E98C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7587" y="102298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124" name="teacher dots">
            <a:extLst xmlns:a="http://schemas.openxmlformats.org/drawingml/2006/main">
              <a:ext uri="{FF2B5EF4-FFF2-40B4-BE49-F238E27FC236}">
                <a16:creationId xmlns:a16="http://schemas.microsoft.com/office/drawing/2014/main" id="{DCEEB1F7-9DD8-49ED-8A8E-E0486288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7587" y="149352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129" name="矩形 128">
            <a:extLst xmlns:a="http://schemas.openxmlformats.org/drawingml/2006/main">
              <a:ext uri="{FF2B5EF4-FFF2-40B4-BE49-F238E27FC236}">
                <a16:creationId xmlns:a16="http://schemas.microsoft.com/office/drawing/2014/main" id="{AE748E94-8245-4CE1-AF6F-19F21E98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37787" y="1040055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BB81B5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0" name="矩形 189">
            <a:extLst xmlns:a="http://schemas.openxmlformats.org/drawingml/2006/main">
              <a:ext uri="{FF2B5EF4-FFF2-40B4-BE49-F238E27FC236}">
                <a16:creationId xmlns:a16="http://schemas.microsoft.com/office/drawing/2014/main" id="{44ADDE4E-C733-458A-B899-E1EBD4AE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37787" y="1192761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8E76AC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1" name="矩形 190">
            <a:extLst xmlns:a="http://schemas.openxmlformats.org/drawingml/2006/main">
              <a:ext uri="{FF2B5EF4-FFF2-40B4-BE49-F238E27FC236}">
                <a16:creationId xmlns:a16="http://schemas.microsoft.com/office/drawing/2014/main" id="{F3068189-AEA5-4445-A693-C6630100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37787" y="1349884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626B9D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2" name="矩形 191">
            <a:extLst xmlns:a="http://schemas.openxmlformats.org/drawingml/2006/main">
              <a:ext uri="{FF2B5EF4-FFF2-40B4-BE49-F238E27FC236}">
                <a16:creationId xmlns:a16="http://schemas.microsoft.com/office/drawing/2014/main" id="{339327F5-2F21-4A68-A77B-3A8A1F40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37787" y="1508296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365E8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4" name="文本框 193">
            <a:extLst xmlns:a="http://schemas.openxmlformats.org/drawingml/2006/main">
              <a:ext uri="{FF2B5EF4-FFF2-40B4-BE49-F238E27FC236}">
                <a16:creationId xmlns:a16="http://schemas.microsoft.com/office/drawing/2014/main" id="{618D5DA0-125C-4EBD-9570-DBBC9D72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48270" y="682625"/>
            <a:ext cx="474345" cy="356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𝑭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𝒈</m:t>
                      </m:r>
                    </m:sub>
                  </m:sSub>
                </m:oMath>
              </m:oMathPara>
            </a14:m>
          </a:p>
        </p:txBody>
      </p:sp>
      <p:sp>
        <p:nvSpPr>
          <p:cNvPr id="195" name="右大括号 194">
            <a:extLst xmlns:a="http://schemas.openxmlformats.org/drawingml/2006/main">
              <a:ext uri="{FF2B5EF4-FFF2-40B4-BE49-F238E27FC236}">
                <a16:creationId xmlns:a16="http://schemas.microsoft.com/office/drawing/2014/main" id="{47D7C89D-D816-4E40-99D4-EFE1608A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2962" y="1005840"/>
            <a:ext cx="75565" cy="670560"/>
          </a:xfrm>
          <a:prstGeom xmlns:a="http://schemas.openxmlformats.org/drawingml/2006/main" prst="rightBrac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0" name="椭圆 199">
            <a:extLst xmlns:a="http://schemas.openxmlformats.org/drawingml/2006/main">
              <a:ext uri="{FF2B5EF4-FFF2-40B4-BE49-F238E27FC236}">
                <a16:creationId xmlns:a16="http://schemas.microsoft.com/office/drawing/2014/main" id="{8DE64CC9-E35F-4444-97A0-0AC3E790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00912" y="1183005"/>
            <a:ext cx="309880" cy="3098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1" name="文本框 200">
            <a:extLst xmlns:a="http://schemas.openxmlformats.org/drawingml/2006/main">
              <a:ext uri="{FF2B5EF4-FFF2-40B4-BE49-F238E27FC236}">
                <a16:creationId xmlns:a16="http://schemas.microsoft.com/office/drawing/2014/main" id="{F24413D2-0261-435A-B748-986C5226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00912" y="1170940"/>
            <a:ext cx="310515" cy="334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C</a:t>
            </a:r>
          </a:p>
        </p:txBody>
      </p:sp>
      <p:cxnSp>
        <p:nvCxnSpPr>
          <p:cNvPr id="1098" name="直接箭头连接符 202"/>
          <p:cNvCxnSpPr>
            <a:stCxn xmlns:a="http://schemas.openxmlformats.org/drawingml/2006/main" id="201" idx="3"/>
          </p:cNvCxnSpPr>
          <p:nvPr/>
        </p:nvCxnSpPr>
        <p:spPr>
          <a:xfrm xmlns:a="http://schemas.openxmlformats.org/drawingml/2006/main">
            <a:off x="20211427" y="1337945"/>
            <a:ext cx="287020" cy="635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205" name="右大括号 204">
            <a:extLst xmlns:a="http://schemas.openxmlformats.org/drawingml/2006/main">
              <a:ext uri="{FF2B5EF4-FFF2-40B4-BE49-F238E27FC236}">
                <a16:creationId xmlns:a16="http://schemas.microsoft.com/office/drawing/2014/main" id="{718C29DC-5FD1-4264-BFA6-A8A6AD44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52777" y="1048385"/>
            <a:ext cx="140970" cy="609600"/>
          </a:xfrm>
          <a:prstGeom xmlns:a="http://schemas.openxmlformats.org/drawingml/2006/main" prst="rightBrace">
            <a:avLst>
              <a:gd name="adj1" fmla="val 8333"/>
              <a:gd name="adj2" fmla="val 50000"/>
            </a:avLst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6" name="文本框 205">
            <a:extLst xmlns:a="http://schemas.openxmlformats.org/drawingml/2006/main">
              <a:ext uri="{FF2B5EF4-FFF2-40B4-BE49-F238E27FC236}">
                <a16:creationId xmlns:a16="http://schemas.microsoft.com/office/drawing/2014/main" id="{FAC043C5-01A3-463E-8083-89D20FD7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6597" y="1221105"/>
            <a:ext cx="49403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Comic Sans MS"/>
                <a:ea typeface="Comic Sans MS"/>
                <a:cs typeface="Comic Sans MS"/>
              </a:rPr>
              <a:t>2C</a:t>
            </a:r>
          </a:p>
        </p:txBody>
      </p:sp>
      <p:sp>
        <p:nvSpPr>
          <p:cNvPr id="243" name="矩形 242">
            <a:extLst xmlns:a="http://schemas.openxmlformats.org/drawingml/2006/main">
              <a:ext uri="{FF2B5EF4-FFF2-40B4-BE49-F238E27FC236}">
                <a16:creationId xmlns:a16="http://schemas.microsoft.com/office/drawing/2014/main" id="{2A4D162C-C69F-4808-8867-E6929DBA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39057" y="2898065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BB81B5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4" name="矩形 243">
            <a:extLst xmlns:a="http://schemas.openxmlformats.org/drawingml/2006/main">
              <a:ext uri="{FF2B5EF4-FFF2-40B4-BE49-F238E27FC236}">
                <a16:creationId xmlns:a16="http://schemas.microsoft.com/office/drawing/2014/main" id="{40A16959-4483-4100-81DB-43541CB0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39057" y="3050771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8E76AC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5" name="矩形 244">
            <a:extLst xmlns:a="http://schemas.openxmlformats.org/drawingml/2006/main">
              <a:ext uri="{FF2B5EF4-FFF2-40B4-BE49-F238E27FC236}">
                <a16:creationId xmlns:a16="http://schemas.microsoft.com/office/drawing/2014/main" id="{76F608C7-B0D2-45EF-A0CA-592564DB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39057" y="3207894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626B9D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6" name="矩形 245">
            <a:extLst xmlns:a="http://schemas.openxmlformats.org/drawingml/2006/main">
              <a:ext uri="{FF2B5EF4-FFF2-40B4-BE49-F238E27FC236}">
                <a16:creationId xmlns:a16="http://schemas.microsoft.com/office/drawing/2014/main" id="{2517BD58-1375-4981-92C4-FA942FEC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39057" y="3366306"/>
            <a:ext cx="273685" cy="153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365E86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8" name="文本框 247">
            <a:extLst xmlns:a="http://schemas.openxmlformats.org/drawingml/2006/main">
              <a:ext uri="{FF2B5EF4-FFF2-40B4-BE49-F238E27FC236}">
                <a16:creationId xmlns:a16="http://schemas.microsoft.com/office/drawing/2014/main" id="{A259C23B-1395-4A48-BA02-62DAD18B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73670" y="3531235"/>
            <a:ext cx="42354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𝑭</m:t>
                      </m:r>
                    </m:e>
                    <m:sub>
                      <m:r>
                        <a:rPr xmlns:a="http://schemas.openxmlformats.org/drawingml/2006/main" lang="en-US" b="1" i="1">
                          <a:latin typeface="Cambria Math"/>
                          <a:ea typeface="Cambria Math"/>
                          <a:cs typeface="Cambria Math"/>
                        </a:rPr>
                        <m:t>𝒍</m:t>
                      </m:r>
                    </m:sub>
                  </m:sSub>
                </m:oMath>
              </m:oMathPara>
            </a14:m>
          </a:p>
        </p:txBody>
      </p:sp>
      <p:sp>
        <p:nvSpPr>
          <p:cNvPr id="255" name="右大括号 254">
            <a:extLst xmlns:a="http://schemas.openxmlformats.org/drawingml/2006/main">
              <a:ext uri="{FF2B5EF4-FFF2-40B4-BE49-F238E27FC236}">
                <a16:creationId xmlns:a16="http://schemas.microsoft.com/office/drawing/2014/main" id="{97EA05F6-F714-44F8-9043-795C4E53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22627" y="2897505"/>
            <a:ext cx="140970" cy="609600"/>
          </a:xfrm>
          <a:prstGeom xmlns:a="http://schemas.openxmlformats.org/drawingml/2006/main" prst="rightBrace">
            <a:avLst>
              <a:gd name="adj1" fmla="val 8333"/>
              <a:gd name="adj2" fmla="val 50000"/>
            </a:avLst>
          </a:prstGeom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6" name="文本框 255">
            <a:extLst xmlns:a="http://schemas.openxmlformats.org/drawingml/2006/main">
              <a:ext uri="{FF2B5EF4-FFF2-40B4-BE49-F238E27FC236}">
                <a16:creationId xmlns:a16="http://schemas.microsoft.com/office/drawing/2014/main" id="{40A0EDBD-A202-46F0-A150-CD9A9AAA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006447" y="3070225"/>
            <a:ext cx="494030" cy="24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latin typeface="Comic Sans MS"/>
                <a:ea typeface="Comic Sans MS"/>
                <a:cs typeface="Comic Sans MS"/>
              </a:rPr>
              <a:t>2C</a:t>
            </a:r>
          </a:p>
        </p:txBody>
      </p:sp>
      <p:cxnSp>
        <p:nvCxnSpPr>
          <p:cNvPr id="1108" name="直接连接符 297"/>
          <p:cNvCxnSpPr>
            <a:stCxn xmlns:a="http://schemas.openxmlformats.org/drawingml/2006/main" id="243" idx="0"/>
          </p:cNvCxnSpPr>
          <p:nvPr/>
        </p:nvCxnSpPr>
        <p:spPr>
          <a:xfrm xmlns:a="http://schemas.openxmlformats.org/drawingml/2006/main" flipH="1" flipV="1">
            <a:off x="20666710" y="2397760"/>
            <a:ext cx="8890" cy="49974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09" name="直接连接符 311"/>
          <p:cNvCxnSpPr>
            <a:stCxn xmlns:a="http://schemas.openxmlformats.org/drawingml/2006/main" id="192" idx="2"/>
            <a:endCxn xmlns:a="http://schemas.openxmlformats.org/drawingml/2006/main" id="317" idx="0"/>
          </p:cNvCxnSpPr>
          <p:nvPr/>
        </p:nvCxnSpPr>
        <p:spPr>
          <a:xfrm xmlns:a="http://schemas.openxmlformats.org/drawingml/2006/main">
            <a:off x="20674330" y="1661160"/>
            <a:ext cx="0" cy="41592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16" name="椭圆 315">
            <a:extLst xmlns:a="http://schemas.openxmlformats.org/drawingml/2006/main">
              <a:ext uri="{FF2B5EF4-FFF2-40B4-BE49-F238E27FC236}">
                <a16:creationId xmlns:a16="http://schemas.microsoft.com/office/drawing/2014/main" id="{E893A2B4-2AD0-4BE9-ABE1-E5955CC0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42262" y="2089150"/>
            <a:ext cx="309880" cy="3098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7" name="文本框 316">
            <a:extLst xmlns:a="http://schemas.openxmlformats.org/drawingml/2006/main">
              <a:ext uri="{FF2B5EF4-FFF2-40B4-BE49-F238E27FC236}">
                <a16:creationId xmlns:a16="http://schemas.microsoft.com/office/drawing/2014/main" id="{F0054383-B766-4F76-9B0F-DF2D476B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42262" y="2077085"/>
            <a:ext cx="310515" cy="334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C</a:t>
            </a:r>
          </a:p>
        </p:txBody>
      </p:sp>
      <p:cxnSp>
        <p:nvCxnSpPr>
          <p:cNvPr id="1112" name="肘形连接符 317"/>
          <p:cNvCxnSpPr>
            <a:stCxn xmlns:a="http://schemas.openxmlformats.org/drawingml/2006/main" id="317" idx="3"/>
            <a:endCxn xmlns:a="http://schemas.openxmlformats.org/drawingml/2006/main" id="300" idx="3"/>
          </p:cNvCxnSpPr>
          <p:nvPr/>
        </p:nvCxnSpPr>
        <p:spPr>
          <a:xfrm xmlns:a="http://schemas.openxmlformats.org/drawingml/2006/main">
            <a:off x="20852765" y="2244090"/>
            <a:ext cx="4445" cy="3001645"/>
          </a:xfrm>
          <a:prstGeom xmlns:a="http://schemas.openxmlformats.org/drawingml/2006/main" prst="bentConnector3">
            <a:avLst>
              <a:gd name="adj1" fmla="val 10714285"/>
            </a:avLst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551" name="class-Cargo ship">
            <a:extLst xmlns:a="http://schemas.openxmlformats.org/drawingml/2006/main">
              <a:ext uri="{FF2B5EF4-FFF2-40B4-BE49-F238E27FC236}">
                <a16:creationId xmlns:a16="http://schemas.microsoft.com/office/drawing/2014/main" id="{91F3A98D-F963-4CDD-BC51-A2CD9752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88105" y="5486400"/>
            <a:ext cx="1205865" cy="28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111111"/>
                </a:solidFill>
              </a:defRPr>
            </a:pPr>
            <a:r>
              <a:rPr sz="105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Predicted Class</a:t>
            </a:r>
          </a:p>
        </p:txBody>
      </p:sp>
      <p:pic>
        <p:nvPicPr>
          <p:cNvPr id="1114" name="图片 3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6ad1c9f3e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6930370" y="4912995"/>
            <a:ext cx="521970" cy="521970"/>
          </a:xfrm>
          <a:prstGeom xmlns:a="http://schemas.openxmlformats.org/drawingml/2006/main" prst="rect">
            <a:avLst/>
          </a:prstGeom>
        </p:spPr>
      </p:pic>
      <p:cxnSp>
        <p:nvCxnSpPr>
          <p:cNvPr id="1115" name="直接箭头连接符 319"/>
          <p:cNvCxnSpPr>
            <a:stCxn xmlns:a="http://schemas.openxmlformats.org/drawingml/2006/main" id="300" idx="1"/>
          </p:cNvCxnSpPr>
          <p:nvPr/>
        </p:nvCxnSpPr>
        <p:spPr>
          <a:xfrm xmlns:a="http://schemas.openxmlformats.org/drawingml/2006/main" flipH="1" flipV="1">
            <a:off x="19076670" y="5242560"/>
            <a:ext cx="523240" cy="317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22" name="矩形: 圆角 43">
            <a:extLst xmlns:a="http://schemas.openxmlformats.org/drawingml/2006/main">
              <a:ext uri="{FF2B5EF4-FFF2-40B4-BE49-F238E27FC236}">
                <a16:creationId xmlns:a16="http://schemas.microsoft.com/office/drawing/2014/main" id="{C4593918-6A19-4A67-ABD4-A4D3BDCB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09565" y="4913630"/>
            <a:ext cx="990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E7D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3" name="矩形 322">
            <a:extLst xmlns:a="http://schemas.openxmlformats.org/drawingml/2006/main">
              <a:ext uri="{FF2B5EF4-FFF2-40B4-BE49-F238E27FC236}">
                <a16:creationId xmlns:a16="http://schemas.microsoft.com/office/drawing/2014/main" id="{5488BEE9-28AD-4636-A5FF-A429B902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66715" y="495173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Logits</a:t>
            </a:r>
          </a:p>
        </p:txBody>
      </p:sp>
      <p:sp>
        <p:nvSpPr>
          <p:cNvPr id="324" name="矩形 323">
            <a:extLst xmlns:a="http://schemas.openxmlformats.org/drawingml/2006/main">
              <a:ext uri="{FF2B5EF4-FFF2-40B4-BE49-F238E27FC236}">
                <a16:creationId xmlns:a16="http://schemas.microsoft.com/office/drawing/2014/main" id="{C94B4F7C-6980-44DB-B392-57BBD0AA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242915" y="5285105"/>
            <a:ext cx="57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5" name="矩形 324">
            <a:extLst xmlns:a="http://schemas.openxmlformats.org/drawingml/2006/main">
              <a:ext uri="{FF2B5EF4-FFF2-40B4-BE49-F238E27FC236}">
                <a16:creationId xmlns:a16="http://schemas.microsoft.com/office/drawing/2014/main" id="{19DB0996-7691-494B-A3AF-BA828C20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357215" y="5227955"/>
            <a:ext cx="571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6" name="矩形 325">
            <a:extLst xmlns:a="http://schemas.openxmlformats.org/drawingml/2006/main">
              <a:ext uri="{FF2B5EF4-FFF2-40B4-BE49-F238E27FC236}">
                <a16:creationId xmlns:a16="http://schemas.microsoft.com/office/drawing/2014/main" id="{08B6AEF5-B2BC-46BD-926F-7E9D0C43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471515" y="5304155"/>
            <a:ext cx="57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7" name="矩形 326">
            <a:extLst xmlns:a="http://schemas.openxmlformats.org/drawingml/2006/main">
              <a:ext uri="{FF2B5EF4-FFF2-40B4-BE49-F238E27FC236}">
                <a16:creationId xmlns:a16="http://schemas.microsoft.com/office/drawing/2014/main" id="{0996A963-7997-47E5-96DE-05071AFB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85815" y="5180330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8" name="矩形 327">
            <a:extLst xmlns:a="http://schemas.openxmlformats.org/drawingml/2006/main">
              <a:ext uri="{FF2B5EF4-FFF2-40B4-BE49-F238E27FC236}">
                <a16:creationId xmlns:a16="http://schemas.microsoft.com/office/drawing/2014/main" id="{9B3EA071-34BF-40E7-9E7E-DB58AD55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00115" y="5256530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9" name="矩形 328">
            <a:extLst xmlns:a="http://schemas.openxmlformats.org/drawingml/2006/main">
              <a:ext uri="{FF2B5EF4-FFF2-40B4-BE49-F238E27FC236}">
                <a16:creationId xmlns:a16="http://schemas.microsoft.com/office/drawing/2014/main" id="{9134236A-5B19-4E47-935C-F722BE5D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14415" y="5208905"/>
            <a:ext cx="57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cxnSp>
        <p:nvCxnSpPr>
          <p:cNvPr id="1124" name="直接箭头连接符 330"/>
          <p:cNvCxnSpPr>
            <a:stCxn xmlns:a="http://schemas.openxmlformats.org/drawingml/2006/main" id="322" idx="1"/>
          </p:cNvCxnSpPr>
          <p:nvPr/>
        </p:nvCxnSpPr>
        <p:spPr>
          <a:xfrm xmlns:a="http://schemas.openxmlformats.org/drawingml/2006/main" flipH="1" flipV="1">
            <a:off x="17517745" y="5180330"/>
            <a:ext cx="591820" cy="952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74" name="segment-n-label">
            <a:extLst xmlns:a="http://schemas.openxmlformats.org/drawingml/2006/main">
              <a:ext uri="{FF2B5EF4-FFF2-40B4-BE49-F238E27FC236}">
                <a16:creationId xmlns:a16="http://schemas.microsoft.com/office/drawing/2014/main" id="{E653440E-3A43-4DAB-9C65-F789A546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868140" y="2947374"/>
            <a:ext cx="655306" cy="163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Seg N</a:t>
            </a:r>
          </a:p>
        </p:txBody>
      </p:sp>
      <p:sp>
        <p:nvSpPr>
          <p:cNvPr id="375" name="矩形 374">
            <a:extLst xmlns:a="http://schemas.openxmlformats.org/drawingml/2006/main">
              <a:ext uri="{FF2B5EF4-FFF2-40B4-BE49-F238E27FC236}">
                <a16:creationId xmlns:a16="http://schemas.microsoft.com/office/drawing/2014/main" id="{D11BC885-E029-4BB9-B608-6A43B593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16169" y="2779395"/>
            <a:ext cx="365815" cy="135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376" name="矩形 375">
            <a:extLst xmlns:a="http://schemas.openxmlformats.org/drawingml/2006/main">
              <a:ext uri="{FF2B5EF4-FFF2-40B4-BE49-F238E27FC236}">
                <a16:creationId xmlns:a16="http://schemas.microsoft.com/office/drawing/2014/main" id="{ABD91BA5-907F-4E4D-A31E-9E03B936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36892" y="2637155"/>
            <a:ext cx="6774" cy="6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8" name="矩形 377">
            <a:extLst xmlns:a="http://schemas.openxmlformats.org/drawingml/2006/main">
              <a:ext uri="{FF2B5EF4-FFF2-40B4-BE49-F238E27FC236}">
                <a16:creationId xmlns:a16="http://schemas.microsoft.com/office/drawing/2014/main" id="{4341D55E-C72F-46F0-B074-DFB844A4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52542" y="2998399"/>
            <a:ext cx="501302" cy="1896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T-W+1</a:t>
            </a:r>
          </a:p>
        </p:txBody>
      </p:sp>
      <p:sp>
        <p:nvSpPr>
          <p:cNvPr id="379" name="矩形 378">
            <a:extLst xmlns:a="http://schemas.openxmlformats.org/drawingml/2006/main">
              <a:ext uri="{FF2B5EF4-FFF2-40B4-BE49-F238E27FC236}">
                <a16:creationId xmlns:a16="http://schemas.microsoft.com/office/drawing/2014/main" id="{7F2B906B-5470-45BF-98C2-361A1B44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53845" y="2998399"/>
            <a:ext cx="501302" cy="1896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380" name="矩形 379">
            <a:extLst xmlns:a="http://schemas.openxmlformats.org/drawingml/2006/main">
              <a:ext uri="{FF2B5EF4-FFF2-40B4-BE49-F238E27FC236}">
                <a16:creationId xmlns:a16="http://schemas.microsoft.com/office/drawing/2014/main" id="{99154E1B-0DCB-4CF0-BED1-92855B99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455148" y="2998399"/>
            <a:ext cx="453882" cy="1896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381" name="矩形 380">
            <a:extLst xmlns:a="http://schemas.openxmlformats.org/drawingml/2006/main">
              <a:ext uri="{FF2B5EF4-FFF2-40B4-BE49-F238E27FC236}">
                <a16:creationId xmlns:a16="http://schemas.microsoft.com/office/drawing/2014/main" id="{2E459023-3FCE-42C4-B7CC-C8190D86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451987" y="3184891"/>
            <a:ext cx="6774" cy="6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2" name="矩形 381">
            <a:extLst xmlns:a="http://schemas.openxmlformats.org/drawingml/2006/main">
              <a:ext uri="{FF2B5EF4-FFF2-40B4-BE49-F238E27FC236}">
                <a16:creationId xmlns:a16="http://schemas.microsoft.com/office/drawing/2014/main" id="{FC6782C1-E6A2-478C-912F-7CDD805B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33349" y="3341582"/>
            <a:ext cx="6774" cy="6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3" name="segment-1-label">
            <a:extLst xmlns:a="http://schemas.openxmlformats.org/drawingml/2006/main">
              <a:ext uri="{FF2B5EF4-FFF2-40B4-BE49-F238E27FC236}">
                <a16:creationId xmlns:a16="http://schemas.microsoft.com/office/drawing/2014/main" id="{68190DA2-015A-49A2-B78C-E53693A0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8775" y="2417445"/>
            <a:ext cx="654050" cy="166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Seg1</a:t>
            </a:r>
          </a:p>
        </p:txBody>
      </p:sp>
      <p:sp>
        <p:nvSpPr>
          <p:cNvPr id="384" name="segment-2-label">
            <a:extLst xmlns:a="http://schemas.openxmlformats.org/drawingml/2006/main">
              <a:ext uri="{FF2B5EF4-FFF2-40B4-BE49-F238E27FC236}">
                <a16:creationId xmlns:a16="http://schemas.microsoft.com/office/drawing/2014/main" id="{91B10840-E1F7-49F4-A041-A389D6B8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9410" y="2671445"/>
            <a:ext cx="674370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Seg 2</a:t>
            </a:r>
          </a:p>
        </p:txBody>
      </p:sp>
      <p:sp>
        <p:nvSpPr>
          <p:cNvPr id="386" name="矩形 385">
            <a:extLst xmlns:a="http://schemas.openxmlformats.org/drawingml/2006/main">
              <a:ext uri="{FF2B5EF4-FFF2-40B4-BE49-F238E27FC236}">
                <a16:creationId xmlns:a16="http://schemas.microsoft.com/office/drawing/2014/main" id="{58330BA4-BA12-4E7C-82B6-93123BC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45355" y="2417445"/>
            <a:ext cx="365760" cy="1898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387" name="矩形 386">
            <a:extLst xmlns:a="http://schemas.openxmlformats.org/drawingml/2006/main">
              <a:ext uri="{FF2B5EF4-FFF2-40B4-BE49-F238E27FC236}">
                <a16:creationId xmlns:a16="http://schemas.microsoft.com/office/drawing/2014/main" id="{2FD2EBF6-2D62-47FD-A20D-2814DC09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11115" y="2417445"/>
            <a:ext cx="365760" cy="1898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388" name="矩形 387">
            <a:extLst xmlns:a="http://schemas.openxmlformats.org/drawingml/2006/main">
              <a:ext uri="{FF2B5EF4-FFF2-40B4-BE49-F238E27FC236}">
                <a16:creationId xmlns:a16="http://schemas.microsoft.com/office/drawing/2014/main" id="{2F826757-8A2E-4C9E-B97A-B3216342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76875" y="2417445"/>
            <a:ext cx="365760" cy="1898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389" name="矩形 388">
            <a:extLst xmlns:a="http://schemas.openxmlformats.org/drawingml/2006/main">
              <a:ext uri="{FF2B5EF4-FFF2-40B4-BE49-F238E27FC236}">
                <a16:creationId xmlns:a16="http://schemas.microsoft.com/office/drawing/2014/main" id="{E4B5C8DA-711F-4988-99EE-090E2BA4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42635" y="2417445"/>
            <a:ext cx="365760" cy="1898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4</a:t>
            </a:r>
          </a:p>
        </p:txBody>
      </p:sp>
      <p:sp>
        <p:nvSpPr>
          <p:cNvPr id="391" name="圆角矩形 390">
            <a:extLst xmlns:a="http://schemas.openxmlformats.org/drawingml/2006/main">
              <a:ext uri="{FF2B5EF4-FFF2-40B4-BE49-F238E27FC236}">
                <a16:creationId xmlns:a16="http://schemas.microsoft.com/office/drawing/2014/main" id="{96816AB9-82ED-4F08-9956-E274DBAF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4875" y="3461385"/>
            <a:ext cx="1714500" cy="78486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0D8"/>
          </a:solidFill>
          <a:ln xmlns:a="http://schemas.openxmlformats.org/drawingml/2006/main" w="15240">
            <a:solidFill>
              <a:srgbClr val="4C9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Local ASP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(Attentive Mean + Std)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(Shared Parameters)</a:t>
            </a:r>
          </a:p>
        </p:txBody>
      </p:sp>
      <p:sp>
        <p:nvSpPr>
          <p:cNvPr id="393" name="矩形 392">
            <a:extLst xmlns:a="http://schemas.openxmlformats.org/drawingml/2006/main">
              <a:ext uri="{FF2B5EF4-FFF2-40B4-BE49-F238E27FC236}">
                <a16:creationId xmlns:a16="http://schemas.microsoft.com/office/drawing/2014/main" id="{1AD44674-74EF-48AC-B2A5-5FE0CA0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7875" y="2604135"/>
            <a:ext cx="6985" cy="6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5" name="矩形 394">
            <a:extLst xmlns:a="http://schemas.openxmlformats.org/drawingml/2006/main">
              <a:ext uri="{FF2B5EF4-FFF2-40B4-BE49-F238E27FC236}">
                <a16:creationId xmlns:a16="http://schemas.microsoft.com/office/drawing/2014/main" id="{16D47247-75D1-4B39-A63F-62397803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45355" y="2671445"/>
            <a:ext cx="365760" cy="18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5</a:t>
            </a:r>
          </a:p>
        </p:txBody>
      </p:sp>
      <p:sp>
        <p:nvSpPr>
          <p:cNvPr id="396" name="矩形 395">
            <a:extLst xmlns:a="http://schemas.openxmlformats.org/drawingml/2006/main">
              <a:ext uri="{FF2B5EF4-FFF2-40B4-BE49-F238E27FC236}">
                <a16:creationId xmlns:a16="http://schemas.microsoft.com/office/drawing/2014/main" id="{7EA364FC-590E-448D-A229-D8A14637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11115" y="2671445"/>
            <a:ext cx="365760" cy="18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6</a:t>
            </a:r>
          </a:p>
        </p:txBody>
      </p:sp>
      <p:sp>
        <p:nvSpPr>
          <p:cNvPr id="397" name="矩形 396">
            <a:extLst xmlns:a="http://schemas.openxmlformats.org/drawingml/2006/main">
              <a:ext uri="{FF2B5EF4-FFF2-40B4-BE49-F238E27FC236}">
                <a16:creationId xmlns:a16="http://schemas.microsoft.com/office/drawing/2014/main" id="{A55A78A6-E570-4D65-BCD1-0816AE39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76875" y="2671445"/>
            <a:ext cx="365760" cy="18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7</a:t>
            </a:r>
          </a:p>
        </p:txBody>
      </p:sp>
      <p:sp>
        <p:nvSpPr>
          <p:cNvPr id="398" name="矩形 397">
            <a:extLst xmlns:a="http://schemas.openxmlformats.org/drawingml/2006/main">
              <a:ext uri="{FF2B5EF4-FFF2-40B4-BE49-F238E27FC236}">
                <a16:creationId xmlns:a16="http://schemas.microsoft.com/office/drawing/2014/main" id="{7C4C3F0C-300C-4356-BA52-4FB6AD0D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42635" y="2671445"/>
            <a:ext cx="365760" cy="18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8</a:t>
            </a:r>
          </a:p>
        </p:txBody>
      </p:sp>
      <p:sp>
        <p:nvSpPr>
          <p:cNvPr id="399" name="矩形 398">
            <a:extLst xmlns:a="http://schemas.openxmlformats.org/drawingml/2006/main">
              <a:ext uri="{FF2B5EF4-FFF2-40B4-BE49-F238E27FC236}">
                <a16:creationId xmlns:a16="http://schemas.microsoft.com/office/drawing/2014/main" id="{80BB9B54-ED2A-48F7-A2F4-21AB451C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39474" y="2858156"/>
            <a:ext cx="6773" cy="6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0" name="矩形 399">
            <a:extLst xmlns:a="http://schemas.openxmlformats.org/drawingml/2006/main">
              <a:ext uri="{FF2B5EF4-FFF2-40B4-BE49-F238E27FC236}">
                <a16:creationId xmlns:a16="http://schemas.microsoft.com/office/drawing/2014/main" id="{34FA16F7-4CEE-44D6-B7C5-A30697F7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3635" y="4173220"/>
            <a:ext cx="6985" cy="6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2" name="矩形 401">
            <a:extLst xmlns:a="http://schemas.openxmlformats.org/drawingml/2006/main">
              <a:ext uri="{FF2B5EF4-FFF2-40B4-BE49-F238E27FC236}">
                <a16:creationId xmlns:a16="http://schemas.microsoft.com/office/drawing/2014/main" id="{8CE53565-1413-4D36-9926-D45F7AD6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8067" y="3850352"/>
            <a:ext cx="6772" cy="6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3" name="矩形 402">
            <a:extLst xmlns:a="http://schemas.openxmlformats.org/drawingml/2006/main">
              <a:ext uri="{FF2B5EF4-FFF2-40B4-BE49-F238E27FC236}">
                <a16:creationId xmlns:a16="http://schemas.microsoft.com/office/drawing/2014/main" id="{60EDF075-F2E9-4F33-BB97-2182FD68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8067" y="4751281"/>
            <a:ext cx="6772" cy="6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4" name="圆角矩形 403">
            <a:extLst xmlns:a="http://schemas.openxmlformats.org/drawingml/2006/main">
              <a:ext uri="{FF2B5EF4-FFF2-40B4-BE49-F238E27FC236}">
                <a16:creationId xmlns:a16="http://schemas.microsoft.com/office/drawing/2014/main" id="{4BE3F1F4-743D-4456-B3F6-E6799B2C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35420" y="2417445"/>
            <a:ext cx="1072789" cy="769967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6193">
            <a:solidFill>
              <a:srgbClr val="D09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Segment-wise Max Pooling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407" name="矩形 406">
            <a:extLst xmlns:a="http://schemas.openxmlformats.org/drawingml/2006/main">
              <a:ext uri="{FF2B5EF4-FFF2-40B4-BE49-F238E27FC236}">
                <a16:creationId xmlns:a16="http://schemas.microsoft.com/office/drawing/2014/main" id="{46FDF727-324B-4E45-8C1F-719249CB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82397" y="4057182"/>
            <a:ext cx="230270" cy="14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8" name="矩形 407">
            <a:extLst xmlns:a="http://schemas.openxmlformats.org/drawingml/2006/main">
              <a:ext uri="{FF2B5EF4-FFF2-40B4-BE49-F238E27FC236}">
                <a16:creationId xmlns:a16="http://schemas.microsoft.com/office/drawing/2014/main" id="{7BC198FD-D7DD-4E90-90BE-A5144410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12668" y="4057182"/>
            <a:ext cx="230270" cy="14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9" name="矩形 408">
            <a:extLst xmlns:a="http://schemas.openxmlformats.org/drawingml/2006/main">
              <a:ext uri="{FF2B5EF4-FFF2-40B4-BE49-F238E27FC236}">
                <a16:creationId xmlns:a16="http://schemas.microsoft.com/office/drawing/2014/main" id="{64D52FE0-413F-49F6-87E7-FB7641BC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42938" y="4057182"/>
            <a:ext cx="230270" cy="14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410" name="矩形 409">
            <a:extLst xmlns:a="http://schemas.openxmlformats.org/drawingml/2006/main">
              <a:ext uri="{FF2B5EF4-FFF2-40B4-BE49-F238E27FC236}">
                <a16:creationId xmlns:a16="http://schemas.microsoft.com/office/drawing/2014/main" id="{43A82E9B-2160-4698-874B-11B8974C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73209" y="4057182"/>
            <a:ext cx="230270" cy="14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2" name="矩形 411">
            <a:extLst xmlns:a="http://schemas.openxmlformats.org/drawingml/2006/main">
              <a:ext uri="{FF2B5EF4-FFF2-40B4-BE49-F238E27FC236}">
                <a16:creationId xmlns:a16="http://schemas.microsoft.com/office/drawing/2014/main" id="{32397F97-FE54-4A3E-B62D-BAEB5345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54913" y="4054021"/>
            <a:ext cx="6772" cy="6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4" name="矩形 413">
            <a:extLst xmlns:a="http://schemas.openxmlformats.org/drawingml/2006/main">
              <a:ext uri="{FF2B5EF4-FFF2-40B4-BE49-F238E27FC236}">
                <a16:creationId xmlns:a16="http://schemas.microsoft.com/office/drawing/2014/main" id="{87058445-F342-4AEF-B46D-26B638CA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82397" y="3740163"/>
            <a:ext cx="230270" cy="14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5" name="矩形 414">
            <a:extLst xmlns:a="http://schemas.openxmlformats.org/drawingml/2006/main">
              <a:ext uri="{FF2B5EF4-FFF2-40B4-BE49-F238E27FC236}">
                <a16:creationId xmlns:a16="http://schemas.microsoft.com/office/drawing/2014/main" id="{F366F904-0622-481E-87BD-3587D6B9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12667" y="3740163"/>
            <a:ext cx="230270" cy="14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6" name="矩形 415">
            <a:extLst xmlns:a="http://schemas.openxmlformats.org/drawingml/2006/main">
              <a:ext uri="{FF2B5EF4-FFF2-40B4-BE49-F238E27FC236}">
                <a16:creationId xmlns:a16="http://schemas.microsoft.com/office/drawing/2014/main" id="{EDEF83D5-9046-4DA2-BC00-3396CF3C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42938" y="3740163"/>
            <a:ext cx="230270" cy="14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417" name="矩形 416">
            <a:extLst xmlns:a="http://schemas.openxmlformats.org/drawingml/2006/main">
              <a:ext uri="{FF2B5EF4-FFF2-40B4-BE49-F238E27FC236}">
                <a16:creationId xmlns:a16="http://schemas.microsoft.com/office/drawing/2014/main" id="{6956F6D5-3EBB-4923-9F87-4391F3AC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73208" y="3740163"/>
            <a:ext cx="230270" cy="14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9" name="矩形 418">
            <a:extLst xmlns:a="http://schemas.openxmlformats.org/drawingml/2006/main">
              <a:ext uri="{FF2B5EF4-FFF2-40B4-BE49-F238E27FC236}">
                <a16:creationId xmlns:a16="http://schemas.microsoft.com/office/drawing/2014/main" id="{6FA17227-AB75-4F1D-8996-184B0646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54912" y="3737002"/>
            <a:ext cx="6772" cy="6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2" name="矩形 421">
            <a:extLst xmlns:a="http://schemas.openxmlformats.org/drawingml/2006/main">
              <a:ext uri="{FF2B5EF4-FFF2-40B4-BE49-F238E27FC236}">
                <a16:creationId xmlns:a16="http://schemas.microsoft.com/office/drawing/2014/main" id="{AD1BB896-C1C9-4614-A605-882B4A13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599790" y="4469035"/>
            <a:ext cx="812719" cy="149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2C-dim</a:t>
            </a:r>
          </a:p>
        </p:txBody>
      </p:sp>
      <p:sp>
        <p:nvSpPr>
          <p:cNvPr id="424" name="矩形 423">
            <a:extLst xmlns:a="http://schemas.openxmlformats.org/drawingml/2006/main">
              <a:ext uri="{FF2B5EF4-FFF2-40B4-BE49-F238E27FC236}">
                <a16:creationId xmlns:a16="http://schemas.microsoft.com/office/drawing/2014/main" id="{EA9D1028-645F-4AD4-ADAD-FF550888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82396" y="3489529"/>
            <a:ext cx="230270" cy="14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5" name="矩形 424">
            <a:extLst xmlns:a="http://schemas.openxmlformats.org/drawingml/2006/main">
              <a:ext uri="{FF2B5EF4-FFF2-40B4-BE49-F238E27FC236}">
                <a16:creationId xmlns:a16="http://schemas.microsoft.com/office/drawing/2014/main" id="{452089B4-5795-420D-A1CD-144911BD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12667" y="3489529"/>
            <a:ext cx="230270" cy="14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6" name="矩形 425">
            <a:extLst xmlns:a="http://schemas.openxmlformats.org/drawingml/2006/main">
              <a:ext uri="{FF2B5EF4-FFF2-40B4-BE49-F238E27FC236}">
                <a16:creationId xmlns:a16="http://schemas.microsoft.com/office/drawing/2014/main" id="{5E92559C-3D75-4ECB-861C-DDDD2BFA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42937" y="3489529"/>
            <a:ext cx="230270" cy="14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.</a:t>
            </a:r>
            <a:r>
              <a:rPr sz="300">
                <a:latin typeface="Comic Sans MS"/>
                <a:ea typeface="Comic Sans MS"/>
                <a:cs typeface="Comic Sans MS"/>
              </a:rPr>
              <a:t>.</a:t>
            </a:r>
            <a:r>
              <a:rPr sz="3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427" name="矩形 426">
            <a:extLst xmlns:a="http://schemas.openxmlformats.org/drawingml/2006/main">
              <a:ext uri="{FF2B5EF4-FFF2-40B4-BE49-F238E27FC236}">
                <a16:creationId xmlns:a16="http://schemas.microsoft.com/office/drawing/2014/main" id="{7DC43697-7958-4901-A4B7-0B6945DA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173208" y="3489529"/>
            <a:ext cx="230270" cy="14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9" name="矩形 428">
            <a:extLst xmlns:a="http://schemas.openxmlformats.org/drawingml/2006/main">
              <a:ext uri="{FF2B5EF4-FFF2-40B4-BE49-F238E27FC236}">
                <a16:creationId xmlns:a16="http://schemas.microsoft.com/office/drawing/2014/main" id="{7EBEAD3F-CE61-42E5-A519-A359F32B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54912" y="3486368"/>
            <a:ext cx="6772" cy="67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0" name="右大括号 429">
            <a:extLst xmlns:a="http://schemas.openxmlformats.org/drawingml/2006/main">
              <a:ext uri="{FF2B5EF4-FFF2-40B4-BE49-F238E27FC236}">
                <a16:creationId xmlns:a16="http://schemas.microsoft.com/office/drawing/2014/main" id="{0133653F-5CB8-485B-9822-B607C7F2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1">
            <a:off x="19844509" y="3982669"/>
            <a:ext cx="230270" cy="887381"/>
          </a:xfrm>
          <a:prstGeom xmlns:a="http://schemas.openxmlformats.org/drawingml/2006/main" prst="rightBrac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5" name="矩形 404">
            <a:extLst xmlns:a="http://schemas.openxmlformats.org/drawingml/2006/main">
              <a:ext uri="{FF2B5EF4-FFF2-40B4-BE49-F238E27FC236}">
                <a16:creationId xmlns:a16="http://schemas.microsoft.com/office/drawing/2014/main" id="{A92756BD-7167-44EA-8D11-FFBC60E3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880629" y="3754614"/>
            <a:ext cx="365723" cy="135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00" i="0">
                <a:solidFill>
                  <a:srgbClr val="111827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cxnSp>
        <p:nvCxnSpPr>
          <p:cNvPr id="1168" name="直接箭头连接符 430"/>
          <p:cNvCxnSpPr/>
          <p:nvPr/>
        </p:nvCxnSpPr>
        <p:spPr>
          <a:xfrm xmlns:a="http://schemas.openxmlformats.org/drawingml/2006/main" flipV="1">
            <a:off x="19128740" y="3579495"/>
            <a:ext cx="19621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69" name="直接箭头连接符 431"/>
          <p:cNvCxnSpPr/>
          <p:nvPr/>
        </p:nvCxnSpPr>
        <p:spPr>
          <a:xfrm xmlns:a="http://schemas.openxmlformats.org/drawingml/2006/main" flipV="1">
            <a:off x="19128740" y="3804285"/>
            <a:ext cx="19621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70" name="直接箭头连接符 432"/>
          <p:cNvCxnSpPr/>
          <p:nvPr/>
        </p:nvCxnSpPr>
        <p:spPr>
          <a:xfrm xmlns:a="http://schemas.openxmlformats.org/drawingml/2006/main" flipV="1">
            <a:off x="19128740" y="4136390"/>
            <a:ext cx="19621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71" name="肘形连接符 433"/>
          <p:cNvCxnSpPr>
            <a:stCxn xmlns:a="http://schemas.openxmlformats.org/drawingml/2006/main" id="380" idx="3"/>
          </p:cNvCxnSpPr>
          <p:nvPr/>
        </p:nvCxnSpPr>
        <p:spPr>
          <a:xfrm xmlns:a="http://schemas.openxmlformats.org/drawingml/2006/main">
            <a:off x="18909030" y="3093720"/>
            <a:ext cx="30480" cy="375285"/>
          </a:xfrm>
          <a:prstGeom xmlns:a="http://schemas.openxmlformats.org/drawingml/2006/main" prst="bentConnector2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72" name="肘形连接符 434"/>
          <p:cNvCxnSpPr/>
          <p:nvPr/>
        </p:nvCxnSpPr>
        <p:spPr>
          <a:xfrm xmlns:a="http://schemas.openxmlformats.org/drawingml/2006/main">
            <a:off x="18908395" y="2777490"/>
            <a:ext cx="114300" cy="683260"/>
          </a:xfrm>
          <a:prstGeom xmlns:a="http://schemas.openxmlformats.org/drawingml/2006/main" prst="bentConnector2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73" name="肘形连接符 435"/>
          <p:cNvCxnSpPr>
            <a:stCxn xmlns:a="http://schemas.openxmlformats.org/drawingml/2006/main" id="389" idx="3"/>
          </p:cNvCxnSpPr>
          <p:nvPr/>
        </p:nvCxnSpPr>
        <p:spPr>
          <a:xfrm xmlns:a="http://schemas.openxmlformats.org/drawingml/2006/main">
            <a:off x="18908395" y="2512060"/>
            <a:ext cx="200025" cy="960755"/>
          </a:xfrm>
          <a:prstGeom xmlns:a="http://schemas.openxmlformats.org/drawingml/2006/main" prst="bentConnector2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437" name="矩形 436">
            <a:extLst xmlns:a="http://schemas.openxmlformats.org/drawingml/2006/main">
              <a:ext uri="{FF2B5EF4-FFF2-40B4-BE49-F238E27FC236}">
                <a16:creationId xmlns:a16="http://schemas.microsoft.com/office/drawing/2014/main" id="{FD5AC276-1110-42BC-9B36-4965961B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3385" y="3334385"/>
            <a:ext cx="252730" cy="95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175" name="肘形连接符 438"/>
          <p:cNvCxnSpPr/>
          <p:nvPr/>
        </p:nvCxnSpPr>
        <p:spPr>
          <a:xfrm xmlns:a="http://schemas.openxmlformats.org/drawingml/2006/main" flipV="1">
            <a:off x="16861790" y="3183255"/>
            <a:ext cx="431800" cy="427990"/>
          </a:xfrm>
          <a:prstGeom xmlns:a="http://schemas.openxmlformats.org/drawingml/2006/main" prst="bentConnector2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176" name="直接箭头连接符 439"/>
          <p:cNvCxnSpPr/>
          <p:nvPr/>
        </p:nvCxnSpPr>
        <p:spPr>
          <a:xfrm xmlns:a="http://schemas.openxmlformats.org/drawingml/2006/main">
            <a:off x="20316190" y="3015615"/>
            <a:ext cx="213360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2BAE4BB-3DBB-4343-B2B0-F4BBA8F9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100" y="48260"/>
            <a:ext cx="421259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47857"/>
                </a:solidFill>
              </a:defRPr>
            </a:pPr>
            <a:r>
              <a:rPr sz="1800" b="1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(a) </a:t>
            </a:r>
            <a:r>
              <a:rPr sz="1800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CfC</a:t>
            </a:r>
            <a:r>
              <a:rPr sz="1800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-based Liquid Neuron Cell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47857"/>
                </a:solidFill>
              </a:defRPr>
            </a:pPr>
          </a:p>
        </p:txBody>
      </p:sp>
      <p:cxnSp>
        <p:nvCxnSpPr>
          <p:cNvPr id="1178" name="直接箭头连接符 33"/>
          <p:cNvCxnSpPr>
            <a:stCxn xmlns:a="http://schemas.openxmlformats.org/drawingml/2006/main" id="437" idx="0"/>
          </p:cNvCxnSpPr>
          <p:nvPr/>
        </p:nvCxnSpPr>
        <p:spPr>
          <a:xfrm xmlns:a="http://schemas.openxmlformats.org/drawingml/2006/main" flipH="1" flipV="1">
            <a:off x="19584670" y="3180080"/>
            <a:ext cx="5080" cy="154305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arrow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37" name="input-u">
            <a:extLst xmlns:a="http://schemas.openxmlformats.org/drawingml/2006/main">
              <a:ext uri="{FF2B5EF4-FFF2-40B4-BE49-F238E27FC236}">
                <a16:creationId xmlns:a16="http://schemas.microsoft.com/office/drawing/2014/main" id="{7D32A1A9-CC14-4CB2-8FB0-A4686C08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322" y="1457932"/>
            <a:ext cx="656590" cy="56261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23813">
            <a:solidFill>
              <a:srgbClr val="0B163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100" b="0">
                <a:solidFill>
                  <a:srgbClr val="0B1638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200" i="1">
                          <a:solidFill>
                            <a:srgbClr val="0B163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𝑖𝑛𝑝𝑢𝑡</m:t>
                      </m:r>
                    </m:e>
                    <m:sub>
                      <m:r>
                        <a:rPr xmlns:a="http://schemas.openxmlformats.org/drawingml/2006/main" lang="en-US" sz="1200" i="1">
                          <a:solidFill>
                            <a:srgbClr val="0B163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</m:oMath>
              </m:oMathPara>
            </a14:m>
          </a:p>
        </p:txBody>
      </p:sp>
      <p:sp>
        <p:nvSpPr>
          <p:cNvPr id="85" name="prev-hidden">
            <a:extLst xmlns:a="http://schemas.openxmlformats.org/drawingml/2006/main">
              <a:ext uri="{FF2B5EF4-FFF2-40B4-BE49-F238E27FC236}">
                <a16:creationId xmlns:a16="http://schemas.microsoft.com/office/drawing/2014/main" id="{F24B69CD-4C9B-4A70-8263-4FEB3E88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322" y="2145637"/>
            <a:ext cx="656590" cy="56261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23813">
            <a:solidFill>
              <a:srgbClr val="0B163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100" b="0">
                <a:solidFill>
                  <a:srgbClr val="0B1638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200" b="0" i="1">
                          <a:solidFill>
                            <a:srgbClr val="0B163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ℎ</m:t>
                      </m:r>
                    </m:e>
                    <m:sub>
                      <m:r>
                        <a:rPr xmlns:a="http://schemas.openxmlformats.org/drawingml/2006/main" lang="en-US" sz="1200" b="0" i="1">
                          <a:solidFill>
                            <a:srgbClr val="0B163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  <m:r>
                        <a:rPr xmlns:a="http://schemas.openxmlformats.org/drawingml/2006/main" lang="en-US" sz="1200" b="0" i="1">
                          <a:solidFill>
                            <a:srgbClr val="0B163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xmlns:a="http://schemas.openxmlformats.org/drawingml/2006/main" lang="en-US" sz="1200" b="0" i="1">
                          <a:solidFill>
                            <a:srgbClr val="0B163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sub>
                  </m:sSub>
                </m:oMath>
              </m:oMathPara>
            </a14:m>
          </a:p>
        </p:txBody>
      </p:sp>
      <p:sp>
        <p:nvSpPr>
          <p:cNvPr id="95" name="x-hub">
            <a:extLst xmlns:a="http://schemas.openxmlformats.org/drawingml/2006/main">
              <a:ext uri="{FF2B5EF4-FFF2-40B4-BE49-F238E27FC236}">
                <a16:creationId xmlns:a16="http://schemas.microsoft.com/office/drawing/2014/main" id="{BDCC65C7-4EB8-4065-8370-68AF6746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434" y="1667800"/>
            <a:ext cx="422275" cy="6096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B163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0B1638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200" b="0" i="1">
                          <a:solidFill>
                            <a:srgbClr val="0B163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𝑥</m:t>
                      </m:r>
                    </m:e>
                    <m:sub>
                      <m:r>
                        <a:rPr xmlns:a="http://schemas.openxmlformats.org/drawingml/2006/main" lang="en-US" sz="1200" b="0" i="1">
                          <a:solidFill>
                            <a:srgbClr val="0B163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</m:oMath>
              </m:oMathPara>
            </a14:m>
          </a:p>
        </p:txBody>
      </p:sp>
      <p:sp>
        <p:nvSpPr>
          <p:cNvPr id="102" name="W1">
            <a:extLst xmlns:a="http://schemas.openxmlformats.org/drawingml/2006/main">
              <a:ext uri="{FF2B5EF4-FFF2-40B4-BE49-F238E27FC236}">
                <a16:creationId xmlns:a16="http://schemas.microsoft.com/office/drawing/2014/main" id="{58D1DB83-B4AE-4C73-A3AB-3B272A10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74" y="498130"/>
            <a:ext cx="539115" cy="3657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23813">
            <a:solidFill>
              <a:srgbClr val="1557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/>
                <a:ea typeface="Comic Sans MS"/>
                <a:cs typeface="Comic Sans MS"/>
              </a:rPr>
              <a:t>W₁</a:t>
            </a:r>
          </a:p>
        </p:txBody>
      </p:sp>
      <p:sp>
        <p:nvSpPr>
          <p:cNvPr id="103" name="W2">
            <a:extLst xmlns:a="http://schemas.openxmlformats.org/drawingml/2006/main">
              <a:ext uri="{FF2B5EF4-FFF2-40B4-BE49-F238E27FC236}">
                <a16:creationId xmlns:a16="http://schemas.microsoft.com/office/drawing/2014/main" id="{BCDF6BFB-E72D-4319-A1B5-F585BC9C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74" y="1248065"/>
            <a:ext cx="539115" cy="3657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23813">
            <a:solidFill>
              <a:srgbClr val="1557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/>
                <a:ea typeface="Comic Sans MS"/>
                <a:cs typeface="Comic Sans MS"/>
              </a:rPr>
              <a:t>W₂</a:t>
            </a:r>
          </a:p>
        </p:txBody>
      </p:sp>
      <p:sp>
        <p:nvSpPr>
          <p:cNvPr id="108" name="Wa">
            <a:extLst xmlns:a="http://schemas.openxmlformats.org/drawingml/2006/main">
              <a:ext uri="{FF2B5EF4-FFF2-40B4-BE49-F238E27FC236}">
                <a16:creationId xmlns:a16="http://schemas.microsoft.com/office/drawing/2014/main" id="{548BFF5F-3741-477D-8531-400EEF34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74" y="2256445"/>
            <a:ext cx="539115" cy="3657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23813">
            <a:solidFill>
              <a:srgbClr val="E85D0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E85D04"/>
                </a:solidFill>
              </a:defRPr>
            </a:pPr>
            <a:r>
              <a:rPr sz="1200" b="0">
                <a:solidFill>
                  <a:srgbClr val="E85D04"/>
                </a:solidFill>
                <a:latin typeface="Comic Sans MS"/>
                <a:ea typeface="Comic Sans MS"/>
                <a:cs typeface="Comic Sans MS"/>
              </a:rPr>
              <a:t>Wₐ</a:t>
            </a:r>
          </a:p>
        </p:txBody>
      </p:sp>
      <p:sp>
        <p:nvSpPr>
          <p:cNvPr id="109" name="Wb">
            <a:extLst xmlns:a="http://schemas.openxmlformats.org/drawingml/2006/main">
              <a:ext uri="{FF2B5EF4-FFF2-40B4-BE49-F238E27FC236}">
                <a16:creationId xmlns:a16="http://schemas.microsoft.com/office/drawing/2014/main" id="{F0B6FF0A-8D29-41CB-96F2-53B2986F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885" y="2985743"/>
            <a:ext cx="539115" cy="3657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23813">
            <a:solidFill>
              <a:srgbClr val="E85D0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E85D04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200" b="0" i="1">
                          <a:solidFill>
                            <a:srgbClr val="E85D0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lang="en-US" sz="1200" b="0" i="1">
                          <a:solidFill>
                            <a:srgbClr val="E85D04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sub>
                  </m:sSub>
                </m:oMath>
              </m:oMathPara>
            </a14:m>
          </a:p>
        </p:txBody>
      </p:sp>
      <p:sp>
        <p:nvSpPr>
          <p:cNvPr id="116" name="tanh1">
            <a:extLst xmlns:a="http://schemas.openxmlformats.org/drawingml/2006/main">
              <a:ext uri="{FF2B5EF4-FFF2-40B4-BE49-F238E27FC236}">
                <a16:creationId xmlns:a16="http://schemas.microsoft.com/office/drawing/2014/main" id="{CC50EEB7-E495-47BC-92B2-22522838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169" y="498130"/>
            <a:ext cx="633095" cy="3657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23813">
            <a:solidFill>
              <a:srgbClr val="1557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025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/>
                <a:ea typeface="Comic Sans MS"/>
                <a:cs typeface="Comic Sans MS"/>
              </a:rPr>
              <a:t>tanh</a:t>
            </a:r>
          </a:p>
        </p:txBody>
      </p:sp>
      <p:sp>
        <p:nvSpPr>
          <p:cNvPr id="117" name="tanh2">
            <a:extLst xmlns:a="http://schemas.openxmlformats.org/drawingml/2006/main">
              <a:ext uri="{FF2B5EF4-FFF2-40B4-BE49-F238E27FC236}">
                <a16:creationId xmlns:a16="http://schemas.microsoft.com/office/drawing/2014/main" id="{114BF655-FBA5-42AF-AD87-10BF2EC3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169" y="1248065"/>
            <a:ext cx="633095" cy="36576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23813">
            <a:solidFill>
              <a:srgbClr val="1557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025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/>
                <a:ea typeface="Comic Sans MS"/>
                <a:cs typeface="Comic Sans MS"/>
              </a:rPr>
              <a:t>tanh</a:t>
            </a:r>
          </a:p>
        </p:txBody>
      </p:sp>
      <p:sp>
        <p:nvSpPr>
          <p:cNvPr id="118" name="f1">
            <a:extLst xmlns:a="http://schemas.openxmlformats.org/drawingml/2006/main">
              <a:ext uri="{FF2B5EF4-FFF2-40B4-BE49-F238E27FC236}">
                <a16:creationId xmlns:a16="http://schemas.microsoft.com/office/drawing/2014/main" id="{DB478082-4A42-4BD9-91F3-35681808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054" y="568615"/>
            <a:ext cx="384175" cy="25781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557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10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/>
                <a:ea typeface="Comic Sans MS"/>
                <a:cs typeface="Comic Sans MS"/>
              </a:rPr>
              <a:t>f₁</a:t>
            </a:r>
          </a:p>
        </p:txBody>
      </p:sp>
      <p:sp>
        <p:nvSpPr>
          <p:cNvPr id="122" name="f2">
            <a:extLst xmlns:a="http://schemas.openxmlformats.org/drawingml/2006/main">
              <a:ext uri="{FF2B5EF4-FFF2-40B4-BE49-F238E27FC236}">
                <a16:creationId xmlns:a16="http://schemas.microsoft.com/office/drawing/2014/main" id="{0375612F-5847-4900-8F81-D03CA38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054" y="1318550"/>
            <a:ext cx="384175" cy="25781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557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10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/>
                <a:ea typeface="Comic Sans MS"/>
                <a:cs typeface="Comic Sans MS"/>
              </a:rPr>
              <a:t>f₂</a:t>
            </a:r>
          </a:p>
        </p:txBody>
      </p:sp>
      <p:sp>
        <p:nvSpPr>
          <p:cNvPr id="125" name="gate-sigma">
            <a:extLst xmlns:a="http://schemas.openxmlformats.org/drawingml/2006/main">
              <a:ext uri="{FF2B5EF4-FFF2-40B4-BE49-F238E27FC236}">
                <a16:creationId xmlns:a16="http://schemas.microsoft.com/office/drawing/2014/main" id="{1CB7F5CB-F2B3-4C5F-BF5D-EC4E1AD3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464" y="2514255"/>
            <a:ext cx="515620" cy="384175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23813">
            <a:solidFill>
              <a:srgbClr val="E85D0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850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/>
                <a:ea typeface="Comic Sans MS"/>
                <a:cs typeface="Comic Sans MS"/>
              </a:rPr>
              <a:t>σ</a:t>
            </a:r>
          </a:p>
        </p:txBody>
      </p:sp>
      <p:sp>
        <p:nvSpPr>
          <p:cNvPr id="126" name="delta-t">
            <a:extLst xmlns:a="http://schemas.openxmlformats.org/drawingml/2006/main">
              <a:ext uri="{FF2B5EF4-FFF2-40B4-BE49-F238E27FC236}">
                <a16:creationId xmlns:a16="http://schemas.microsoft.com/office/drawing/2014/main" id="{A29FA635-382E-4405-960E-7C944CF8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65" y="3090835"/>
            <a:ext cx="515620" cy="31877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23813">
            <a:solidFill>
              <a:srgbClr val="E85D0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100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/>
                <a:ea typeface="Comic Sans MS"/>
                <a:cs typeface="Comic Sans MS"/>
              </a:rPr>
              <a:t>Δt</a:t>
            </a:r>
          </a:p>
        </p:txBody>
      </p:sp>
      <p:sp>
        <p:nvSpPr>
          <p:cNvPr id="196" name="gate-g">
            <a:extLst xmlns:a="http://schemas.openxmlformats.org/drawingml/2006/main">
              <a:ext uri="{FF2B5EF4-FFF2-40B4-BE49-F238E27FC236}">
                <a16:creationId xmlns:a16="http://schemas.microsoft.com/office/drawing/2014/main" id="{120A090C-7ACA-45D2-B0E1-FE91F2F3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874" y="2584740"/>
            <a:ext cx="384175" cy="25781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E85D0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175" b="0">
                <a:solidFill>
                  <a:srgbClr val="E85D04"/>
                </a:solidFill>
              </a:defRPr>
            </a:pPr>
            <a:r>
              <a:rPr sz="1200" b="0">
                <a:solidFill>
                  <a:srgbClr val="E85D04"/>
                </a:solidFill>
                <a:latin typeface="Comic Sans MS"/>
                <a:ea typeface="Comic Sans MS"/>
                <a:cs typeface="Comic Sans MS"/>
              </a:rPr>
              <a:t>g</a:t>
            </a:r>
          </a:p>
        </p:txBody>
      </p:sp>
      <p:sp>
        <p:nvSpPr>
          <p:cNvPr id="197" name="interpolation-mixer">
            <a:extLst xmlns:a="http://schemas.openxmlformats.org/drawingml/2006/main">
              <a:ext uri="{FF2B5EF4-FFF2-40B4-BE49-F238E27FC236}">
                <a16:creationId xmlns:a16="http://schemas.microsoft.com/office/drawing/2014/main" id="{B3E67E09-328B-4E4F-A4F5-79363934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382" y="1593505"/>
            <a:ext cx="492125" cy="49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B163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550">
                <a:solidFill>
                  <a:srgbClr val="0B1638"/>
                </a:solidFill>
              </a:defRPr>
            </a:pPr>
            <a:r>
              <a:rPr sz="2550">
                <a:solidFill>
                  <a:srgbClr val="0B1638"/>
                </a:solidFill>
                <a:latin typeface="Comic Sans MS"/>
                <a:ea typeface="Comic Sans MS"/>
                <a:cs typeface="Comic Sans MS"/>
              </a:rPr>
              <a:t>Σ</a:t>
            </a:r>
          </a:p>
        </p:txBody>
      </p:sp>
      <p:sp>
        <p:nvSpPr>
          <p:cNvPr id="198" name="new-hidden">
            <a:extLst xmlns:a="http://schemas.openxmlformats.org/drawingml/2006/main">
              <a:ext uri="{FF2B5EF4-FFF2-40B4-BE49-F238E27FC236}">
                <a16:creationId xmlns:a16="http://schemas.microsoft.com/office/drawing/2014/main" id="{32ABD649-AB14-4639-9C75-39A166CD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864" y="2546985"/>
            <a:ext cx="445135" cy="35179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23813">
            <a:solidFill>
              <a:srgbClr val="0B163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0B1638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200" b="0" i="1">
                          <a:solidFill>
                            <a:srgbClr val="0B163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ℎ</m:t>
                      </m:r>
                    </m:e>
                    <m:sub>
                      <m:r>
                        <a:rPr xmlns:a="http://schemas.openxmlformats.org/drawingml/2006/main" lang="en-US" sz="1200" b="0" i="1">
                          <a:solidFill>
                            <a:srgbClr val="0B163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𝑡</m:t>
                      </m:r>
                    </m:sub>
                  </m:sSub>
                </m:oMath>
              </m:oMathPara>
            </a14:m>
          </a:p>
        </p:txBody>
      </p:sp>
      <p:cxnSp>
        <p:nvCxnSpPr>
          <p:cNvPr id="1195" name="连接符: 肘形 59"/>
          <p:cNvCxnSpPr>
            <a:stCxn xmlns:a="http://schemas.openxmlformats.org/drawingml/2006/main" id="95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 flipV="1">
            <a:off x="5463709" y="681010"/>
            <a:ext cx="457200" cy="129159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1196" name="连接符: 肘形 60"/>
          <p:cNvCxnSpPr>
            <a:stCxn xmlns:a="http://schemas.openxmlformats.org/drawingml/2006/main" id="95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 flipV="1">
            <a:off x="5463709" y="1430945"/>
            <a:ext cx="457200" cy="54102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1197" name="连接符: 肘形 61"/>
          <p:cNvCxnSpPr>
            <a:stCxn xmlns:a="http://schemas.openxmlformats.org/drawingml/2006/main" id="95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5463709" y="1972600"/>
            <a:ext cx="45720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1198" name="连接符: 肘形 62"/>
          <p:cNvCxnSpPr>
            <a:stCxn xmlns:a="http://schemas.openxmlformats.org/drawingml/2006/main" id="95" idx="3"/>
          </p:cNvCxnSpPr>
          <p:nvPr/>
        </p:nvCxnSpPr>
        <p:spPr>
          <a:xfrm xmlns:a="http://schemas.openxmlformats.org/drawingml/2006/main">
            <a:off x="5463709" y="1972600"/>
            <a:ext cx="457200" cy="121666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1199" name="直接箭头连接符 283"/>
          <p:cNvCxnSpPr>
            <a:stCxn xmlns:a="http://schemas.openxmlformats.org/drawingml/2006/main" id="102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6460024" y="681010"/>
            <a:ext cx="3987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57A6"/>
            </a:solidFill>
            <a:prstDash val="solid"/>
            <a:tailEnd type="triangle" w="sm" len="sm"/>
          </a:ln>
        </p:spPr>
      </p:cxnSp>
      <p:cxnSp>
        <p:nvCxnSpPr>
          <p:cNvPr id="1200" name="直接箭头连接符 284"/>
          <p:cNvCxnSpPr>
            <a:stCxn xmlns:a="http://schemas.openxmlformats.org/drawingml/2006/main" id="103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>
            <a:off x="6460024" y="1430945"/>
            <a:ext cx="3987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57A6"/>
            </a:solidFill>
            <a:prstDash val="solid"/>
            <a:tailEnd type="triangle" w="sm" len="sm"/>
          </a:ln>
        </p:spPr>
      </p:cxnSp>
      <p:cxnSp>
        <p:nvCxnSpPr>
          <p:cNvPr id="1201" name="直接箭头连接符 294"/>
          <p:cNvCxnSpPr>
            <a:stCxn xmlns:a="http://schemas.openxmlformats.org/drawingml/2006/main" id="116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7491264" y="681010"/>
            <a:ext cx="351790" cy="1651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57A6"/>
            </a:solidFill>
            <a:prstDash val="solid"/>
            <a:tailEnd type="arrow" w="sm" len="sm"/>
          </a:ln>
        </p:spPr>
      </p:cxnSp>
      <p:cxnSp>
        <p:nvCxnSpPr>
          <p:cNvPr id="1202" name="直接箭头连接符 295"/>
          <p:cNvCxnSpPr>
            <a:stCxn xmlns:a="http://schemas.openxmlformats.org/drawingml/2006/main" id="117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7491264" y="1430945"/>
            <a:ext cx="351790" cy="1651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57A6"/>
            </a:solidFill>
            <a:prstDash val="solid"/>
            <a:tailEnd type="arrow" w="sm" len="sm"/>
          </a:ln>
        </p:spPr>
      </p:cxnSp>
      <p:cxnSp>
        <p:nvCxnSpPr>
          <p:cNvPr id="1203" name="连接符: 肘形 67"/>
          <p:cNvCxnSpPr>
            <a:stCxn xmlns:a="http://schemas.openxmlformats.org/drawingml/2006/main" id="108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>
            <a:off x="6460024" y="2439325"/>
            <a:ext cx="726440" cy="26733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E85D04"/>
            </a:solidFill>
            <a:prstDash val="solid"/>
            <a:tailEnd type="triangle" w="sm" len="sm"/>
          </a:ln>
        </p:spPr>
      </p:cxnSp>
      <p:cxnSp>
        <p:nvCxnSpPr>
          <p:cNvPr id="1204" name="连接符: 肘形 68"/>
          <p:cNvCxnSpPr>
            <a:endCxn xmlns:a="http://schemas.openxmlformats.org/drawingml/2006/main" id="125" idx="1"/>
          </p:cNvCxnSpPr>
          <p:nvPr/>
        </p:nvCxnSpPr>
        <p:spPr>
          <a:xfrm xmlns:a="http://schemas.openxmlformats.org/drawingml/2006/main" flipV="1">
            <a:off x="6460024" y="2706660"/>
            <a:ext cx="726440" cy="48323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E85D04"/>
            </a:solidFill>
            <a:prstDash val="solid"/>
            <a:tailEnd type="arrow" w="sm" len="sm"/>
          </a:ln>
        </p:spPr>
      </p:cxnSp>
      <p:cxnSp>
        <p:nvCxnSpPr>
          <p:cNvPr id="1205" name="直接箭头连接符 332"/>
          <p:cNvCxnSpPr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7444274" y="289843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85D04"/>
            </a:solidFill>
            <a:prstDash val="solid"/>
            <a:tailEnd type="arrow" w="sm" len="sm"/>
          </a:ln>
        </p:spPr>
      </p:cxnSp>
      <p:cxnSp>
        <p:nvCxnSpPr>
          <p:cNvPr id="1206" name="直接箭头连接符 333"/>
          <p:cNvCxnSpPr>
            <a:stCxn xmlns:a="http://schemas.openxmlformats.org/drawingml/2006/main" id="125" idx="3"/>
            <a:endCxn xmlns:a="http://schemas.openxmlformats.org/drawingml/2006/main" id="196" idx="1"/>
          </p:cNvCxnSpPr>
          <p:nvPr/>
        </p:nvCxnSpPr>
        <p:spPr>
          <a:xfrm xmlns:a="http://schemas.openxmlformats.org/drawingml/2006/main">
            <a:off x="7702084" y="2706660"/>
            <a:ext cx="351790" cy="698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85D04"/>
            </a:solidFill>
            <a:prstDash val="solid"/>
            <a:tailEnd type="arrow" w="sm" len="sm"/>
          </a:ln>
        </p:spPr>
      </p:cxnSp>
      <p:sp>
        <p:nvSpPr>
          <p:cNvPr id="341" name="weight-1mg">
            <a:extLst xmlns:a="http://schemas.openxmlformats.org/drawingml/2006/main">
              <a:ext uri="{FF2B5EF4-FFF2-40B4-BE49-F238E27FC236}">
                <a16:creationId xmlns:a16="http://schemas.microsoft.com/office/drawing/2014/main" id="{BDD25338-6AED-466F-BCE8-F0F2CD56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571" y="1196657"/>
            <a:ext cx="52260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/>
                <a:ea typeface="Comic Sans MS"/>
                <a:cs typeface="Comic Sans MS"/>
              </a:rPr>
              <a:t>1−g</a:t>
            </a:r>
          </a:p>
        </p:txBody>
      </p:sp>
      <p:sp>
        <p:nvSpPr>
          <p:cNvPr id="342" name="文本框 341">
            <a:extLst xmlns:a="http://schemas.openxmlformats.org/drawingml/2006/main">
              <a:ext uri="{FF2B5EF4-FFF2-40B4-BE49-F238E27FC236}">
                <a16:creationId xmlns:a16="http://schemas.microsoft.com/office/drawing/2014/main" id="{22802D8B-A44F-4209-9714-C734B4FA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702" y="408304"/>
            <a:ext cx="339725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/>
                <a:ea typeface="Comic Sans MS"/>
                <a:cs typeface="Comic Sans MS"/>
              </a:rPr>
              <a:t>g</a:t>
            </a:r>
          </a:p>
        </p:txBody>
      </p:sp>
      <p:sp>
        <p:nvSpPr>
          <p:cNvPr id="346" name="椭圆 345">
            <a:extLst xmlns:a="http://schemas.openxmlformats.org/drawingml/2006/main">
              <a:ext uri="{FF2B5EF4-FFF2-40B4-BE49-F238E27FC236}">
                <a16:creationId xmlns:a16="http://schemas.microsoft.com/office/drawing/2014/main" id="{75F8A542-4516-49A0-B98B-8CEF704C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00642" y="3359785"/>
            <a:ext cx="309880" cy="3098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7" name="文本框 346">
            <a:extLst xmlns:a="http://schemas.openxmlformats.org/drawingml/2006/main">
              <a:ext uri="{FF2B5EF4-FFF2-40B4-BE49-F238E27FC236}">
                <a16:creationId xmlns:a16="http://schemas.microsoft.com/office/drawing/2014/main" id="{8B26918F-0487-46B4-9314-9700C82B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206357" y="3321685"/>
            <a:ext cx="310515" cy="334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C</a:t>
            </a:r>
          </a:p>
        </p:txBody>
      </p:sp>
      <p:sp>
        <p:nvSpPr>
          <p:cNvPr id="351" name="圆角矩形 350">
            <a:extLst xmlns:a="http://schemas.openxmlformats.org/drawingml/2006/main">
              <a:ext uri="{FF2B5EF4-FFF2-40B4-BE49-F238E27FC236}">
                <a16:creationId xmlns:a16="http://schemas.microsoft.com/office/drawing/2014/main" id="{C54F5766-A3DB-43D3-BAB8-CC3DC1A6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600" y="6097905"/>
            <a:ext cx="830580" cy="4991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48378"/>
          </a:solidFill>
          <a:ln xmlns:a="http://schemas.openxmlformats.org/drawingml/2006/main">
            <a:solidFill>
              <a:srgbClr val="348378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4×</a:t>
            </a:r>
          </a:p>
        </p:txBody>
      </p:sp>
      <p:sp>
        <p:nvSpPr>
          <p:cNvPr id="352" name="文本框 351">
            <a:extLst xmlns:a="http://schemas.openxmlformats.org/drawingml/2006/main">
              <a:ext uri="{FF2B5EF4-FFF2-40B4-BE49-F238E27FC236}">
                <a16:creationId xmlns:a16="http://schemas.microsoft.com/office/drawing/2014/main" id="{50C1D51A-D960-49E9-BB82-D38EB3CC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330" y="6185217"/>
            <a:ext cx="3217557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Independent CfC parameters</a:t>
            </a:r>
          </a:p>
        </p:txBody>
      </p:sp>
      <p:cxnSp>
        <p:nvCxnSpPr>
          <p:cNvPr id="1213" name="连接符: 肘形 513"/>
          <p:cNvCxnSpPr>
            <a:stCxn xmlns:a="http://schemas.openxmlformats.org/drawingml/2006/main" id="118" idx="3"/>
            <a:endCxn xmlns:a="http://schemas.openxmlformats.org/drawingml/2006/main" id="197" idx="0"/>
          </p:cNvCxnSpPr>
          <p:nvPr/>
        </p:nvCxnSpPr>
        <p:spPr>
          <a:xfrm xmlns:a="http://schemas.openxmlformats.org/drawingml/2006/main">
            <a:off x="8227229" y="697520"/>
            <a:ext cx="567216" cy="89598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14" name="连接符: 肘形 515"/>
          <p:cNvCxnSpPr>
            <a:stCxn xmlns:a="http://schemas.openxmlformats.org/drawingml/2006/main" id="122" idx="3"/>
            <a:endCxn xmlns:a="http://schemas.openxmlformats.org/drawingml/2006/main" id="197" idx="1"/>
          </p:cNvCxnSpPr>
          <p:nvPr/>
        </p:nvCxnSpPr>
        <p:spPr>
          <a:xfrm xmlns:a="http://schemas.openxmlformats.org/drawingml/2006/main">
            <a:off x="8227229" y="1447455"/>
            <a:ext cx="393223" cy="21812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15" name="连接符: 肘形 517"/>
          <p:cNvCxnSpPr>
            <a:stCxn xmlns:a="http://schemas.openxmlformats.org/drawingml/2006/main" id="196" idx="0"/>
            <a:endCxn xmlns:a="http://schemas.openxmlformats.org/drawingml/2006/main" id="197" idx="2"/>
          </p:cNvCxnSpPr>
          <p:nvPr/>
        </p:nvCxnSpPr>
        <p:spPr>
          <a:xfrm xmlns:a="http://schemas.openxmlformats.org/drawingml/2006/main" rot="5400000" flipH="1" flipV="1">
            <a:off x="8024586" y="2060944"/>
            <a:ext cx="745172" cy="30242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E85D04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16" name="直接箭头连接符 519"/>
          <p:cNvCxnSpPr>
            <a:stCxn xmlns:a="http://schemas.openxmlformats.org/drawingml/2006/main" id="197" idx="4"/>
            <a:endCxn xmlns:a="http://schemas.openxmlformats.org/drawingml/2006/main" id="198" idx="0"/>
          </p:cNvCxnSpPr>
          <p:nvPr/>
        </p:nvCxnSpPr>
        <p:spPr>
          <a:xfrm xmlns:a="http://schemas.openxmlformats.org/drawingml/2006/main">
            <a:off x="8794445" y="2085630"/>
            <a:ext cx="9987" cy="4613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4858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17" name="连接符: 肘形 524"/>
          <p:cNvCxnSpPr>
            <a:stCxn xmlns:a="http://schemas.openxmlformats.org/drawingml/2006/main" id="37" idx="3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406912" y="1739237"/>
            <a:ext cx="257027" cy="42228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18" name="连接符: 肘形 526"/>
          <p:cNvCxnSpPr>
            <a:stCxn xmlns:a="http://schemas.openxmlformats.org/drawingml/2006/main" id="85" idx="3"/>
            <a:endCxn xmlns:a="http://schemas.openxmlformats.org/drawingml/2006/main" id="35" idx="2"/>
          </p:cNvCxnSpPr>
          <p:nvPr/>
        </p:nvCxnSpPr>
        <p:spPr>
          <a:xfrm xmlns:a="http://schemas.openxmlformats.org/drawingml/2006/main" flipV="1">
            <a:off x="4406912" y="2115475"/>
            <a:ext cx="257027" cy="311467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19" name="直接箭头连接符 528"/>
          <p:cNvCxnSpPr>
            <a:stCxn xmlns:a="http://schemas.openxmlformats.org/drawingml/2006/main" id="32" idx="6"/>
            <a:endCxn xmlns:a="http://schemas.openxmlformats.org/drawingml/2006/main" id="95" idx="1"/>
          </p:cNvCxnSpPr>
          <p:nvPr/>
        </p:nvCxnSpPr>
        <p:spPr>
          <a:xfrm xmlns:a="http://schemas.openxmlformats.org/drawingml/2006/main" flipV="1">
            <a:off x="4812846" y="1972600"/>
            <a:ext cx="228588" cy="19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tx1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35" name="矩形 334">
            <a:extLst xmlns:a="http://schemas.openxmlformats.org/drawingml/2006/main">
              <a:ext uri="{FF2B5EF4-FFF2-40B4-BE49-F238E27FC236}">
                <a16:creationId xmlns:a16="http://schemas.microsoft.com/office/drawing/2014/main" id="{B0B17AFC-26A2-47DF-B7CA-ACD3A3E9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3705" y="3532972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D39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8" name="矩形 337">
            <a:extLst xmlns:a="http://schemas.openxmlformats.org/drawingml/2006/main">
              <a:ext uri="{FF2B5EF4-FFF2-40B4-BE49-F238E27FC236}">
                <a16:creationId xmlns:a16="http://schemas.microsoft.com/office/drawing/2014/main" id="{BB7F0D6C-E782-412C-AA91-175412AF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3705" y="3621212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EA7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9" name="矩形 338">
            <a:extLst xmlns:a="http://schemas.openxmlformats.org/drawingml/2006/main">
              <a:ext uri="{FF2B5EF4-FFF2-40B4-BE49-F238E27FC236}">
                <a16:creationId xmlns:a16="http://schemas.microsoft.com/office/drawing/2014/main" id="{185954EB-65E5-4FF7-B8E8-4D51AA6C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3705" y="3712232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D39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0" name="矩形 339">
            <a:extLst xmlns:a="http://schemas.openxmlformats.org/drawingml/2006/main">
              <a:ext uri="{FF2B5EF4-FFF2-40B4-BE49-F238E27FC236}">
                <a16:creationId xmlns:a16="http://schemas.microsoft.com/office/drawing/2014/main" id="{ADCD5A74-E6A6-43DB-AF53-28F788B1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3705" y="3803947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EA7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3" name="矩形 342">
            <a:extLst xmlns:a="http://schemas.openxmlformats.org/drawingml/2006/main">
              <a:ext uri="{FF2B5EF4-FFF2-40B4-BE49-F238E27FC236}">
                <a16:creationId xmlns:a16="http://schemas.microsoft.com/office/drawing/2014/main" id="{0E6841BF-B9F3-432F-B898-309ABD5E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0505" y="3533666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9ED5">
                <a:lumMod val="60000"/>
                <a:lumOff val="40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4" name="矩形 343">
            <a:extLst xmlns:a="http://schemas.openxmlformats.org/drawingml/2006/main">
              <a:ext uri="{FF2B5EF4-FFF2-40B4-BE49-F238E27FC236}">
                <a16:creationId xmlns:a16="http://schemas.microsoft.com/office/drawing/2014/main" id="{BE790494-C47B-4873-8124-56E4A938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0505" y="3621907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9ED5">
                <a:lumMod val="50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8" name="矩形 347">
            <a:extLst xmlns:a="http://schemas.openxmlformats.org/drawingml/2006/main">
              <a:ext uri="{FF2B5EF4-FFF2-40B4-BE49-F238E27FC236}">
                <a16:creationId xmlns:a16="http://schemas.microsoft.com/office/drawing/2014/main" id="{F254893B-B3F1-4016-801C-90F3601A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0505" y="3712927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9ED5">
                <a:lumMod val="60000"/>
                <a:lumOff val="40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9" name="矩形 348">
            <a:extLst xmlns:a="http://schemas.openxmlformats.org/drawingml/2006/main">
              <a:ext uri="{FF2B5EF4-FFF2-40B4-BE49-F238E27FC236}">
                <a16:creationId xmlns:a16="http://schemas.microsoft.com/office/drawing/2014/main" id="{69B6E3B4-7929-46B8-93EC-3E7BF8F4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0505" y="3804642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9ED5">
                <a:lumMod val="50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0" name="矩形 349">
            <a:extLst xmlns:a="http://schemas.openxmlformats.org/drawingml/2006/main">
              <a:ext uri="{FF2B5EF4-FFF2-40B4-BE49-F238E27FC236}">
                <a16:creationId xmlns:a16="http://schemas.microsoft.com/office/drawing/2014/main" id="{67966BF5-D6D1-430C-AAC5-68237237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7305" y="3533666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D39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3" name="矩形 352">
            <a:extLst xmlns:a="http://schemas.openxmlformats.org/drawingml/2006/main">
              <a:ext uri="{FF2B5EF4-FFF2-40B4-BE49-F238E27FC236}">
                <a16:creationId xmlns:a16="http://schemas.microsoft.com/office/drawing/2014/main" id="{311AC515-EEB9-482A-B75A-E2DA2A73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7305" y="3621907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EA7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4" name="矩形 353">
            <a:extLst xmlns:a="http://schemas.openxmlformats.org/drawingml/2006/main">
              <a:ext uri="{FF2B5EF4-FFF2-40B4-BE49-F238E27FC236}">
                <a16:creationId xmlns:a16="http://schemas.microsoft.com/office/drawing/2014/main" id="{2F2112F2-AE5F-41A9-BE79-AA8D8C09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7305" y="3712927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D39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5" name="矩形 354">
            <a:extLst xmlns:a="http://schemas.openxmlformats.org/drawingml/2006/main">
              <a:ext uri="{FF2B5EF4-FFF2-40B4-BE49-F238E27FC236}">
                <a16:creationId xmlns:a16="http://schemas.microsoft.com/office/drawing/2014/main" id="{AB1F0DA3-08BF-4552-A14D-B93F7DC0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7305" y="3804642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EA7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6" name="矩形 355">
            <a:extLst xmlns:a="http://schemas.openxmlformats.org/drawingml/2006/main">
              <a:ext uri="{FF2B5EF4-FFF2-40B4-BE49-F238E27FC236}">
                <a16:creationId xmlns:a16="http://schemas.microsoft.com/office/drawing/2014/main" id="{DDE1D692-4BB4-45E9-8837-0747C1CF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4105" y="3531235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9ED5">
                <a:lumMod val="60000"/>
                <a:lumOff val="40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7" name="矩形 356">
            <a:extLst xmlns:a="http://schemas.openxmlformats.org/drawingml/2006/main">
              <a:ext uri="{FF2B5EF4-FFF2-40B4-BE49-F238E27FC236}">
                <a16:creationId xmlns:a16="http://schemas.microsoft.com/office/drawing/2014/main" id="{B7622096-24D8-4462-8EC3-61E127F1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4105" y="3619475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9ED5">
                <a:lumMod val="50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8" name="矩形 357">
            <a:extLst xmlns:a="http://schemas.openxmlformats.org/drawingml/2006/main">
              <a:ext uri="{FF2B5EF4-FFF2-40B4-BE49-F238E27FC236}">
                <a16:creationId xmlns:a16="http://schemas.microsoft.com/office/drawing/2014/main" id="{4432DAE7-62D9-4713-94A4-CE3DF57C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4105" y="3710495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9ED5">
                <a:lumMod val="60000"/>
                <a:lumOff val="40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9" name="矩形 358">
            <a:extLst xmlns:a="http://schemas.openxmlformats.org/drawingml/2006/main">
              <a:ext uri="{FF2B5EF4-FFF2-40B4-BE49-F238E27FC236}">
                <a16:creationId xmlns:a16="http://schemas.microsoft.com/office/drawing/2014/main" id="{1DC630FE-082E-44DC-A28E-4C04CC5F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4105" y="3802210"/>
            <a:ext cx="316800" cy="336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9ED5">
                <a:lumMod val="5000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0" name="右边线遮盖 1">
            <a:extLst xmlns:a="http://schemas.openxmlformats.org/drawingml/2006/main">
              <a:ext uri="{FF2B5EF4-FFF2-40B4-BE49-F238E27FC236}">
                <a16:creationId xmlns:a16="http://schemas.microsoft.com/office/drawing/2014/main" id="{2C44EF6B-3710-4361-98D9-76FBA084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0505" y="3538877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61" name="右边线遮盖 2">
            <a:extLst xmlns:a="http://schemas.openxmlformats.org/drawingml/2006/main">
              <a:ext uri="{FF2B5EF4-FFF2-40B4-BE49-F238E27FC236}">
                <a16:creationId xmlns:a16="http://schemas.microsoft.com/office/drawing/2014/main" id="{D1183F78-541C-4F41-9198-D4B46B7E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0505" y="3627465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62" name="右边线遮盖 3">
            <a:extLst xmlns:a="http://schemas.openxmlformats.org/drawingml/2006/main">
              <a:ext uri="{FF2B5EF4-FFF2-40B4-BE49-F238E27FC236}">
                <a16:creationId xmlns:a16="http://schemas.microsoft.com/office/drawing/2014/main" id="{2A6B18BD-4874-4BE3-BE39-C9F2ED44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0505" y="3718138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63" name="右边线遮盖 4">
            <a:extLst xmlns:a="http://schemas.openxmlformats.org/drawingml/2006/main">
              <a:ext uri="{FF2B5EF4-FFF2-40B4-BE49-F238E27FC236}">
                <a16:creationId xmlns:a16="http://schemas.microsoft.com/office/drawing/2014/main" id="{97BF85FB-908B-48F5-82FD-4842192B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0505" y="3809853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64" name="右边线遮盖 5">
            <a:extLst xmlns:a="http://schemas.openxmlformats.org/drawingml/2006/main">
              <a:ext uri="{FF2B5EF4-FFF2-40B4-BE49-F238E27FC236}">
                <a16:creationId xmlns:a16="http://schemas.microsoft.com/office/drawing/2014/main" id="{C3587502-7B82-45B6-A425-F08560EF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7305" y="3539572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65" name="右边线遮盖 6">
            <a:extLst xmlns:a="http://schemas.openxmlformats.org/drawingml/2006/main">
              <a:ext uri="{FF2B5EF4-FFF2-40B4-BE49-F238E27FC236}">
                <a16:creationId xmlns:a16="http://schemas.microsoft.com/office/drawing/2014/main" id="{1BA9D68D-4D97-416C-A91F-DDF223D1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7305" y="3627813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66" name="右边线遮盖 7">
            <a:extLst xmlns:a="http://schemas.openxmlformats.org/drawingml/2006/main">
              <a:ext uri="{FF2B5EF4-FFF2-40B4-BE49-F238E27FC236}">
                <a16:creationId xmlns:a16="http://schemas.microsoft.com/office/drawing/2014/main" id="{C545D11B-C41C-4D64-B27D-09DFF285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7305" y="3718833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67" name="右边线遮盖 8">
            <a:extLst xmlns:a="http://schemas.openxmlformats.org/drawingml/2006/main">
              <a:ext uri="{FF2B5EF4-FFF2-40B4-BE49-F238E27FC236}">
                <a16:creationId xmlns:a16="http://schemas.microsoft.com/office/drawing/2014/main" id="{457D47B1-B7DA-4D02-991C-CB2E37E2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7305" y="3810547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68" name="右边线遮盖 9">
            <a:extLst xmlns:a="http://schemas.openxmlformats.org/drawingml/2006/main">
              <a:ext uri="{FF2B5EF4-FFF2-40B4-BE49-F238E27FC236}">
                <a16:creationId xmlns:a16="http://schemas.microsoft.com/office/drawing/2014/main" id="{00E59EA8-3582-479A-BDD3-950EA1A1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4105" y="3539572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69" name="右边线遮盖 10">
            <a:extLst xmlns:a="http://schemas.openxmlformats.org/drawingml/2006/main">
              <a:ext uri="{FF2B5EF4-FFF2-40B4-BE49-F238E27FC236}">
                <a16:creationId xmlns:a16="http://schemas.microsoft.com/office/drawing/2014/main" id="{8E937F80-A780-482F-B450-3787DCBF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4105" y="3627813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70" name="右边线遮盖 11">
            <a:extLst xmlns:a="http://schemas.openxmlformats.org/drawingml/2006/main">
              <a:ext uri="{FF2B5EF4-FFF2-40B4-BE49-F238E27FC236}">
                <a16:creationId xmlns:a16="http://schemas.microsoft.com/office/drawing/2014/main" id="{03A8DDD1-3815-4EFA-A309-CBEC9A52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4105" y="3718833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71" name="右边线遮盖 12">
            <a:extLst xmlns:a="http://schemas.openxmlformats.org/drawingml/2006/main">
              <a:ext uri="{FF2B5EF4-FFF2-40B4-BE49-F238E27FC236}">
                <a16:creationId xmlns:a16="http://schemas.microsoft.com/office/drawing/2014/main" id="{CE2AE576-55E7-46F1-935B-6D04923B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4105" y="3810547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72" name="虚线右边线 1">
            <a:extLst xmlns:a="http://schemas.openxmlformats.org/drawingml/2006/main">
              <a:ext uri="{FF2B5EF4-FFF2-40B4-BE49-F238E27FC236}">
                <a16:creationId xmlns:a16="http://schemas.microsoft.com/office/drawing/2014/main" id="{5D5CF1EA-2E1C-4C96-A3D1-4E7AF341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0505" y="3538877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D399"/>
            </a:solidFill>
            <a:prstDash val="dash"/>
          </a:ln>
        </p:spPr>
      </p:sp>
      <p:sp>
        <p:nvSpPr>
          <p:cNvPr id="390" name="虚线右边线 2">
            <a:extLst xmlns:a="http://schemas.openxmlformats.org/drawingml/2006/main">
              <a:ext uri="{FF2B5EF4-FFF2-40B4-BE49-F238E27FC236}">
                <a16:creationId xmlns:a16="http://schemas.microsoft.com/office/drawing/2014/main" id="{B3077B3E-AADC-48B6-B62C-554382C0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0505" y="3627465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EA72E"/>
            </a:solidFill>
            <a:prstDash val="dash"/>
          </a:ln>
        </p:spPr>
      </p:sp>
      <p:sp>
        <p:nvSpPr>
          <p:cNvPr id="392" name="虚线右边线 3">
            <a:extLst xmlns:a="http://schemas.openxmlformats.org/drawingml/2006/main">
              <a:ext uri="{FF2B5EF4-FFF2-40B4-BE49-F238E27FC236}">
                <a16:creationId xmlns:a16="http://schemas.microsoft.com/office/drawing/2014/main" id="{B4B943E3-8BB3-4AC2-9300-F9DEFB47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0505" y="3718138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D399"/>
            </a:solidFill>
            <a:prstDash val="dash"/>
          </a:ln>
        </p:spPr>
      </p:sp>
      <p:sp>
        <p:nvSpPr>
          <p:cNvPr id="411" name="虚线右边线 4">
            <a:extLst xmlns:a="http://schemas.openxmlformats.org/drawingml/2006/main">
              <a:ext uri="{FF2B5EF4-FFF2-40B4-BE49-F238E27FC236}">
                <a16:creationId xmlns:a16="http://schemas.microsoft.com/office/drawing/2014/main" id="{3EA10AD5-8D8F-45F4-8D1B-014AC97A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70505" y="3809853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EA72E"/>
            </a:solidFill>
            <a:prstDash val="dash"/>
          </a:ln>
        </p:spPr>
      </p:sp>
      <p:sp>
        <p:nvSpPr>
          <p:cNvPr id="418" name="虚线右边线 5">
            <a:extLst xmlns:a="http://schemas.openxmlformats.org/drawingml/2006/main">
              <a:ext uri="{FF2B5EF4-FFF2-40B4-BE49-F238E27FC236}">
                <a16:creationId xmlns:a16="http://schemas.microsoft.com/office/drawing/2014/main" id="{C3B805FC-B87F-4D37-8D33-7981CCDC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7305" y="3539572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1CBF4"/>
            </a:solidFill>
            <a:prstDash val="dash"/>
          </a:ln>
        </p:spPr>
      </p:sp>
      <p:sp>
        <p:nvSpPr>
          <p:cNvPr id="420" name="虚线右边线 6">
            <a:extLst xmlns:a="http://schemas.openxmlformats.org/drawingml/2006/main">
              <a:ext uri="{FF2B5EF4-FFF2-40B4-BE49-F238E27FC236}">
                <a16:creationId xmlns:a16="http://schemas.microsoft.com/office/drawing/2014/main" id="{6AAF9549-D8C2-40FE-8089-10CDB89A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7305" y="3627813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4F6A"/>
            </a:solidFill>
            <a:prstDash val="dash"/>
          </a:ln>
        </p:spPr>
      </p:sp>
      <p:sp>
        <p:nvSpPr>
          <p:cNvPr id="428" name="虚线右边线 7">
            <a:extLst xmlns:a="http://schemas.openxmlformats.org/drawingml/2006/main">
              <a:ext uri="{FF2B5EF4-FFF2-40B4-BE49-F238E27FC236}">
                <a16:creationId xmlns:a16="http://schemas.microsoft.com/office/drawing/2014/main" id="{11F38197-5660-4345-9684-17143177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7305" y="3718833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1CBF4"/>
            </a:solidFill>
            <a:prstDash val="dash"/>
          </a:ln>
        </p:spPr>
      </p:sp>
      <p:sp>
        <p:nvSpPr>
          <p:cNvPr id="438" name="虚线右边线 8">
            <a:extLst xmlns:a="http://schemas.openxmlformats.org/drawingml/2006/main">
              <a:ext uri="{FF2B5EF4-FFF2-40B4-BE49-F238E27FC236}">
                <a16:creationId xmlns:a16="http://schemas.microsoft.com/office/drawing/2014/main" id="{BD19ED0E-5D5A-4A19-852F-BEF87877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7305" y="3810547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4F6A"/>
            </a:solidFill>
            <a:prstDash val="dash"/>
          </a:ln>
        </p:spPr>
      </p:sp>
      <p:sp>
        <p:nvSpPr>
          <p:cNvPr id="441" name="虚线右边线 9">
            <a:extLst xmlns:a="http://schemas.openxmlformats.org/drawingml/2006/main">
              <a:ext uri="{FF2B5EF4-FFF2-40B4-BE49-F238E27FC236}">
                <a16:creationId xmlns:a16="http://schemas.microsoft.com/office/drawing/2014/main" id="{47421AE2-5E03-417A-B2D0-4B454FFC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4105" y="3539572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D399"/>
            </a:solidFill>
            <a:prstDash val="dash"/>
          </a:ln>
        </p:spPr>
      </p:sp>
      <p:sp>
        <p:nvSpPr>
          <p:cNvPr id="442" name="虚线右边线 10">
            <a:extLst xmlns:a="http://schemas.openxmlformats.org/drawingml/2006/main">
              <a:ext uri="{FF2B5EF4-FFF2-40B4-BE49-F238E27FC236}">
                <a16:creationId xmlns:a16="http://schemas.microsoft.com/office/drawing/2014/main" id="{309427BB-7BEA-4C37-A048-DD3D951B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4105" y="3627813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EA72E"/>
            </a:solidFill>
            <a:prstDash val="dash"/>
          </a:ln>
        </p:spPr>
      </p:sp>
      <p:sp>
        <p:nvSpPr>
          <p:cNvPr id="443" name="虚线右边线 11">
            <a:extLst xmlns:a="http://schemas.openxmlformats.org/drawingml/2006/main">
              <a:ext uri="{FF2B5EF4-FFF2-40B4-BE49-F238E27FC236}">
                <a16:creationId xmlns:a16="http://schemas.microsoft.com/office/drawing/2014/main" id="{624937B6-4317-4DCA-99CA-E6C567CB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4105" y="3718833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D399"/>
            </a:solidFill>
            <a:prstDash val="dash"/>
          </a:ln>
        </p:spPr>
      </p:sp>
      <p:sp>
        <p:nvSpPr>
          <p:cNvPr id="444" name="虚线右边线 12">
            <a:extLst xmlns:a="http://schemas.openxmlformats.org/drawingml/2006/main">
              <a:ext uri="{FF2B5EF4-FFF2-40B4-BE49-F238E27FC236}">
                <a16:creationId xmlns:a16="http://schemas.microsoft.com/office/drawing/2014/main" id="{103E202A-E4FE-44D9-B173-33FA822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4105" y="3810547"/>
            <a:ext cx="0" cy="336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EA72E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1702492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2026-07-18T10:10:33.5000000Z</dcterms:created>
  <dcterms:modified xsi:type="dcterms:W3CDTF">2026-07-18T10:10:33.5000000Z</dcterms:modified>
</coreProperties>
</file>